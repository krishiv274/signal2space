
<file path=[Content_Types].xml><?xml version="1.0" encoding="utf-8"?>
<Types xmlns="http://schemas.openxmlformats.org/package/2006/content-types">
  <Default Extension="xml" ContentType="application/vnd.openxmlformats-package.core-properties+xml"/>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viewProps.xml" ContentType="application/vnd.openxmlformats-officedocument.presentationml.view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Override PartName="/ppt/slides/slide19.xml" ContentType="application/vnd.openxmlformats-officedocument.presentationml.slide+xml"/>
  <Override PartName="/ppt/notesSlides/notesSlide19.xml" ContentType="application/vnd.openxmlformats-officedocument.presentationml.notesSlide+xml"/>
  <Override PartName="/ppt/slides/slide20.xml" ContentType="application/vnd.openxmlformats-officedocument.presentationml.slide+xml"/>
  <Override PartName="/ppt/notesSlides/notesSlide20.xml" ContentType="application/vnd.openxmlformats-officedocument.presentationml.notesSlide+xml"/>
  <Override PartName="/ppt/slides/slide21.xml" ContentType="application/vnd.openxmlformats-officedocument.presentationml.slide+xml"/>
  <Override PartName="/ppt/notesSlides/notesSlide21.xml" ContentType="application/vnd.openxmlformats-officedocument.presentationml.notesSlide+xml"/>
  <Override PartName="/ppt/slides/slide22.xml" ContentType="application/vnd.openxmlformats-officedocument.presentationml.slide+xml"/>
  <Override PartName="/ppt/notesSlides/notesSlide22.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147fa5f5c7834f2d" /><Relationship Type="http://schemas.openxmlformats.org/officeDocument/2006/relationships/extended-properties" Target="/docProps/app.xml" Id="R8bbbdf6df85842e3" /><Relationship Type="http://schemas.openxmlformats.org/officeDocument/2006/relationships/officeDocument" Target="/ppt/presentation.xml" Id="R61dd0dc5ab404b5d" /></Relationships>
</file>

<file path=ppt/presentation.xml><?xml version="1.0" encoding="utf-8"?>
<p:presentation xmlns:p="http://schemas.openxmlformats.org/presentationml/2006/main">
  <p:sldMasterIdLst>
    <p:sldMasterId xmlns:r="http://schemas.openxmlformats.org/officeDocument/2006/relationships" id="2147483648" r:id="Rb01e060e42f44b2d"/>
  </p:sldMasterIdLst>
  <p:notesMasterIdLst>
    <p:notesMasterId xmlns:r="http://schemas.openxmlformats.org/officeDocument/2006/relationships" r:id="R592724a48895406b"/>
  </p:notesMasterIdLst>
  <p:sldIdLst>
    <p:sldId xmlns:r="http://schemas.openxmlformats.org/officeDocument/2006/relationships" id="256" r:id="R469af7e4e4a84c41"/>
    <p:sldId xmlns:r="http://schemas.openxmlformats.org/officeDocument/2006/relationships" id="257" r:id="Rada4866bbcdc47b0"/>
    <p:sldId xmlns:r="http://schemas.openxmlformats.org/officeDocument/2006/relationships" id="258" r:id="R6c38495edc874212"/>
    <p:sldId xmlns:r="http://schemas.openxmlformats.org/officeDocument/2006/relationships" id="259" r:id="Rc3426fca2f7d48c8"/>
    <p:sldId xmlns:r="http://schemas.openxmlformats.org/officeDocument/2006/relationships" id="260" r:id="R8b8e7a4a7d674244"/>
    <p:sldId xmlns:r="http://schemas.openxmlformats.org/officeDocument/2006/relationships" id="261" r:id="Re612b2cf64e843ea"/>
    <p:sldId xmlns:r="http://schemas.openxmlformats.org/officeDocument/2006/relationships" id="262" r:id="Rf4eba86ca2514759"/>
    <p:sldId xmlns:r="http://schemas.openxmlformats.org/officeDocument/2006/relationships" id="263" r:id="R39f352946cd04983"/>
    <p:sldId xmlns:r="http://schemas.openxmlformats.org/officeDocument/2006/relationships" id="264" r:id="R1e148e73e3d54354"/>
    <p:sldId xmlns:r="http://schemas.openxmlformats.org/officeDocument/2006/relationships" id="265" r:id="Rc774115eb1254ecc"/>
    <p:sldId xmlns:r="http://schemas.openxmlformats.org/officeDocument/2006/relationships" id="266" r:id="R56858dc980314bbb"/>
    <p:sldId xmlns:r="http://schemas.openxmlformats.org/officeDocument/2006/relationships" id="267" r:id="Rcc8396f4b9b84634"/>
    <p:sldId xmlns:r="http://schemas.openxmlformats.org/officeDocument/2006/relationships" id="268" r:id="Rd0236d8085bb41fa"/>
    <p:sldId xmlns:r="http://schemas.openxmlformats.org/officeDocument/2006/relationships" id="269" r:id="R0146947292894f69"/>
    <p:sldId xmlns:r="http://schemas.openxmlformats.org/officeDocument/2006/relationships" id="270" r:id="R496d51f9385f40f8"/>
    <p:sldId xmlns:r="http://schemas.openxmlformats.org/officeDocument/2006/relationships" id="271" r:id="R783770407ca24faa"/>
    <p:sldId xmlns:r="http://schemas.openxmlformats.org/officeDocument/2006/relationships" id="272" r:id="R3fb3161924954d90"/>
    <p:sldId xmlns:r="http://schemas.openxmlformats.org/officeDocument/2006/relationships" id="273" r:id="R41c8b9439f4441cf"/>
    <p:sldId xmlns:r="http://schemas.openxmlformats.org/officeDocument/2006/relationships" id="274" r:id="Rc61693a7d34c4a99"/>
    <p:sldId xmlns:r="http://schemas.openxmlformats.org/officeDocument/2006/relationships" id="275" r:id="Rd28f41e4ca114383"/>
    <p:sldId xmlns:r="http://schemas.openxmlformats.org/officeDocument/2006/relationships" id="276" r:id="R1e7d11f4d1d64943"/>
    <p:sldId xmlns:r="http://schemas.openxmlformats.org/officeDocument/2006/relationships" id="277" r:id="Rb4cec0c9ac7f4f2c"/>
  </p:sldIdLst>
  <p:sldSz cx="12192000" cy="6858000"/>
  <p:notesSz cx="6858000" cy="9144000"/>
  <p:defaultTextStyle>
    <a:defPPr xmlns:a="http://schemas.openxmlformats.org/drawingml/2006/main">
      <a:buNone/>
    </a:defPPr>
    <a:lvl1pPr xmlns:a="http://schemas.openxmlformats.org/drawingml/2006/main" marL="0" algn="l" defTabSz="914400">
      <a:buNone/>
      <a:defRPr sz="1800" kern="1200">
        <a:solidFill>
          <a:schemeClr val="tx1"/>
        </a:solidFill>
        <a:latin typeface="+mn-lt"/>
        <a:ea typeface="+mn-lt"/>
        <a:cs typeface="+mn-lt"/>
      </a:defRPr>
    </a:lvl1pPr>
    <a:lvl2pPr xmlns:a="http://schemas.openxmlformats.org/drawingml/2006/main" marL="457200" algn="l" defTabSz="914400">
      <a:buNone/>
      <a:defRPr sz="1800" kern="1200">
        <a:solidFill>
          <a:schemeClr val="tx1"/>
        </a:solidFill>
        <a:latin typeface="+mn-lt"/>
        <a:ea typeface="+mn-lt"/>
        <a:cs typeface="+mn-lt"/>
      </a:defRPr>
    </a:lvl2pPr>
    <a:lvl3pPr xmlns:a="http://schemas.openxmlformats.org/drawingml/2006/main" marL="914400" algn="l" defTabSz="914400">
      <a:buNone/>
      <a:defRPr sz="1800" kern="1200">
        <a:solidFill>
          <a:schemeClr val="tx1"/>
        </a:solidFill>
        <a:latin typeface="+mn-lt"/>
        <a:ea typeface="+mn-lt"/>
        <a:cs typeface="+mn-lt"/>
      </a:defRPr>
    </a:lvl3pPr>
    <a:lvl4pPr xmlns:a="http://schemas.openxmlformats.org/drawingml/2006/main" marL="1371600" algn="l" defTabSz="914400">
      <a:buNone/>
      <a:defRPr sz="1800" kern="1200">
        <a:solidFill>
          <a:schemeClr val="tx1"/>
        </a:solidFill>
        <a:latin typeface="+mn-lt"/>
        <a:ea typeface="+mn-lt"/>
        <a:cs typeface="+mn-lt"/>
      </a:defRPr>
    </a:lvl4pPr>
    <a:lvl5pPr xmlns:a="http://schemas.openxmlformats.org/drawingml/2006/main" marL="1828800" algn="l" defTabSz="914400">
      <a:buNone/>
      <a:defRPr sz="1800" kern="1200">
        <a:solidFill>
          <a:schemeClr val="tx1"/>
        </a:solidFill>
        <a:latin typeface="+mn-lt"/>
        <a:ea typeface="+mn-lt"/>
        <a:cs typeface="+mn-lt"/>
      </a:defRPr>
    </a:lvl5pPr>
    <a:lvl6pPr xmlns:a="http://schemas.openxmlformats.org/drawingml/2006/main" marL="2286000" algn="l" defTabSz="914400">
      <a:buNone/>
      <a:defRPr sz="1800" kern="1200">
        <a:solidFill>
          <a:schemeClr val="tx1"/>
        </a:solidFill>
        <a:latin typeface="+mn-lt"/>
        <a:ea typeface="+mn-lt"/>
        <a:cs typeface="+mn-lt"/>
      </a:defRPr>
    </a:lvl6pPr>
    <a:lvl7pPr xmlns:a="http://schemas.openxmlformats.org/drawingml/2006/main" marL="2743200" algn="l" defTabSz="914400">
      <a:buNone/>
      <a:defRPr sz="1800" kern="1200">
        <a:solidFill>
          <a:schemeClr val="tx1"/>
        </a:solidFill>
        <a:latin typeface="+mn-lt"/>
        <a:ea typeface="+mn-lt"/>
        <a:cs typeface="+mn-lt"/>
      </a:defRPr>
    </a:lvl7pPr>
    <a:lvl8pPr xmlns:a="http://schemas.openxmlformats.org/drawingml/2006/main" marL="3200400" algn="l" defTabSz="914400">
      <a:buNone/>
      <a:defRPr sz="1800" kern="1200">
        <a:solidFill>
          <a:schemeClr val="tx1"/>
        </a:solidFill>
        <a:latin typeface="+mn-lt"/>
        <a:ea typeface="+mn-lt"/>
        <a:cs typeface="+mn-lt"/>
      </a:defRPr>
    </a:lvl8pPr>
    <a:lvl9pPr xmlns:a="http://schemas.openxmlformats.org/drawingml/2006/main" marL="3657600" algn="l" defTabSz="914400">
      <a:buNone/>
      <a:defRPr sz="1800" kern="1200">
        <a:solidFill>
          <a:schemeClr val="tx1"/>
        </a:solidFill>
        <a:latin typeface="+mn-lt"/>
        <a:ea typeface="+mn-lt"/>
        <a:cs typeface="+mn-lt"/>
      </a:defRPr>
    </a:lvl9pPr>
  </p:defaultTextStyle>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viewProps.xml><?xml version="1.0" encoding="utf-8"?>
<p:viewPr xmlns:p="http://schemas.openxmlformats.org/presentationml/2006/main">
  <p:slideViewPr>
    <p:cSldViewPr snapToGrid="0">
      <p:cViewPr>
        <p:scale>
          <a:sx xmlns:a="http://schemas.openxmlformats.org/drawingml/2006/main" n="1" d="1"/>
          <a:sy xmlns:a="http://schemas.openxmlformats.org/drawingml/2006/main" n="1" d="1"/>
        </p:scale>
        <p:origin x="0" y="0"/>
      </p:cViewPr>
      <p:guideLst/>
    </p:cSldViewPr>
  </p:slideViewPr>
  <p:gridSpacing cx="76200" cy="76200"/>
</p:viewPr>
</file>

<file path=ppt/_rels/presentation.xml.rels>&#65279;<?xml version="1.0" encoding="utf-8"?><Relationships xmlns="http://schemas.openxmlformats.org/package/2006/relationships"><Relationship Type="http://schemas.openxmlformats.org/officeDocument/2006/relationships/theme" Target="/ppt/theme/theme1.xml" Id="R3644a896e6bd48be" /><Relationship Type="http://schemas.openxmlformats.org/officeDocument/2006/relationships/slideMaster" Target="/ppt/slideMasters/slideMaster1.xml" Id="Rb01e060e42f44b2d" /><Relationship Type="http://schemas.openxmlformats.org/officeDocument/2006/relationships/notesMaster" Target="/ppt/notesMasters/notesMaster1.xml" Id="R592724a48895406b" /><Relationship Type="http://schemas.openxmlformats.org/officeDocument/2006/relationships/presProps" Target="/ppt/presProps.xml" Id="Rcd7008bcb32f4e5f" /><Relationship Type="http://schemas.openxmlformats.org/officeDocument/2006/relationships/viewProps" Target="/ppt/viewProps.xml" Id="Rb87d07880bc44ebd" /><Relationship Type="http://schemas.openxmlformats.org/officeDocument/2006/relationships/tableStyles" Target="/ppt/tableStyles.xml" Id="Ra09ae6a9932d45f3" /><Relationship Type="http://schemas.openxmlformats.org/officeDocument/2006/relationships/slide" Target="/ppt/slides/slide1.xml" Id="R469af7e4e4a84c41" /><Relationship Type="http://schemas.openxmlformats.org/officeDocument/2006/relationships/slide" Target="/ppt/slides/slide2.xml" Id="Rada4866bbcdc47b0" /><Relationship Type="http://schemas.openxmlformats.org/officeDocument/2006/relationships/slide" Target="/ppt/slides/slide3.xml" Id="R6c38495edc874212" /><Relationship Type="http://schemas.openxmlformats.org/officeDocument/2006/relationships/slide" Target="/ppt/slides/slide4.xml" Id="Rc3426fca2f7d48c8" /><Relationship Type="http://schemas.openxmlformats.org/officeDocument/2006/relationships/slide" Target="/ppt/slides/slide5.xml" Id="R8b8e7a4a7d674244" /><Relationship Type="http://schemas.openxmlformats.org/officeDocument/2006/relationships/slide" Target="/ppt/slides/slide6.xml" Id="Re612b2cf64e843ea" /><Relationship Type="http://schemas.openxmlformats.org/officeDocument/2006/relationships/slide" Target="/ppt/slides/slide7.xml" Id="Rf4eba86ca2514759" /><Relationship Type="http://schemas.openxmlformats.org/officeDocument/2006/relationships/slide" Target="/ppt/slides/slide8.xml" Id="R39f352946cd04983" /><Relationship Type="http://schemas.openxmlformats.org/officeDocument/2006/relationships/slide" Target="/ppt/slides/slide9.xml" Id="R1e148e73e3d54354" /><Relationship Type="http://schemas.openxmlformats.org/officeDocument/2006/relationships/slide" Target="/ppt/slides/slide10.xml" Id="Rc774115eb1254ecc" /><Relationship Type="http://schemas.openxmlformats.org/officeDocument/2006/relationships/slide" Target="/ppt/slides/slide11.xml" Id="R56858dc980314bbb" /><Relationship Type="http://schemas.openxmlformats.org/officeDocument/2006/relationships/slide" Target="/ppt/slides/slide12.xml" Id="Rcc8396f4b9b84634" /><Relationship Type="http://schemas.openxmlformats.org/officeDocument/2006/relationships/slide" Target="/ppt/slides/slide13.xml" Id="Rd0236d8085bb41fa" /><Relationship Type="http://schemas.openxmlformats.org/officeDocument/2006/relationships/slide" Target="/ppt/slides/slide14.xml" Id="R0146947292894f69" /><Relationship Type="http://schemas.openxmlformats.org/officeDocument/2006/relationships/slide" Target="/ppt/slides/slide15.xml" Id="R496d51f9385f40f8" /><Relationship Type="http://schemas.openxmlformats.org/officeDocument/2006/relationships/slide" Target="/ppt/slides/slide16.xml" Id="R783770407ca24faa" /><Relationship Type="http://schemas.openxmlformats.org/officeDocument/2006/relationships/slide" Target="/ppt/slides/slide17.xml" Id="R3fb3161924954d90" /><Relationship Type="http://schemas.openxmlformats.org/officeDocument/2006/relationships/slide" Target="/ppt/slides/slide18.xml" Id="R41c8b9439f4441cf" /><Relationship Type="http://schemas.openxmlformats.org/officeDocument/2006/relationships/slide" Target="/ppt/slides/slide19.xml" Id="Rc61693a7d34c4a99" /><Relationship Type="http://schemas.openxmlformats.org/officeDocument/2006/relationships/slide" Target="/ppt/slides/slide20.xml" Id="Rd28f41e4ca114383" /><Relationship Type="http://schemas.openxmlformats.org/officeDocument/2006/relationships/slide" Target="/ppt/slides/slide21.xml" Id="R1e7d11f4d1d64943" /><Relationship Type="http://schemas.openxmlformats.org/officeDocument/2006/relationships/slide" Target="/ppt/slides/slide22.xml" Id="Rb4cec0c9ac7f4f2c"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4a0b3573e42847ea"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8d811d0729984a68" /><Relationship Type="http://schemas.openxmlformats.org/officeDocument/2006/relationships/notesMaster" Target="/ppt/notesMasters/notesMaster1.xml" Id="R2014e381754448a1" /></Relationships>
</file>

<file path=ppt/notesSlides/_rels/notesSlide2.xml.rels>&#65279;<?xml version="1.0" encoding="utf-8"?><Relationships xmlns="http://schemas.openxmlformats.org/package/2006/relationships"><Relationship Type="http://schemas.openxmlformats.org/officeDocument/2006/relationships/slide" Target="/ppt/slides/slide2.xml" Id="R9283787d8a5d4b26" /><Relationship Type="http://schemas.openxmlformats.org/officeDocument/2006/relationships/notesMaster" Target="/ppt/notesMasters/notesMaster1.xml" Id="R7cc4be72cfea4d58" /></Relationships>
</file>

<file path=ppt/notesSlides/_rels/notesSlide3.xml.rels>&#65279;<?xml version="1.0" encoding="utf-8"?><Relationships xmlns="http://schemas.openxmlformats.org/package/2006/relationships"><Relationship Type="http://schemas.openxmlformats.org/officeDocument/2006/relationships/slide" Target="/ppt/slides/slide3.xml" Id="R38dc9626c4574962" /><Relationship Type="http://schemas.openxmlformats.org/officeDocument/2006/relationships/notesMaster" Target="/ppt/notesMasters/notesMaster1.xml" Id="R11b555f25a9441a2" /></Relationships>
</file>

<file path=ppt/notesSlides/_rels/notesSlide4.xml.rels>&#65279;<?xml version="1.0" encoding="utf-8"?><Relationships xmlns="http://schemas.openxmlformats.org/package/2006/relationships"><Relationship Type="http://schemas.openxmlformats.org/officeDocument/2006/relationships/slide" Target="/ppt/slides/slide4.xml" Id="R797f95e683df453c" /><Relationship Type="http://schemas.openxmlformats.org/officeDocument/2006/relationships/notesMaster" Target="/ppt/notesMasters/notesMaster1.xml" Id="R5a7d452267704d7d" /></Relationships>
</file>

<file path=ppt/notesSlides/_rels/notesSlide5.xml.rels>&#65279;<?xml version="1.0" encoding="utf-8"?><Relationships xmlns="http://schemas.openxmlformats.org/package/2006/relationships"><Relationship Type="http://schemas.openxmlformats.org/officeDocument/2006/relationships/slide" Target="/ppt/slides/slide5.xml" Id="Rb2a46ee76c3a44ae" /><Relationship Type="http://schemas.openxmlformats.org/officeDocument/2006/relationships/notesMaster" Target="/ppt/notesMasters/notesMaster1.xml" Id="R63fa69a2111441c6" /></Relationships>
</file>

<file path=ppt/notesSlides/_rels/notesSlide6.xml.rels>&#65279;<?xml version="1.0" encoding="utf-8"?><Relationships xmlns="http://schemas.openxmlformats.org/package/2006/relationships"><Relationship Type="http://schemas.openxmlformats.org/officeDocument/2006/relationships/slide" Target="/ppt/slides/slide6.xml" Id="R53266f1ed7b54d4a" /><Relationship Type="http://schemas.openxmlformats.org/officeDocument/2006/relationships/notesMaster" Target="/ppt/notesMasters/notesMaster1.xml" Id="Rb978280c4ccb4105" /></Relationships>
</file>

<file path=ppt/notesSlides/_rels/notesSlide7.xml.rels>&#65279;<?xml version="1.0" encoding="utf-8"?><Relationships xmlns="http://schemas.openxmlformats.org/package/2006/relationships"><Relationship Type="http://schemas.openxmlformats.org/officeDocument/2006/relationships/slide" Target="/ppt/slides/slide7.xml" Id="Ra591ba8425454887" /><Relationship Type="http://schemas.openxmlformats.org/officeDocument/2006/relationships/notesMaster" Target="/ppt/notesMasters/notesMaster1.xml" Id="R391ecb18f1724a46" /></Relationships>
</file>

<file path=ppt/notesSlides/_rels/notesSlide8.xml.rels>&#65279;<?xml version="1.0" encoding="utf-8"?><Relationships xmlns="http://schemas.openxmlformats.org/package/2006/relationships"><Relationship Type="http://schemas.openxmlformats.org/officeDocument/2006/relationships/slide" Target="/ppt/slides/slide8.xml" Id="R6201e0cd9b6d49af" /><Relationship Type="http://schemas.openxmlformats.org/officeDocument/2006/relationships/notesMaster" Target="/ppt/notesMasters/notesMaster1.xml" Id="R9da71377e7514e0a" /></Relationships>
</file>

<file path=ppt/notesSlides/_rels/notesSlide9.xml.rels>&#65279;<?xml version="1.0" encoding="utf-8"?><Relationships xmlns="http://schemas.openxmlformats.org/package/2006/relationships"><Relationship Type="http://schemas.openxmlformats.org/officeDocument/2006/relationships/slide" Target="/ppt/slides/slide9.xml" Id="R2beb72fb54c44776" /><Relationship Type="http://schemas.openxmlformats.org/officeDocument/2006/relationships/notesMaster" Target="/ppt/notesMasters/notesMaster1.xml" Id="Ra314328942b44227"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1a704da3cf2d4407" /><Relationship Type="http://schemas.openxmlformats.org/officeDocument/2006/relationships/notesMaster" Target="/ppt/notesMasters/notesMaster1.xml" Id="R737094e191be441a"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95d44e400ce442f9" /><Relationship Type="http://schemas.openxmlformats.org/officeDocument/2006/relationships/notesMaster" Target="/ppt/notesMasters/notesMaster1.xml" Id="R3f1202d2e1bc4431"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6ba6527b23454689" /><Relationship Type="http://schemas.openxmlformats.org/officeDocument/2006/relationships/notesMaster" Target="/ppt/notesMasters/notesMaster1.xml" Id="R72d9b3188f5c418e"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9cc975a4d1474a3a" /><Relationship Type="http://schemas.openxmlformats.org/officeDocument/2006/relationships/notesMaster" Target="/ppt/notesMasters/notesMaster1.xml" Id="R035a99281bd24c13" /></Relationships>
</file>

<file path=ppt/notesSlides/_rels/notesSlide14.xml.rels>&#65279;<?xml version="1.0" encoding="utf-8"?><Relationships xmlns="http://schemas.openxmlformats.org/package/2006/relationships"><Relationship Type="http://schemas.openxmlformats.org/officeDocument/2006/relationships/slide" Target="/ppt/slides/slide14.xml" Id="R1b86d7a81181410e" /><Relationship Type="http://schemas.openxmlformats.org/officeDocument/2006/relationships/notesMaster" Target="/ppt/notesMasters/notesMaster1.xml" Id="R9d0feeef47ca4598" /></Relationships>
</file>

<file path=ppt/notesSlides/_rels/notesSlide15.xml.rels>&#65279;<?xml version="1.0" encoding="utf-8"?><Relationships xmlns="http://schemas.openxmlformats.org/package/2006/relationships"><Relationship Type="http://schemas.openxmlformats.org/officeDocument/2006/relationships/slide" Target="/ppt/slides/slide15.xml" Id="R0b89908bd0fd459d" /><Relationship Type="http://schemas.openxmlformats.org/officeDocument/2006/relationships/notesMaster" Target="/ppt/notesMasters/notesMaster1.xml" Id="Ra578f69353a14abc" /></Relationships>
</file>

<file path=ppt/notesSlides/_rels/notesSlide16.xml.rels>&#65279;<?xml version="1.0" encoding="utf-8"?><Relationships xmlns="http://schemas.openxmlformats.org/package/2006/relationships"><Relationship Type="http://schemas.openxmlformats.org/officeDocument/2006/relationships/slide" Target="/ppt/slides/slide16.xml" Id="Rdcd9d95516a44ec0" /><Relationship Type="http://schemas.openxmlformats.org/officeDocument/2006/relationships/notesMaster" Target="/ppt/notesMasters/notesMaster1.xml" Id="Rc48281d5484f4372" /></Relationships>
</file>

<file path=ppt/notesSlides/_rels/notesSlide17.xml.rels>&#65279;<?xml version="1.0" encoding="utf-8"?><Relationships xmlns="http://schemas.openxmlformats.org/package/2006/relationships"><Relationship Type="http://schemas.openxmlformats.org/officeDocument/2006/relationships/slide" Target="/ppt/slides/slide17.xml" Id="R33cc2a4aebb24cf7" /><Relationship Type="http://schemas.openxmlformats.org/officeDocument/2006/relationships/notesMaster" Target="/ppt/notesMasters/notesMaster1.xml" Id="Rb67f3daef2524eb7" /></Relationships>
</file>

<file path=ppt/notesSlides/_rels/notesSlide18.xml.rels>&#65279;<?xml version="1.0" encoding="utf-8"?><Relationships xmlns="http://schemas.openxmlformats.org/package/2006/relationships"><Relationship Type="http://schemas.openxmlformats.org/officeDocument/2006/relationships/slide" Target="/ppt/slides/slide18.xml" Id="R0816d5c937a04e2e" /><Relationship Type="http://schemas.openxmlformats.org/officeDocument/2006/relationships/notesMaster" Target="/ppt/notesMasters/notesMaster1.xml" Id="R6d783139244248c1" /></Relationships>
</file>

<file path=ppt/notesSlides/_rels/notesSlide19.xml.rels>&#65279;<?xml version="1.0" encoding="utf-8"?><Relationships xmlns="http://schemas.openxmlformats.org/package/2006/relationships"><Relationship Type="http://schemas.openxmlformats.org/officeDocument/2006/relationships/slide" Target="/ppt/slides/slide19.xml" Id="R3eec0c3dc5354a78" /><Relationship Type="http://schemas.openxmlformats.org/officeDocument/2006/relationships/notesMaster" Target="/ppt/notesMasters/notesMaster1.xml" Id="R693c88cfb65d4d5d" /></Relationships>
</file>

<file path=ppt/notesSlides/_rels/notesSlide20.xml.rels>&#65279;<?xml version="1.0" encoding="utf-8"?><Relationships xmlns="http://schemas.openxmlformats.org/package/2006/relationships"><Relationship Type="http://schemas.openxmlformats.org/officeDocument/2006/relationships/slide" Target="/ppt/slides/slide20.xml" Id="R916c1105a8bb4c8e" /><Relationship Type="http://schemas.openxmlformats.org/officeDocument/2006/relationships/notesMaster" Target="/ppt/notesMasters/notesMaster1.xml" Id="Rb5f0ab97a1fb45d9" /></Relationships>
</file>

<file path=ppt/notesSlides/_rels/notesSlide21.xml.rels>&#65279;<?xml version="1.0" encoding="utf-8"?><Relationships xmlns="http://schemas.openxmlformats.org/package/2006/relationships"><Relationship Type="http://schemas.openxmlformats.org/officeDocument/2006/relationships/slide" Target="/ppt/slides/slide21.xml" Id="R1f216f9c6d194ebe" /><Relationship Type="http://schemas.openxmlformats.org/officeDocument/2006/relationships/notesMaster" Target="/ppt/notesMasters/notesMaster1.xml" Id="R0a470035ea7840c0" /></Relationships>
</file>

<file path=ppt/notesSlides/_rels/notesSlide22.xml.rels>&#65279;<?xml version="1.0" encoding="utf-8"?><Relationships xmlns="http://schemas.openxmlformats.org/package/2006/relationships"><Relationship Type="http://schemas.openxmlformats.org/officeDocument/2006/relationships/slide" Target="/ppt/slides/slide22.xml" Id="Ra335f77772294610" /><Relationship Type="http://schemas.openxmlformats.org/officeDocument/2006/relationships/notesMaster" Target="/ppt/notesMasters/notesMaster1.xml" Id="Rf60db72620204408"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presentation explains the implemented AML phase only. Work is organized into five pipelines, from shared data preparation through task-specific Random Forest models and integration. The deck uses Member 1–5 labels because personal names were not provided.</a:t>
            </a:r>
          </a:p>
          <a:p xmlns:a="http://schemas.openxmlformats.org/drawingml/2006/main">
            <a:r>
              <a:t/>
            </a:r>
          </a:p>
          <a:p xmlns:a="http://schemas.openxmlformats.org/drawingml/2006/main">
            <a:r>
              <a:t>Viva script:</a:t>
            </a:r>
          </a:p>
          <a:p xmlns:a="http://schemas.openxmlformats.org/drawingml/2006/main">
            <a:r>
              <a:t>Member 1 — Opening. Good morning. Our project is indoor location prediction from Wi-Fi signals. We use Wi-Fi access-point readings to estimate a device’s building, floor, and two-dimensional position. I’ll introduce the problem, explain how we designed the evaluation, and present our data preparation and feature engineering.</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provided files contain 19,937 training/reference rows and 1,111 held-out rows. Each has 529 columns: 520 WAP RSSI fields, four targets (building, floor, longitude, latitude), and five metadata fields. The tasks are two classifications and a two-coordinate regression. Sources: raw CSV schema, ML_01 notebook, UCI UJIIndoorLoc dataset.</a:t>
            </a:r>
          </a:p>
          <a:p xmlns:a="http://schemas.openxmlformats.org/drawingml/2006/main">
            <a:r>
              <a:t/>
            </a:r>
          </a:p>
          <a:p xmlns:a="http://schemas.openxmlformats.org/drawingml/2006/main">
            <a:r>
              <a:t>Viva script:</a:t>
            </a:r>
          </a:p>
          <a:p xmlns:a="http://schemas.openxmlformats.org/drawingml/2006/main">
            <a:r>
              <a:t>Member 1 — Problem and overview. Indoor positioning is difficult when satellite signals are unavailable. Wi-Fi scans provide a fingerprint of signal strengths from nearby access points. Our dataset has 520 access-point fields per scan, but most readings indicate that an access point was not detected. We use a shared feature representation for three separate prediction tasks: building classification, floor classification, and coordinate regression.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training/reference file is split with GroupShuffleSplit, test_size 0.20, random_state 42, using the composite group (BUILDINGID, FLOOR, SPACEID). This yields 16,085 internal-training rows from 588 groups and 3,852 internal-validation rows from 147 disjoint groups. The scaler and model fit only on internal training. Internal validation selects settings. The separate supplied 1,111-row file is held for final evaluation.</a:t>
            </a:r>
          </a:p>
          <a:p xmlns:a="http://schemas.openxmlformats.org/drawingml/2006/main">
            <a:r>
              <a:t/>
            </a:r>
          </a:p>
          <a:p xmlns:a="http://schemas.openxmlformats.org/drawingml/2006/main">
            <a:r>
              <a:t>Viva script:</a:t>
            </a:r>
          </a:p>
          <a:p xmlns:a="http://schemas.openxmlformats.org/drawingml/2006/main">
            <a:r>
              <a:t>Member 1 — Evaluation design. We kept the supplied validation file for final evaluation. From the 19,937 training/reference rows, we created internal training and validation subsets using an 80/20 grouped split. The group key combines building, floor, and space, with random seed 42. This gave 16,085 internal-training rows and 3,852 internal-validation rows. Candidate model settings were compared on internal validation, then frozen before evaluation on the 1,111 supplied held-out rows. We did not fit the scaler or select models using held-out labels.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EDA found 96.54% of training WAP entries encoded as 100, 637 exact duplicate training rows, and 76 training rows where all access points were absent. These were counted and retained; there are no blank cells in either supplied file. The figure contrasts training with the held-out file descriptively. Source: ML_01 notebook and data/figures/ml_01_data_quality_eda.png.</a:t>
            </a:r>
          </a:p>
          <a:p xmlns:a="http://schemas.openxmlformats.org/drawingml/2006/main">
            <a:r>
              <a:t/>
            </a:r>
          </a:p>
          <a:p xmlns:a="http://schemas.openxmlformats.org/drawingml/2006/main">
            <a:r>
              <a:t>Viva script:</a:t>
            </a:r>
          </a:p>
          <a:p xmlns:a="http://schemas.openxmlformats.org/drawingml/2006/main">
            <a:r>
              <a:t>Member 1 — Workstream 1, data quality. Our data checks found no blank cells, but Wi-Fi readings are very sparse: about 96.54 percent of training signal entries use the sentinel value 100 to mean “not detected.” We also found 637 exact duplicate training rows and 76 scans with no detected access points; we retained them and documented their presence.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sentinel 100 is treated as an absent reading. For each WAP, the implementation learns mean and population standard deviation from observed internal-training values, standardizes observed values, and applies the learned transform unchanged elsewhere. A separate binary mask preserves whether each access point was seen. Targets, keys, user/phone identifiers, and metadata are retained for auditing but excluded from predictors.</a:t>
            </a:r>
          </a:p>
          <a:p xmlns:a="http://schemas.openxmlformats.org/drawingml/2006/main">
            <a:r>
              <a:t/>
            </a:r>
          </a:p>
          <a:p xmlns:a="http://schemas.openxmlformats.org/drawingml/2006/main">
            <a:r>
              <a:t>Viva script:</a:t>
            </a:r>
          </a:p>
          <a:p xmlns:a="http://schemas.openxmlformats.org/drawingml/2006/main">
            <a:r>
              <a:t>Member 1 — Workstream 1, preprocessing. We convert the sentinel into an explicit missing state, scale observed RSSI values using internal-training statistics, and apply that same transformation to the other partitions. We add a binary presence indicator for every access point, plus six row summaries such as the number detected and strongest signal.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common predictor list has 1,046 features: 520 standardized RSSI columns, 520 binary presence masks, and six row-level summaries. The target distribution figure shows the class composition and the small held-out floor-4 support. Target and metadata columns remain in prepared outputs but are not in the model predictor allowlist. Source: ML_01 notebook, processed feature tables, and ml_01_target_distribution_eda.png.</a:t>
            </a:r>
          </a:p>
          <a:p xmlns:a="http://schemas.openxmlformats.org/drawingml/2006/main">
            <a:r>
              <a:t/>
            </a:r>
          </a:p>
          <a:p xmlns:a="http://schemas.openxmlformats.org/drawingml/2006/main">
            <a:r>
              <a:t>Viva script:</a:t>
            </a:r>
          </a:p>
          <a:p xmlns:a="http://schemas.openxmlformats.org/drawingml/2006/main">
            <a:r>
              <a:t>Member 1 — Workstream 1, feature output. This produces 1,046 predictors: 520 scaled values, 520 presence indicators, and six summaries. Targets and identifying metadata stay out of the predictor set. Member 2 will explain how we used these features to predict buildings.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building model is a RandomForestClassifier trained on the shared predictors. Eighteen parameter configurations were compared on internal validation. The selection criterion was accuracy, with macro F1 as tie-break. The chosen model uses 100 trees, unlimited depth, and minimum leaf size one. The supplied held-out file is used only for final evaluation.</a:t>
            </a:r>
          </a:p>
          <a:p xmlns:a="http://schemas.openxmlformats.org/drawingml/2006/main">
            <a:r>
              <a:t/>
            </a:r>
          </a:p>
          <a:p xmlns:a="http://schemas.openxmlformats.org/drawingml/2006/main">
            <a:r>
              <a:t>Viva script:</a:t>
            </a:r>
          </a:p>
          <a:p xmlns:a="http://schemas.openxmlformats.org/drawingml/2006/main">
            <a:r>
              <a:t>Member 2 — Workstream 2, model pipeline. The building task predicts one of three building classes from the 1,046 approved signal predictors. We use a Random Forest classifier. We first recorded a baseline, then compared 18 configurations on the internal validation split. Accuracy was the primary selection measure, with macro F1 used to break ties. The selected model has 100 trees, unlimited depth, and a minimum leaf size of one. We chose the configuration using internal validation, then evaluated it on the held-out file.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Held-out building accuracy is 99.72997% and macro F1 is 99.7126%. There are 1,108 correct predictions out of 1,111. The figure shows count and row-normalized confusion matrices; the off-diagonal cells account for three errors. These scores describe the supplied held-out partition and should not be generalized to unseen buildings without a matching evaluation design.</a:t>
            </a:r>
          </a:p>
          <a:p xmlns:a="http://schemas.openxmlformats.org/drawingml/2006/main">
            <a:r>
              <a:t/>
            </a:r>
          </a:p>
          <a:p xmlns:a="http://schemas.openxmlformats.org/drawingml/2006/main">
            <a:r>
              <a:t>Viva script:</a:t>
            </a:r>
          </a:p>
          <a:p xmlns:a="http://schemas.openxmlformats.org/drawingml/2006/main">
            <a:r>
              <a:t>Member 2 — Workstream 2, results. On the supplied held-out partition, building accuracy is 99.73 percent and macro F1 is 99.71 percent. The model classified 1,108 of the 1,111 rows correctly. Accuracy gives the overall share of correct predictions. Macro F1 averages the per-class F1 scores equally, so it also tells us whether performance is strong across all three building labels.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count matrix contains 535, 305, and 268 true positives for building codes 0, 1, and 2. Three errors occur: one code 0→1, one code 1→0, and one code 1→2. Code 2 has no errors. Preserve the evaluation caveat: there is no exact full raw-row overlap between the supplied files, but exact WAP vectors recur between internal train and internal validation; this score does not prove robustness to unseen fingerprints.</a:t>
            </a:r>
          </a:p>
          <a:p xmlns:a="http://schemas.openxmlformats.org/drawingml/2006/main">
            <a:r>
              <a:t/>
            </a:r>
          </a:p>
          <a:p xmlns:a="http://schemas.openxmlformats.org/drawingml/2006/main">
            <a:r>
              <a:t>Viva script:</a:t>
            </a:r>
          </a:p>
          <a:p xmlns:a="http://schemas.openxmlformats.org/drawingml/2006/main">
            <a:r>
              <a:t>Member 2 — Workstream 2, confusion matrix. The confusion matrix shows three building errors. One building-0 row was predicted as building 1. Two building-1 rows were misclassified, one into each neighboring class. All 268 building-2 rows were classified correctly. These results are strong for this supplied evaluation set, but we should interpret them within the split we used. The data checks do not establish performance on an independent site or on entirely unseen Wi-Fi fingerprints or positions. Member 3 will cover floor classification, where the classes are less balanced and performance is more challenging.</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Floor labels are mapped from training data and then applied consistently to training, validation, and held-out rows. A class-weighted RandomForestClassifier compares eight configurations on internal validation and selects by macro F1. The target distribution figure makes the small floor-code 4 support visible.</a:t>
            </a:r>
          </a:p>
          <a:p xmlns:a="http://schemas.openxmlformats.org/drawingml/2006/main">
            <a:r>
              <a:t/>
            </a:r>
          </a:p>
          <a:p xmlns:a="http://schemas.openxmlformats.org/drawingml/2006/main">
            <a:r>
              <a:t>Viva script:</a:t>
            </a:r>
          </a:p>
          <a:p xmlns:a="http://schemas.openxmlformats.org/drawingml/2006/main">
            <a:r>
              <a:t>Member 3 — Workstream 3, model pipeline. The floor model predicts the floor code alone; it does not predict a combined building-and-floor label. We derive the floor-code mapping from the internal-training labels and keep it fixed for validation and held-out evaluation. The floor classes are imbalanced, especially floor 4, so we use class-weighted Random Forests to give less common classes more influence during fitting. We compare eight configurations on internal validation. Accuracy is the primary selection measure, and macro F1 breaks ties. This matches the model-selection rule implemented in the notebook. After selecting the configuration, we evaluate it on the held-out partition and inspect both summary metrics and the confusion matrix.</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Held-out floor accuracy is 88.9289% and macro F1 is 87.2655%. The largest off-diagonal count is true floor code 1 predicted as code 2, with 49 records. Confusion is primarily among nearby codes, so the matrix complements the aggregate scores.</a:t>
            </a:r>
          </a:p>
          <a:p xmlns:a="http://schemas.openxmlformats.org/drawingml/2006/main">
            <a:r>
              <a:t/>
            </a:r>
          </a:p>
          <a:p xmlns:a="http://schemas.openxmlformats.org/drawingml/2006/main">
            <a:r>
              <a:t>Viva script:</a:t>
            </a:r>
          </a:p>
          <a:p xmlns:a="http://schemas.openxmlformats.org/drawingml/2006/main">
            <a:r>
              <a:t>Member 3 — Workstream 3, confusion matrix. Held-out floor accuracy is 88.93 percent, and macro F1 is 87.27 percent. The largest single confusion is 49 records from true floor 1 predicted as floor 2. Most errors occur between neighboring floor codes. The confusion matrix helps explain the overall scores by showing which floors are confused, instead of treating every error as just “wrong.”</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Floor code 4 has only 39 records in the held-out partition. The matrix has 27 true positives, giving recall 69.23%. This smaller class contributes equally to macro F1, which is why macro F1 and the confusion matrix are needed alongside overall accuracy.</a:t>
            </a:r>
          </a:p>
          <a:p xmlns:a="http://schemas.openxmlformats.org/drawingml/2006/main">
            <a:r>
              <a:t/>
            </a:r>
          </a:p>
          <a:p xmlns:a="http://schemas.openxmlformats.org/drawingml/2006/main">
            <a:r>
              <a:t>Viva script:</a:t>
            </a:r>
          </a:p>
          <a:p xmlns:a="http://schemas.openxmlformats.org/drawingml/2006/main">
            <a:r>
              <a:t>Member 3 — Workstream 3, minority class. Floor 4 has only 39 held-out examples, and 27 were correctly predicted. That gives a recall of 69.23 percent, the weakest class recall in this evaluation. This is why we report macro F1 and class-level results alongside accuracy: overall accuracy can conceal weaker performance on a small class. Class weighting helps address imbalance during training, but it does not guarantee equal performance across floors. Member 4 will explain coordinate prediction and how we describe its errors.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coordinate model is a multi-output RandomForestRegressor predicting longitude and latitude. Ten candidates are ranked on internal validation mean Euclidean error. The selected model has 150 trees, unlimited depth, minimum leaf size one, and max_features 0.5. It generates per-axis MAE, row-level Euclidean errors, and maps/plots. The notebook labels the coordinate system EPSG:3857 metres; the repository does not verify that CRS independently.</a:t>
            </a:r>
          </a:p>
          <a:p xmlns:a="http://schemas.openxmlformats.org/drawingml/2006/main">
            <a:r>
              <a:t/>
            </a:r>
          </a:p>
          <a:p xmlns:a="http://schemas.openxmlformats.org/drawingml/2006/main">
            <a:r>
              <a:t>Viva script:</a:t>
            </a:r>
          </a:p>
          <a:p xmlns:a="http://schemas.openxmlformats.org/drawingml/2006/main">
            <a:r>
              <a:t>Member 4 — Workstream 4, regression pipeline. For the coordinate task, the model predicts longitude and latitude together as two numerical outputs. We use a Random Forest regressor and compare ten configurations on internal validation. We select the configuration with the lowest mean Euclidean distance, which measures the combined error across both coordinate axes. The selected model has 150 trees, a minimum leaf size of one, and max_features set to 0.5.</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plot shows held-out actual versus predicted longitude and latitude, with the dashed red diagonal as perfect prediction. The horizontal/vertical scatter around the line represents error; a few larger misses are visible. Longitude MAE is 8.0966 and latitude MAE is 6.8064 reported units. Units inherit the notebook’s CRS label, which has not been independently verified.</a:t>
            </a:r>
          </a:p>
          <a:p xmlns:a="http://schemas.openxmlformats.org/drawingml/2006/main">
            <a:r>
              <a:t/>
            </a:r>
          </a:p>
          <a:p xmlns:a="http://schemas.openxmlformats.org/drawingml/2006/main">
            <a:r>
              <a:t>Viva script:</a:t>
            </a:r>
          </a:p>
          <a:p xmlns:a="http://schemas.openxmlformats.org/drawingml/2006/main">
            <a:r>
              <a:t>Member 4 — Workstream 4, axis errors. On the supplied held-out partition, longitude-axis MAE is 8.10 and latitude-axis MAE is 6.81. MAE summarizes the average absolute error on each axis separately. The report and notebook use an EPSG:3857 assumption for the coordinate reference, but the repository does not include authoritative CRS metadata. So we describe these as reported coordinate units and avoid treating them as verified ground-distance measurements.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held-out coordinate error map places true positions on the x/y plane and colors each position by Euclidean prediction error, capped at the 95th percentile in the figure. It makes spatially localized larger misses visible. Source: data/figures/ml_04_coordinate_error_map.png.</a:t>
            </a:r>
          </a:p>
          <a:p xmlns:a="http://schemas.openxmlformats.org/drawingml/2006/main">
            <a:r>
              <a:t/>
            </a:r>
          </a:p>
          <a:p xmlns:a="http://schemas.openxmlformats.org/drawingml/2006/main">
            <a:r>
              <a:t>Viva script:</a:t>
            </a:r>
          </a:p>
          <a:p xmlns:a="http://schemas.openxmlformats.org/drawingml/2006/main">
            <a:r>
              <a:t>Member 4 — Workstream 4, spatial errors. This plot shows the held-out locations colored by Euclidean prediction error. It helps show where errors occur in the coordinate space. Larger residuals appear at scattered positions rather than as one uniform offset. The plot uses the recorded coordinate values directly and is not a geographic basemap.</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held-out mean Euclidean error is 11.5836; median 7.4884; and 95th percentile 36.2126 reported coordinate units. The histogram compares internal validation and held-out errors and shows a right-skewed tail. The notebook’s meter label depends on an unverified coordinate reference system.</a:t>
            </a:r>
          </a:p>
          <a:p xmlns:a="http://schemas.openxmlformats.org/drawingml/2006/main">
            <a:r>
              <a:t/>
            </a:r>
          </a:p>
          <a:p xmlns:a="http://schemas.openxmlformats.org/drawingml/2006/main">
            <a:r>
              <a:t>Viva script:</a:t>
            </a:r>
          </a:p>
          <a:p xmlns:a="http://schemas.openxmlformats.org/drawingml/2006/main">
            <a:r>
              <a:t>Member 4 — Workstream 4, error distribution. The mean Euclidean error is 11.58 coordinate units; the median is 7.49, and the 95th percentile is 36.21. Since the mean is higher than the median, a smaller number of large errors pulls the average upward. Reporting these together gives a clearer view of typical error and the longer error tail than the mean alone. Member 5 will show how we aligned the predictions and evaluated combined outcomes.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Member 5 joins task prediction files on source partition and row ID, verifies coverage and true labels, and recomputes the integrated task metrics. Joint building/floor correctness is then used to explain coordinate error across four groups. Sources: ML_05 integration notebook and saved integrated prediction tables.</a:t>
            </a:r>
          </a:p>
          <a:p xmlns:a="http://schemas.openxmlformats.org/drawingml/2006/main">
            <a:r>
              <a:t/>
            </a:r>
          </a:p>
          <a:p xmlns:a="http://schemas.openxmlformats.org/drawingml/2006/main">
            <a:r>
              <a:t>Viva script:</a:t>
            </a:r>
          </a:p>
          <a:p xmlns:a="http://schemas.openxmlformats.org/drawingml/2006/main">
            <a:r>
              <a:t>Member 5 — Workstream 5, integration. Each model produces predictions separately, so our integration notebook first checks that those predictions refer to the same observations. It joins results using the source partition and stable row ID, then verifies row coverage and true-label agreement. It independently recomputes the task metrics from the row-level predictions. This makes the integrated results traceable and checks that the building, floor, and coordinate results are aligned.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integrated summary compares held-out building and floor accuracy with longitude MAE, latitude MAE, and mean Euclidean error. These metrics are not directly comparable because the classifications are proportions and the coordinate measures are distances. Source: ml_05_heldout_metric_comparison.png and AML summary metrics table.</a:t>
            </a:r>
          </a:p>
          <a:p xmlns:a="http://schemas.openxmlformats.org/drawingml/2006/main">
            <a:r>
              <a:t/>
            </a:r>
          </a:p>
          <a:p xmlns:a="http://schemas.openxmlformats.org/drawingml/2006/main">
            <a:r>
              <a:t>Viva script:</a:t>
            </a:r>
          </a:p>
          <a:p xmlns:a="http://schemas.openxmlformats.org/drawingml/2006/main">
            <a:r>
              <a:t>Member 5 — Workstream 5, integrated metrics. The integrated view brings together the held-out building accuracy of 99.73 percent, floor accuracy of 88.93 percent, and mean Euclidean coordinate error of 11.58 reported units. These measures describe different tasks and have different meanings, so we should not compare their raw values directly.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Of 1,111 held-out records, 986 (88.75%) have both building and floor correct and mean coordinate error 10.00 reported units. 122 records have building correct and floor wrong; two have building wrong and floor correct; one has both wrong. Tiny groups are descriptive only. Source: hierarchical breakdown CSV and figure.</a:t>
            </a:r>
          </a:p>
          <a:p xmlns:a="http://schemas.openxmlformats.org/drawingml/2006/main">
            <a:r>
              <a:t/>
            </a:r>
          </a:p>
          <a:p xmlns:a="http://schemas.openxmlformats.org/drawingml/2006/main">
            <a:r>
              <a:t>Viva script:</a:t>
            </a:r>
          </a:p>
          <a:p xmlns:a="http://schemas.openxmlformats.org/drawingml/2006/main">
            <a:r>
              <a:t>Member 5 — Workstream 5, hierarchical analysis. Because building and floor are predicted independently, a correct floor code does not necessarily mean the building-floor location is correct. Both building and floor were correct for 986 of 1,111 held-out rows, or 88.75 percent. Within that group, mean coordinate error was 10.00 units. The other outcome groups are much smaller, so their average errors should be treated as descriptive rather than stable estimates.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Conclude with the three held-out results and their limits. Building accuracy 99.73%; floor accuracy 88.93%; mean Euclidean coordinate error 11.58 reported units. Exact WAP vectors recur between internal train and internal validation, and coordinate pairs repeat across development and held-out partitions. These results should not be claimed as unseen-fingerprint or unseen-position performance. CRS/metre interpretation also remains unverified.</a:t>
            </a:r>
          </a:p>
          <a:p xmlns:a="http://schemas.openxmlformats.org/drawingml/2006/main">
            <a:r>
              <a:t/>
            </a:r>
          </a:p>
          <a:p xmlns:a="http://schemas.openxmlformats.org/drawingml/2006/main">
            <a:r>
              <a:t>Viva script:</a:t>
            </a:r>
          </a:p>
          <a:p xmlns:a="http://schemas.openxmlformats.org/drawingml/2006/main">
            <a:r>
              <a:t>Member 5 — Conclusion. To conclude, our pipeline uses one shared, missing-aware signal representation and three task-specific Random Forest models. On the supplied held-out partition, building accuracy is 99.73 percent, floor accuracy is 88.93 percent, and mean Euclidean coordinate error is 11.58 reported units. The work demonstrates an auditable evaluation under this partition. It does not establish performance on wholly unseen fingerprints or positions, and the coordinate reference remains unverified. Repeated fingerprints or coordinates may occur across partitions, and the model search used one internal split without repeated cross-validation or confidence intervals.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Reference list. DOI links: https://doi.org/10.24432/C5MS59 ; https://doi.org/10.1109/IPIN.2014.7275492 ; https://doi.org/10.1023/A:1010933404324 . Project implementation is in the Signal2Space repository, especially the AML notebooks 01–05 and data/figures, data/tables, data/processed.</a:t>
            </a:r>
          </a:p>
          <a:p xmlns:a="http://schemas.openxmlformats.org/drawingml/2006/main">
            <a:r>
              <a:t/>
            </a:r>
          </a:p>
          <a:p xmlns:a="http://schemas.openxmlformats.org/drawingml/2006/main">
            <a:r>
              <a:t>Viva script:</a:t>
            </a:r>
          </a:p>
          <a:p xmlns:a="http://schemas.openxmlformats.org/drawingml/2006/main">
            <a:r>
              <a:t>Member 5 — References. Our work draws on the UJIIndoorLoc dataset and its dataset paper, and on the Random Forest method paper. The references on this slide identify the sources used for the project.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Invite questions. Use the next slide for source references.</a:t>
            </a:r>
          </a:p>
          <a:p xmlns:a="http://schemas.openxmlformats.org/drawingml/2006/main">
            <a:r>
              <a:t/>
            </a:r>
          </a:p>
          <a:p xmlns:a="http://schemas.openxmlformats.org/drawingml/2006/main">
            <a:r>
              <a:t>Viva script:</a:t>
            </a:r>
          </a:p>
          <a:p xmlns:a="http://schemas.openxmlformats.org/drawingml/2006/main">
            <a:r>
              <a:t>Member 5 — Close. Thank you for listening. We’re ready for your questions.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e2a88c40af7b47b5" /></Relationship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6a603624ff3c4784" /></Relationships>
</file>

<file path=ppt/slideLayouts/_rels/slideLayout3.xml.rels>&#65279;<?xml version="1.0" encoding="utf-8"?><Relationships xmlns="http://schemas.openxmlformats.org/package/2006/relationships"><Relationship Type="http://schemas.openxmlformats.org/officeDocument/2006/relationships/slideMaster" Target="/ppt/slideMasters/slideMaster1.xml" Id="Raa2cdbd53b0c4c87" /></Relationships>
</file>

<file path=ppt/slideLayouts/_rels/slideLayout4.xml.rels>&#65279;<?xml version="1.0" encoding="utf-8"?><Relationships xmlns="http://schemas.openxmlformats.org/package/2006/relationships"><Relationship Type="http://schemas.openxmlformats.org/officeDocument/2006/relationships/slideMaster" Target="/ppt/slideMasters/slideMaster1.xml" Id="R974d5d74fcfb40b7" /></Relationships>
</file>

<file path=ppt/slideLayouts/_rels/slideLayout5.xml.rels>&#65279;<?xml version="1.0" encoding="utf-8"?><Relationships xmlns="http://schemas.openxmlformats.org/package/2006/relationships"><Relationship Type="http://schemas.openxmlformats.org/officeDocument/2006/relationships/slideMaster" Target="/ppt/slideMasters/slideMaster1.xml" Id="R975d8fb926db4831" /></Relationships>
</file>

<file path=ppt/slideLayouts/_rels/slideLayout6.xml.rels>&#65279;<?xml version="1.0" encoding="utf-8"?><Relationships xmlns="http://schemas.openxmlformats.org/package/2006/relationships"><Relationship Type="http://schemas.openxmlformats.org/officeDocument/2006/relationships/slideMaster" Target="/ppt/slideMasters/slideMaster1.xml" Id="R3a375565eb9d4bdb"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3CA95DCA-9050-4DCA-8DB6-518E3F6770EC}"/>
              </a:ext>
            </a:extLst>
          </p:cNvPr>
          <p:cNvSpPr>
            <a:spLocks xmlns:a="http://schemas.openxmlformats.org/drawingml/2006/main" noGrp="1"/>
          </p:cNvSpPr>
          <p:nvPr>
            <p:ph type="title" idx="0"/>
          </p:nvPr>
        </p:nvSpPr>
        <p:spPr>
          <a:xfrm xmlns:a="http://schemas.openxmlformats.org/drawingml/2006/main">
            <a:off x="1219200" y="2590800"/>
            <a:ext cx="9753600" cy="9906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800" b="1">
                <a:solidFill>
                  <a:schemeClr val="tx1"/>
                </a:solidFill>
                <a:latin typeface="+mj-lt"/>
                <a:ea typeface="+mj-lt"/>
                <a:cs typeface="+mj-lt"/>
              </a:defRPr>
            </a:defPPr>
            <a:lvl1pPr marL="0" indent="0" algn="ctr">
              <a:lnSpc>
                <a:spcPct val="110000"/>
              </a:lnSpc>
              <a:spcBef>
                <a:spcPts val="0"/>
              </a:spcBef>
              <a:spcAft>
                <a:spcPts val="0"/>
              </a:spcAft>
              <a:buNone/>
              <a:defRPr sz="4800" b="1">
                <a:solidFill>
                  <a:schemeClr val="tx1"/>
                </a:solidFill>
                <a:latin typeface="+mj-lt"/>
                <a:ea typeface="+mj-lt"/>
                <a:cs typeface="+mj-lt"/>
              </a:defRPr>
            </a:lvl1pPr>
            <a:lvl2pPr marL="0" indent="0" algn="ctr">
              <a:lnSpc>
                <a:spcPct val="110000"/>
              </a:lnSpc>
              <a:spcBef>
                <a:spcPts val="0"/>
              </a:spcBef>
              <a:spcAft>
                <a:spcPts val="0"/>
              </a:spcAft>
              <a:buNone/>
              <a:defRPr sz="4800" b="1">
                <a:solidFill>
                  <a:schemeClr val="tx1"/>
                </a:solidFill>
                <a:latin typeface="+mj-lt"/>
                <a:ea typeface="+mj-lt"/>
                <a:cs typeface="+mj-lt"/>
              </a:defRPr>
            </a:lvl2pPr>
            <a:lvl3pPr marL="0" indent="0" algn="ctr">
              <a:lnSpc>
                <a:spcPct val="110000"/>
              </a:lnSpc>
              <a:spcBef>
                <a:spcPts val="0"/>
              </a:spcBef>
              <a:spcAft>
                <a:spcPts val="0"/>
              </a:spcAft>
              <a:buNone/>
              <a:defRPr sz="4800" b="1">
                <a:solidFill>
                  <a:schemeClr val="tx1"/>
                </a:solidFill>
                <a:latin typeface="+mj-lt"/>
                <a:ea typeface="+mj-lt"/>
                <a:cs typeface="+mj-lt"/>
              </a:defRPr>
            </a:lvl3pPr>
            <a:lvl4pPr marL="0" indent="0" algn="ctr">
              <a:lnSpc>
                <a:spcPct val="110000"/>
              </a:lnSpc>
              <a:spcBef>
                <a:spcPts val="0"/>
              </a:spcBef>
              <a:spcAft>
                <a:spcPts val="0"/>
              </a:spcAft>
              <a:buNone/>
              <a:defRPr sz="4800" b="1">
                <a:solidFill>
                  <a:schemeClr val="tx1"/>
                </a:solidFill>
                <a:latin typeface="+mj-lt"/>
                <a:ea typeface="+mj-lt"/>
                <a:cs typeface="+mj-lt"/>
              </a:defRPr>
            </a:lvl4pPr>
            <a:lvl5pPr marL="0" indent="0" algn="ctr">
              <a:lnSpc>
                <a:spcPct val="110000"/>
              </a:lnSpc>
              <a:spcBef>
                <a:spcPts val="0"/>
              </a:spcBef>
              <a:spcAft>
                <a:spcPts val="0"/>
              </a:spcAft>
              <a:buNone/>
              <a:defRPr sz="4800" b="1">
                <a:solidFill>
                  <a:schemeClr val="tx1"/>
                </a:solidFill>
                <a:latin typeface="+mj-lt"/>
                <a:ea typeface="+mj-lt"/>
                <a:cs typeface="+mj-lt"/>
              </a:defRPr>
            </a:lvl5pPr>
            <a:lvl6pPr marL="0" indent="0" algn="ctr">
              <a:lnSpc>
                <a:spcPct val="110000"/>
              </a:lnSpc>
              <a:spcBef>
                <a:spcPts val="0"/>
              </a:spcBef>
              <a:spcAft>
                <a:spcPts val="0"/>
              </a:spcAft>
              <a:buNone/>
              <a:defRPr sz="4800" b="1">
                <a:solidFill>
                  <a:schemeClr val="tx1"/>
                </a:solidFill>
                <a:latin typeface="+mj-lt"/>
                <a:ea typeface="+mj-lt"/>
                <a:cs typeface="+mj-lt"/>
              </a:defRPr>
            </a:lvl6pPr>
            <a:lvl7pPr marL="0" indent="0" algn="ctr">
              <a:lnSpc>
                <a:spcPct val="110000"/>
              </a:lnSpc>
              <a:spcBef>
                <a:spcPts val="0"/>
              </a:spcBef>
              <a:spcAft>
                <a:spcPts val="0"/>
              </a:spcAft>
              <a:buNone/>
              <a:defRPr sz="4800" b="1">
                <a:solidFill>
                  <a:schemeClr val="tx1"/>
                </a:solidFill>
                <a:latin typeface="+mj-lt"/>
                <a:ea typeface="+mj-lt"/>
                <a:cs typeface="+mj-lt"/>
              </a:defRPr>
            </a:lvl7pPr>
            <a:lvl8pPr marL="0" indent="0" algn="ctr">
              <a:lnSpc>
                <a:spcPct val="110000"/>
              </a:lnSpc>
              <a:spcBef>
                <a:spcPts val="0"/>
              </a:spcBef>
              <a:spcAft>
                <a:spcPts val="0"/>
              </a:spcAft>
              <a:buNone/>
              <a:defRPr sz="4800" b="1">
                <a:solidFill>
                  <a:schemeClr val="tx1"/>
                </a:solidFill>
                <a:latin typeface="+mj-lt"/>
                <a:ea typeface="+mj-lt"/>
                <a:cs typeface="+mj-lt"/>
              </a:defRPr>
            </a:lvl8pPr>
            <a:lvl9pPr marL="0" indent="0" algn="ctr">
              <a:lnSpc>
                <a:spcPct val="110000"/>
              </a:lnSpc>
              <a:spcBef>
                <a:spcPts val="0"/>
              </a:spcBef>
              <a:spcAft>
                <a:spcPts val="0"/>
              </a:spcAft>
              <a:buNone/>
              <a:defRPr sz="4800" b="1">
                <a:solidFill>
                  <a:schemeClr val="tx1"/>
                </a:solidFill>
                <a:latin typeface="+mj-lt"/>
                <a:ea typeface="+mj-lt"/>
                <a:cs typeface="+mj-lt"/>
              </a:defRPr>
            </a:lvl9pPr>
          </a:lstStyle>
          <a:p xmlns:a="http://schemas.openxmlformats.org/drawingml/2006/main">
            <a:endParaRPr/>
          </a:p>
        </p:txBody>
      </p:sp>
      <p:sp>
        <p:nvSpPr>
          <p:cNvPr id="2" name="Subtitle">
            <a:extLst xmlns:a="http://schemas.openxmlformats.org/drawingml/2006/main">
              <a:ext uri="{FF2B5EF4-FFF2-40B4-BE49-F238E27FC236}">
                <a16:creationId xmlns:a16="http://schemas.microsoft.com/office/drawing/2014/main" id="{575647E1-83C5-49CD-B161-EB76E72752AC}"/>
              </a:ext>
            </a:extLst>
          </p:cNvPr>
          <p:cNvSpPr>
            <a:spLocks xmlns:a="http://schemas.openxmlformats.org/drawingml/2006/main" noGrp="1"/>
          </p:cNvSpPr>
          <p:nvPr>
            <p:ph type="subTitle" idx="1"/>
          </p:nvPr>
        </p:nvSpPr>
        <p:spPr>
          <a:xfrm xmlns:a="http://schemas.openxmlformats.org/drawingml/2006/main">
            <a:off x="1828800" y="3771900"/>
            <a:ext cx="8534400" cy="762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2100" b="0">
                <a:solidFill>
                  <a:schemeClr val="tx1"/>
                </a:solidFill>
                <a:latin typeface="+mn-lt"/>
                <a:ea typeface="+mn-lt"/>
                <a:cs typeface="+mn-lt"/>
              </a:defRPr>
            </a:defPPr>
            <a:lvl1pPr marL="0" indent="0" algn="ctr">
              <a:lnSpc>
                <a:spcPct val="110000"/>
              </a:lnSpc>
              <a:spcBef>
                <a:spcPts val="0"/>
              </a:spcBef>
              <a:spcAft>
                <a:spcPts val="0"/>
              </a:spcAft>
              <a:buNone/>
              <a:defRPr sz="2100" b="0">
                <a:solidFill>
                  <a:schemeClr val="tx1"/>
                </a:solidFill>
                <a:latin typeface="+mn-lt"/>
                <a:ea typeface="+mn-lt"/>
                <a:cs typeface="+mn-lt"/>
              </a:defRPr>
            </a:lvl1pPr>
            <a:lvl2pPr marL="0" indent="0" algn="ctr">
              <a:lnSpc>
                <a:spcPct val="110000"/>
              </a:lnSpc>
              <a:spcBef>
                <a:spcPts val="0"/>
              </a:spcBef>
              <a:spcAft>
                <a:spcPts val="0"/>
              </a:spcAft>
              <a:buNone/>
              <a:defRPr sz="2100" b="0">
                <a:solidFill>
                  <a:schemeClr val="tx1"/>
                </a:solidFill>
                <a:latin typeface="+mn-lt"/>
                <a:ea typeface="+mn-lt"/>
                <a:cs typeface="+mn-lt"/>
              </a:defRPr>
            </a:lvl2pPr>
            <a:lvl3pPr marL="0" indent="0" algn="ctr">
              <a:lnSpc>
                <a:spcPct val="110000"/>
              </a:lnSpc>
              <a:spcBef>
                <a:spcPts val="0"/>
              </a:spcBef>
              <a:spcAft>
                <a:spcPts val="0"/>
              </a:spcAft>
              <a:buNone/>
              <a:defRPr sz="2100" b="0">
                <a:solidFill>
                  <a:schemeClr val="tx1"/>
                </a:solidFill>
                <a:latin typeface="+mn-lt"/>
                <a:ea typeface="+mn-lt"/>
                <a:cs typeface="+mn-lt"/>
              </a:defRPr>
            </a:lvl3pPr>
            <a:lvl4pPr marL="0" indent="0" algn="ctr">
              <a:lnSpc>
                <a:spcPct val="110000"/>
              </a:lnSpc>
              <a:spcBef>
                <a:spcPts val="0"/>
              </a:spcBef>
              <a:spcAft>
                <a:spcPts val="0"/>
              </a:spcAft>
              <a:buNone/>
              <a:defRPr sz="2100" b="0">
                <a:solidFill>
                  <a:schemeClr val="tx1"/>
                </a:solidFill>
                <a:latin typeface="+mn-lt"/>
                <a:ea typeface="+mn-lt"/>
                <a:cs typeface="+mn-lt"/>
              </a:defRPr>
            </a:lvl4pPr>
            <a:lvl5pPr marL="0" indent="0" algn="ctr">
              <a:lnSpc>
                <a:spcPct val="110000"/>
              </a:lnSpc>
              <a:spcBef>
                <a:spcPts val="0"/>
              </a:spcBef>
              <a:spcAft>
                <a:spcPts val="0"/>
              </a:spcAft>
              <a:buNone/>
              <a:defRPr sz="2100" b="0">
                <a:solidFill>
                  <a:schemeClr val="tx1"/>
                </a:solidFill>
                <a:latin typeface="+mn-lt"/>
                <a:ea typeface="+mn-lt"/>
                <a:cs typeface="+mn-lt"/>
              </a:defRPr>
            </a:lvl5pPr>
            <a:lvl6pPr marL="0" indent="0" algn="ctr">
              <a:lnSpc>
                <a:spcPct val="110000"/>
              </a:lnSpc>
              <a:spcBef>
                <a:spcPts val="0"/>
              </a:spcBef>
              <a:spcAft>
                <a:spcPts val="0"/>
              </a:spcAft>
              <a:buNone/>
              <a:defRPr sz="2100" b="0">
                <a:solidFill>
                  <a:schemeClr val="tx1"/>
                </a:solidFill>
                <a:latin typeface="+mn-lt"/>
                <a:ea typeface="+mn-lt"/>
                <a:cs typeface="+mn-lt"/>
              </a:defRPr>
            </a:lvl6pPr>
            <a:lvl7pPr marL="0" indent="0" algn="ctr">
              <a:lnSpc>
                <a:spcPct val="110000"/>
              </a:lnSpc>
              <a:spcBef>
                <a:spcPts val="0"/>
              </a:spcBef>
              <a:spcAft>
                <a:spcPts val="0"/>
              </a:spcAft>
              <a:buNone/>
              <a:defRPr sz="2100" b="0">
                <a:solidFill>
                  <a:schemeClr val="tx1"/>
                </a:solidFill>
                <a:latin typeface="+mn-lt"/>
                <a:ea typeface="+mn-lt"/>
                <a:cs typeface="+mn-lt"/>
              </a:defRPr>
            </a:lvl7pPr>
            <a:lvl8pPr marL="0" indent="0" algn="ctr">
              <a:lnSpc>
                <a:spcPct val="110000"/>
              </a:lnSpc>
              <a:spcBef>
                <a:spcPts val="0"/>
              </a:spcBef>
              <a:spcAft>
                <a:spcPts val="0"/>
              </a:spcAft>
              <a:buNone/>
              <a:defRPr sz="2100" b="0">
                <a:solidFill>
                  <a:schemeClr val="tx1"/>
                </a:solidFill>
                <a:latin typeface="+mn-lt"/>
                <a:ea typeface="+mn-lt"/>
                <a:cs typeface="+mn-lt"/>
              </a:defRPr>
            </a:lvl8pPr>
            <a:lvl9pPr marL="0" indent="0" algn="ctr">
              <a:lnSpc>
                <a:spcPct val="110000"/>
              </a:lnSpc>
              <a:spcBef>
                <a:spcPts val="0"/>
              </a:spcBef>
              <a:spcAft>
                <a:spcPts val="0"/>
              </a:spcAft>
              <a:buNone/>
              <a:defRPr sz="2100" b="0">
                <a:solidFill>
                  <a:schemeClr val="tx1"/>
                </a:solidFill>
                <a:latin typeface="+mn-lt"/>
                <a:ea typeface="+mn-lt"/>
                <a:cs typeface="+mn-lt"/>
              </a:defRPr>
            </a:lvl9pPr>
          </a:lstStyle>
          <a:p xmlns:a="http://schemas.openxmlformats.org/drawingml/2006/main">
            <a:endParaRPr/>
          </a:p>
        </p:txBody>
      </p:sp>
    </p:spTree>
  </p:cSld>
</p:sldLayout>
</file>

<file path=ppt/slideLayouts/slideLayout2.xml><?xml version="1.0" encoding="utf-8"?>
<p:sldLayout xmlns:p="http://schemas.openxmlformats.org/presentationml/2006/main">
  <p:cSld name="Section Header">
    <p:spTree>
      <p:nvGrpSpPr>
        <p:cNvPr id="1" name=""/>
        <p:cNvGrpSpPr/>
        <p:nvPr/>
      </p:nvGrpSpPr>
      <p:grpSpPr>
        <a:xfrm xmlns:a="http://schemas.openxmlformats.org/drawingml/2006/main"/>
      </p:grpSpPr>
      <p:sp>
        <p:nvSpPr>
          <p:cNvPr id="2" name="Section title">
            <a:extLst xmlns:a="http://schemas.openxmlformats.org/drawingml/2006/main">
              <a:ext uri="{FF2B5EF4-FFF2-40B4-BE49-F238E27FC236}">
                <a16:creationId xmlns:a16="http://schemas.microsoft.com/office/drawing/2014/main" id="{895F3DAA-0CC5-4816-9037-2066678843C6}"/>
              </a:ext>
            </a:extLst>
          </p:cNvPr>
          <p:cNvSpPr>
            <a:spLocks xmlns:a="http://schemas.openxmlformats.org/drawingml/2006/main" noGrp="1"/>
          </p:cNvSpPr>
          <p:nvPr>
            <p:ph type="title" idx="0"/>
          </p:nvPr>
        </p:nvSpPr>
        <p:spPr>
          <a:xfrm xmlns:a="http://schemas.openxmlformats.org/drawingml/2006/main">
            <a:off x="1219200" y="2857500"/>
            <a:ext cx="9753600" cy="1143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200" b="1">
                <a:solidFill>
                  <a:schemeClr val="tx1"/>
                </a:solidFill>
                <a:latin typeface="+mj-lt"/>
                <a:ea typeface="+mj-lt"/>
                <a:cs typeface="+mj-lt"/>
              </a:defRPr>
            </a:defPPr>
            <a:lvl1pPr marL="0" indent="0" algn="ctr">
              <a:lnSpc>
                <a:spcPct val="110000"/>
              </a:lnSpc>
              <a:spcBef>
                <a:spcPts val="0"/>
              </a:spcBef>
              <a:spcAft>
                <a:spcPts val="0"/>
              </a:spcAft>
              <a:buNone/>
              <a:defRPr sz="4200" b="1">
                <a:solidFill>
                  <a:schemeClr val="tx1"/>
                </a:solidFill>
                <a:latin typeface="+mj-lt"/>
                <a:ea typeface="+mj-lt"/>
                <a:cs typeface="+mj-lt"/>
              </a:defRPr>
            </a:lvl1pPr>
            <a:lvl2pPr marL="0" indent="0" algn="ctr">
              <a:lnSpc>
                <a:spcPct val="110000"/>
              </a:lnSpc>
              <a:spcBef>
                <a:spcPts val="0"/>
              </a:spcBef>
              <a:spcAft>
                <a:spcPts val="0"/>
              </a:spcAft>
              <a:buNone/>
              <a:defRPr sz="4200" b="1">
                <a:solidFill>
                  <a:schemeClr val="tx1"/>
                </a:solidFill>
                <a:latin typeface="+mj-lt"/>
                <a:ea typeface="+mj-lt"/>
                <a:cs typeface="+mj-lt"/>
              </a:defRPr>
            </a:lvl2pPr>
            <a:lvl3pPr marL="0" indent="0" algn="ctr">
              <a:lnSpc>
                <a:spcPct val="110000"/>
              </a:lnSpc>
              <a:spcBef>
                <a:spcPts val="0"/>
              </a:spcBef>
              <a:spcAft>
                <a:spcPts val="0"/>
              </a:spcAft>
              <a:buNone/>
              <a:defRPr sz="4200" b="1">
                <a:solidFill>
                  <a:schemeClr val="tx1"/>
                </a:solidFill>
                <a:latin typeface="+mj-lt"/>
                <a:ea typeface="+mj-lt"/>
                <a:cs typeface="+mj-lt"/>
              </a:defRPr>
            </a:lvl3pPr>
            <a:lvl4pPr marL="0" indent="0" algn="ctr">
              <a:lnSpc>
                <a:spcPct val="110000"/>
              </a:lnSpc>
              <a:spcBef>
                <a:spcPts val="0"/>
              </a:spcBef>
              <a:spcAft>
                <a:spcPts val="0"/>
              </a:spcAft>
              <a:buNone/>
              <a:defRPr sz="4200" b="1">
                <a:solidFill>
                  <a:schemeClr val="tx1"/>
                </a:solidFill>
                <a:latin typeface="+mj-lt"/>
                <a:ea typeface="+mj-lt"/>
                <a:cs typeface="+mj-lt"/>
              </a:defRPr>
            </a:lvl4pPr>
            <a:lvl5pPr marL="0" indent="0" algn="ctr">
              <a:lnSpc>
                <a:spcPct val="110000"/>
              </a:lnSpc>
              <a:spcBef>
                <a:spcPts val="0"/>
              </a:spcBef>
              <a:spcAft>
                <a:spcPts val="0"/>
              </a:spcAft>
              <a:buNone/>
              <a:defRPr sz="4200" b="1">
                <a:solidFill>
                  <a:schemeClr val="tx1"/>
                </a:solidFill>
                <a:latin typeface="+mj-lt"/>
                <a:ea typeface="+mj-lt"/>
                <a:cs typeface="+mj-lt"/>
              </a:defRPr>
            </a:lvl5pPr>
            <a:lvl6pPr marL="0" indent="0" algn="ctr">
              <a:lnSpc>
                <a:spcPct val="110000"/>
              </a:lnSpc>
              <a:spcBef>
                <a:spcPts val="0"/>
              </a:spcBef>
              <a:spcAft>
                <a:spcPts val="0"/>
              </a:spcAft>
              <a:buNone/>
              <a:defRPr sz="4200" b="1">
                <a:solidFill>
                  <a:schemeClr val="tx1"/>
                </a:solidFill>
                <a:latin typeface="+mj-lt"/>
                <a:ea typeface="+mj-lt"/>
                <a:cs typeface="+mj-lt"/>
              </a:defRPr>
            </a:lvl6pPr>
            <a:lvl7pPr marL="0" indent="0" algn="ctr">
              <a:lnSpc>
                <a:spcPct val="110000"/>
              </a:lnSpc>
              <a:spcBef>
                <a:spcPts val="0"/>
              </a:spcBef>
              <a:spcAft>
                <a:spcPts val="0"/>
              </a:spcAft>
              <a:buNone/>
              <a:defRPr sz="4200" b="1">
                <a:solidFill>
                  <a:schemeClr val="tx1"/>
                </a:solidFill>
                <a:latin typeface="+mj-lt"/>
                <a:ea typeface="+mj-lt"/>
                <a:cs typeface="+mj-lt"/>
              </a:defRPr>
            </a:lvl7pPr>
            <a:lvl8pPr marL="0" indent="0" algn="ctr">
              <a:lnSpc>
                <a:spcPct val="110000"/>
              </a:lnSpc>
              <a:spcBef>
                <a:spcPts val="0"/>
              </a:spcBef>
              <a:spcAft>
                <a:spcPts val="0"/>
              </a:spcAft>
              <a:buNone/>
              <a:defRPr sz="4200" b="1">
                <a:solidFill>
                  <a:schemeClr val="tx1"/>
                </a:solidFill>
                <a:latin typeface="+mj-lt"/>
                <a:ea typeface="+mj-lt"/>
                <a:cs typeface="+mj-lt"/>
              </a:defRPr>
            </a:lvl8pPr>
            <a:lvl9pPr marL="0" indent="0" algn="ctr">
              <a:lnSpc>
                <a:spcPct val="110000"/>
              </a:lnSpc>
              <a:spcBef>
                <a:spcPts val="0"/>
              </a:spcBef>
              <a:spcAft>
                <a:spcPts val="0"/>
              </a:spcAft>
              <a:buNone/>
              <a:defRPr sz="4200" b="1">
                <a:solidFill>
                  <a:schemeClr val="tx1"/>
                </a:solidFill>
                <a:latin typeface="+mj-lt"/>
                <a:ea typeface="+mj-lt"/>
                <a:cs typeface="+mj-lt"/>
              </a:defRPr>
            </a:lvl9pPr>
          </a:lstStyle>
          <a:p xmlns:a="http://schemas.openxmlformats.org/drawingml/2006/main">
            <a:endParaRPr/>
          </a:p>
        </p:txBody>
      </p:sp>
    </p:spTree>
  </p:cSld>
</p:sldLayout>
</file>

<file path=ppt/slideLayouts/slideLayout3.xml><?xml version="1.0" encoding="utf-8"?>
<p:sldLayout xmlns:p="http://schemas.openxmlformats.org/presentationml/2006/main">
  <p:cSld name="Title and Body">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02A9CD9E-5CDF-4963-967C-2F23C744872F}"/>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a:endParaRPr/>
          </a:p>
        </p:txBody>
      </p:sp>
      <p:sp>
        <p:nvSpPr>
          <p:cNvPr id="2" name="Body">
            <a:extLst xmlns:a="http://schemas.openxmlformats.org/drawingml/2006/main">
              <a:ext uri="{FF2B5EF4-FFF2-40B4-BE49-F238E27FC236}">
                <a16:creationId xmlns:a16="http://schemas.microsoft.com/office/drawing/2014/main" id="{E6F1EBE8-908C-4497-9D6A-29A407A8CD8A}"/>
              </a:ext>
            </a:extLst>
          </p:cNvPr>
          <p:cNvSpPr>
            <a:spLocks xmlns:a="http://schemas.openxmlformats.org/drawingml/2006/main" noGrp="1"/>
          </p:cNvSpPr>
          <p:nvPr>
            <p:ph type="body" idx="1"/>
          </p:nvPr>
        </p:nvSpPr>
        <p:spPr>
          <a:xfrm xmlns:a="http://schemas.openxmlformats.org/drawingml/2006/main">
            <a:off x="685800" y="1905000"/>
            <a:ext cx="108204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a:endParaRPr/>
          </a:p>
        </p:txBody>
      </p:sp>
    </p:spTree>
  </p:cSld>
</p:sldLayout>
</file>

<file path=ppt/slideLayouts/slideLayout4.xml><?xml version="1.0" encoding="utf-8"?>
<p:sldLayout xmlns:p="http://schemas.openxmlformats.org/presentationml/2006/main">
  <p:cSld name="Title and Two Column">
    <p:spTree>
      <p:nvGrpSpPr>
        <p:cNvPr id="1" name=""/>
        <p:cNvGrpSpPr/>
        <p:nvPr/>
      </p:nvGrpSpPr>
      <p:grpSpPr>
        <a:xfrm xmlns:a="http://schemas.openxmlformats.org/drawingml/2006/main"/>
      </p:grpSpPr>
      <p:sp>
        <p:nvSpPr>
          <p:cNvPr id="4" name="Title">
            <a:extLst xmlns:a="http://schemas.openxmlformats.org/drawingml/2006/main">
              <a:ext uri="{FF2B5EF4-FFF2-40B4-BE49-F238E27FC236}">
                <a16:creationId xmlns:a16="http://schemas.microsoft.com/office/drawing/2014/main" id="{CB40B88A-2F21-4B96-B535-52C6B687E4EC}"/>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a:endParaRPr/>
          </a:p>
        </p:txBody>
      </p:sp>
      <p:sp>
        <p:nvSpPr>
          <p:cNvPr id="2" name="Left column">
            <a:extLst xmlns:a="http://schemas.openxmlformats.org/drawingml/2006/main">
              <a:ext uri="{FF2B5EF4-FFF2-40B4-BE49-F238E27FC236}">
                <a16:creationId xmlns:a16="http://schemas.microsoft.com/office/drawing/2014/main" id="{15C3209F-457B-4F1E-AE8B-951506832812}"/>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a:endParaRPr/>
          </a:p>
        </p:txBody>
      </p:sp>
      <p:sp>
        <p:nvSpPr>
          <p:cNvPr id="3" name="Right column">
            <a:extLst xmlns:a="http://schemas.openxmlformats.org/drawingml/2006/main">
              <a:ext uri="{FF2B5EF4-FFF2-40B4-BE49-F238E27FC236}">
                <a16:creationId xmlns:a16="http://schemas.microsoft.com/office/drawing/2014/main" id="{F09B67AF-25B4-4542-852D-8CC1ADE76454}"/>
              </a:ext>
            </a:extLst>
          </p:cNvPr>
          <p:cNvSpPr>
            <a:spLocks xmlns:a="http://schemas.openxmlformats.org/drawingml/2006/main" noGrp="1"/>
          </p:cNvSpPr>
          <p:nvPr>
            <p:ph type="body" idx="2"/>
          </p:nvPr>
        </p:nvSpPr>
        <p:spPr>
          <a:xfrm xmlns:a="http://schemas.openxmlformats.org/drawingml/2006/main">
            <a:off x="64770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a:endParaRPr/>
          </a:p>
        </p:txBody>
      </p:sp>
    </p:spTree>
  </p:cSld>
</p:sldLayout>
</file>

<file path=ppt/slideLayouts/slideLayout5.xml><?xml version="1.0" encoding="utf-8"?>
<p:sldLayout xmlns:p="http://schemas.openxmlformats.org/presentationml/2006/main">
  <p:cSld name="Title and One Column">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11831005-48F6-4205-BCF4-9572E0D19E84}"/>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a:endParaRPr/>
          </a:p>
        </p:txBody>
      </p:sp>
      <p:sp>
        <p:nvSpPr>
          <p:cNvPr id="2" name="Left column">
            <a:extLst xmlns:a="http://schemas.openxmlformats.org/drawingml/2006/main">
              <a:ext uri="{FF2B5EF4-FFF2-40B4-BE49-F238E27FC236}">
                <a16:creationId xmlns:a16="http://schemas.microsoft.com/office/drawing/2014/main" id="{014038AE-3B26-4CED-A822-9ECE8EC9F673}"/>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a:endParaRPr/>
          </a:p>
        </p:txBody>
      </p:sp>
    </p:spTree>
  </p:cSld>
</p:sldLayout>
</file>

<file path=ppt/slideLayouts/slideLayout6.xml><?xml version="1.0" encoding="utf-8"?>
<p:sldLayout xmlns:p="http://schemas.openxmlformats.org/presentationml/2006/main" type="blank">
  <p:cSld name="Blank">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136b18cd25ab4ef2" /><Relationship Type="http://schemas.openxmlformats.org/officeDocument/2006/relationships/slideLayout" Target="/ppt/slideLayouts/slideLayout1.xml" Id="R475fdb8ae2a04fb4" /><Relationship Type="http://schemas.openxmlformats.org/officeDocument/2006/relationships/slideLayout" Target="/ppt/slideLayouts/slideLayout2.xml" Id="R88c43332a635464f" /><Relationship Type="http://schemas.openxmlformats.org/officeDocument/2006/relationships/slideLayout" Target="/ppt/slideLayouts/slideLayout3.xml" Id="Rb6bf73083a514b1b" /><Relationship Type="http://schemas.openxmlformats.org/officeDocument/2006/relationships/slideLayout" Target="/ppt/slideLayouts/slideLayout4.xml" Id="Rb79c3a8250914dcf" /><Relationship Type="http://schemas.openxmlformats.org/officeDocument/2006/relationships/slideLayout" Target="/ppt/slideLayouts/slideLayout5.xml" Id="R636ea19bf5f346f0" /><Relationship Type="http://schemas.openxmlformats.org/officeDocument/2006/relationships/slideLayout" Target="/ppt/slideLayouts/slideLayout6.xml" Id="Re4dcd9c3f4624c2d"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475fdb8ae2a04fb4"/>
    <p:sldLayoutId xmlns:r="http://schemas.openxmlformats.org/officeDocument/2006/relationships" id="2147483650" r:id="R88c43332a635464f"/>
    <p:sldLayoutId xmlns:r="http://schemas.openxmlformats.org/officeDocument/2006/relationships" id="2147483651" r:id="Rb6bf73083a514b1b"/>
    <p:sldLayoutId xmlns:r="http://schemas.openxmlformats.org/officeDocument/2006/relationships" id="2147483652" r:id="Rb79c3a8250914dcf"/>
    <p:sldLayoutId xmlns:r="http://schemas.openxmlformats.org/officeDocument/2006/relationships" id="2147483653" r:id="R636ea19bf5f346f0"/>
    <p:sldLayoutId xmlns:r="http://schemas.openxmlformats.org/officeDocument/2006/relationships" id="2147483654" r:id="Re4dcd9c3f4624c2d"/>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6.xml" Id="R870f22b24d024d1c" /><Relationship Type="http://schemas.openxmlformats.org/officeDocument/2006/relationships/notesSlide" Target="/ppt/notesSlides/notesSlide1.xml" Id="Rce0dd0c216a14196" /></Relationships>
</file>

<file path=ppt/slides/_rels/slide2.xml.rels>&#65279;<?xml version="1.0" encoding="utf-8"?><Relationships xmlns="http://schemas.openxmlformats.org/package/2006/relationships"><Relationship Type="http://schemas.openxmlformats.org/officeDocument/2006/relationships/slideLayout" Target="/ppt/slideLayouts/slideLayout6.xml" Id="R744cd67719684e38" /><Relationship Type="http://schemas.openxmlformats.org/officeDocument/2006/relationships/notesSlide" Target="/ppt/notesSlides/notesSlide2.xml" Id="R86a8900d4f6c49a4" /></Relationships>
</file>

<file path=ppt/slides/_rels/slide3.xml.rels>&#65279;<?xml version="1.0" encoding="utf-8"?><Relationships xmlns="http://schemas.openxmlformats.org/package/2006/relationships"><Relationship Type="http://schemas.openxmlformats.org/officeDocument/2006/relationships/slideLayout" Target="/ppt/slideLayouts/slideLayout6.xml" Id="R87f13a3be52a4751" /><Relationship Type="http://schemas.openxmlformats.org/officeDocument/2006/relationships/notesSlide" Target="/ppt/notesSlides/notesSlide3.xml" Id="R77c0151de3f4410d" /></Relationships>
</file>

<file path=ppt/slides/_rels/slide4.xml.rels>&#65279;<?xml version="1.0" encoding="utf-8"?><Relationships xmlns="http://schemas.openxmlformats.org/package/2006/relationships"><Relationship Type="http://schemas.openxmlformats.org/officeDocument/2006/relationships/slideLayout" Target="/ppt/slideLayouts/slideLayout6.xml" Id="R1595e22add834ca1" /><Relationship Type="http://schemas.openxmlformats.org/officeDocument/2006/relationships/image" Target="/ppt/media/image.png" Id="R9197182a0fa649e5" /><Relationship Type="http://schemas.openxmlformats.org/officeDocument/2006/relationships/notesSlide" Target="/ppt/notesSlides/notesSlide4.xml" Id="R019b3ff9ad9c43ea" /></Relationships>
</file>

<file path=ppt/slides/_rels/slide5.xml.rels>&#65279;<?xml version="1.0" encoding="utf-8"?><Relationships xmlns="http://schemas.openxmlformats.org/package/2006/relationships"><Relationship Type="http://schemas.openxmlformats.org/officeDocument/2006/relationships/slideLayout" Target="/ppt/slideLayouts/slideLayout6.xml" Id="Rfcc3c33070724076" /><Relationship Type="http://schemas.openxmlformats.org/officeDocument/2006/relationships/notesSlide" Target="/ppt/notesSlides/notesSlide5.xml" Id="R2ae3aa7d2ef943d3" /></Relationships>
</file>

<file path=ppt/slides/_rels/slide6.xml.rels>&#65279;<?xml version="1.0" encoding="utf-8"?><Relationships xmlns="http://schemas.openxmlformats.org/package/2006/relationships"><Relationship Type="http://schemas.openxmlformats.org/officeDocument/2006/relationships/slideLayout" Target="/ppt/slideLayouts/slideLayout6.xml" Id="R84dd7d9c1c734d1f" /><Relationship Type="http://schemas.openxmlformats.org/officeDocument/2006/relationships/image" Target="/ppt/media/image2.png" Id="Rb348bd9dbc7045f8" /><Relationship Type="http://schemas.openxmlformats.org/officeDocument/2006/relationships/notesSlide" Target="/ppt/notesSlides/notesSlide6.xml" Id="R8f7fb011f0d542c3" /></Relationships>
</file>

<file path=ppt/slides/_rels/slide7.xml.rels>&#65279;<?xml version="1.0" encoding="utf-8"?><Relationships xmlns="http://schemas.openxmlformats.org/package/2006/relationships"><Relationship Type="http://schemas.openxmlformats.org/officeDocument/2006/relationships/slideLayout" Target="/ppt/slideLayouts/slideLayout6.xml" Id="R589da18fa405454f" /><Relationship Type="http://schemas.openxmlformats.org/officeDocument/2006/relationships/notesSlide" Target="/ppt/notesSlides/notesSlide7.xml" Id="R97593b6087ad4be0" /></Relationships>
</file>

<file path=ppt/slides/_rels/slide8.xml.rels>&#65279;<?xml version="1.0" encoding="utf-8"?><Relationships xmlns="http://schemas.openxmlformats.org/package/2006/relationships"><Relationship Type="http://schemas.openxmlformats.org/officeDocument/2006/relationships/slideLayout" Target="/ppt/slideLayouts/slideLayout6.xml" Id="R3645e6d62641472d" /><Relationship Type="http://schemas.openxmlformats.org/officeDocument/2006/relationships/image" Target="/ppt/media/image3.png" Id="R70f0105d43d74f88" /><Relationship Type="http://schemas.openxmlformats.org/officeDocument/2006/relationships/notesSlide" Target="/ppt/notesSlides/notesSlide8.xml" Id="Ra9ba26ecebf54987" /></Relationships>
</file>

<file path=ppt/slides/_rels/slide9.xml.rels>&#65279;<?xml version="1.0" encoding="utf-8"?><Relationships xmlns="http://schemas.openxmlformats.org/package/2006/relationships"><Relationship Type="http://schemas.openxmlformats.org/officeDocument/2006/relationships/slideLayout" Target="/ppt/slideLayouts/slideLayout6.xml" Id="R397e09172ece43e8" /><Relationship Type="http://schemas.openxmlformats.org/officeDocument/2006/relationships/image" Target="/ppt/media/image3.png" Id="R328bf11a778d429b" /><Relationship Type="http://schemas.openxmlformats.org/officeDocument/2006/relationships/notesSlide" Target="/ppt/notesSlides/notesSlide9.xml" Id="R1b2eb1f221e94ffb" /></Relationships>
</file>

<file path=ppt/slides/_rels/slide10.xml.rels>&#65279;<?xml version="1.0" encoding="utf-8"?><Relationships xmlns="http://schemas.openxmlformats.org/package/2006/relationships"><Relationship Type="http://schemas.openxmlformats.org/officeDocument/2006/relationships/slideLayout" Target="/ppt/slideLayouts/slideLayout6.xml" Id="R8753c769f4b64d63" /><Relationship Type="http://schemas.openxmlformats.org/officeDocument/2006/relationships/image" Target="/ppt/media/image2.png" Id="Re7a78c854cce48b9" /><Relationship Type="http://schemas.openxmlformats.org/officeDocument/2006/relationships/notesSlide" Target="/ppt/notesSlides/notesSlide10.xml" Id="R8c3d8218bc094838" /></Relationships>
</file>

<file path=ppt/slides/_rels/slide11.xml.rels>&#65279;<?xml version="1.0" encoding="utf-8"?><Relationships xmlns="http://schemas.openxmlformats.org/package/2006/relationships"><Relationship Type="http://schemas.openxmlformats.org/officeDocument/2006/relationships/slideLayout" Target="/ppt/slideLayouts/slideLayout6.xml" Id="R59a2f521a3824fcb" /><Relationship Type="http://schemas.openxmlformats.org/officeDocument/2006/relationships/image" Target="/ppt/media/image4.png" Id="R9cf38f8e79e141dc" /><Relationship Type="http://schemas.openxmlformats.org/officeDocument/2006/relationships/notesSlide" Target="/ppt/notesSlides/notesSlide11.xml" Id="Rbcb5ff4a059a406c" /></Relationships>
</file>

<file path=ppt/slides/_rels/slide12.xml.rels>&#65279;<?xml version="1.0" encoding="utf-8"?><Relationships xmlns="http://schemas.openxmlformats.org/package/2006/relationships"><Relationship Type="http://schemas.openxmlformats.org/officeDocument/2006/relationships/slideLayout" Target="/ppt/slideLayouts/slideLayout6.xml" Id="Rb09acd5d1e8c4233" /><Relationship Type="http://schemas.openxmlformats.org/officeDocument/2006/relationships/image" Target="/ppt/media/image2.png" Id="R32ac8414d5d047a7" /><Relationship Type="http://schemas.openxmlformats.org/officeDocument/2006/relationships/notesSlide" Target="/ppt/notesSlides/notesSlide12.xml" Id="R438118f3be574b79" /></Relationships>
</file>

<file path=ppt/slides/_rels/slide13.xml.rels>&#65279;<?xml version="1.0" encoding="utf-8"?><Relationships xmlns="http://schemas.openxmlformats.org/package/2006/relationships"><Relationship Type="http://schemas.openxmlformats.org/officeDocument/2006/relationships/slideLayout" Target="/ppt/slideLayouts/slideLayout6.xml" Id="Ra4b390946ae34cbe" /><Relationship Type="http://schemas.openxmlformats.org/officeDocument/2006/relationships/notesSlide" Target="/ppt/notesSlides/notesSlide13.xml" Id="R784757d3d84f4209" /></Relationships>
</file>

<file path=ppt/slides/_rels/slide14.xml.rels>&#65279;<?xml version="1.0" encoding="utf-8"?><Relationships xmlns="http://schemas.openxmlformats.org/package/2006/relationships"><Relationship Type="http://schemas.openxmlformats.org/officeDocument/2006/relationships/slideLayout" Target="/ppt/slideLayouts/slideLayout6.xml" Id="R8918c5d47c064b83" /><Relationship Type="http://schemas.openxmlformats.org/officeDocument/2006/relationships/image" Target="/ppt/media/image5.png" Id="Ra3cd29dc9e324c58" /><Relationship Type="http://schemas.openxmlformats.org/officeDocument/2006/relationships/notesSlide" Target="/ppt/notesSlides/notesSlide14.xml" Id="R83c6443927d649a7" /></Relationships>
</file>

<file path=ppt/slides/_rels/slide15.xml.rels>&#65279;<?xml version="1.0" encoding="utf-8"?><Relationships xmlns="http://schemas.openxmlformats.org/package/2006/relationships"><Relationship Type="http://schemas.openxmlformats.org/officeDocument/2006/relationships/slideLayout" Target="/ppt/slideLayouts/slideLayout6.xml" Id="Redcb83adea0d42a3" /><Relationship Type="http://schemas.openxmlformats.org/officeDocument/2006/relationships/image" Target="/ppt/media/image6.png" Id="Rfebcdd5cdae04c2b" /><Relationship Type="http://schemas.openxmlformats.org/officeDocument/2006/relationships/notesSlide" Target="/ppt/notesSlides/notesSlide15.xml" Id="R101661a7615f4745" /></Relationships>
</file>

<file path=ppt/slides/_rels/slide16.xml.rels>&#65279;<?xml version="1.0" encoding="utf-8"?><Relationships xmlns="http://schemas.openxmlformats.org/package/2006/relationships"><Relationship Type="http://schemas.openxmlformats.org/officeDocument/2006/relationships/slideLayout" Target="/ppt/slideLayouts/slideLayout6.xml" Id="R46b478eb10904e70" /><Relationship Type="http://schemas.openxmlformats.org/officeDocument/2006/relationships/image" Target="/ppt/media/image7.png" Id="Rdc9c2ec5b6254ed8" /><Relationship Type="http://schemas.openxmlformats.org/officeDocument/2006/relationships/notesSlide" Target="/ppt/notesSlides/notesSlide16.xml" Id="R69549de19ed44a06" /></Relationships>
</file>

<file path=ppt/slides/_rels/slide17.xml.rels>&#65279;<?xml version="1.0" encoding="utf-8"?><Relationships xmlns="http://schemas.openxmlformats.org/package/2006/relationships"><Relationship Type="http://schemas.openxmlformats.org/officeDocument/2006/relationships/slideLayout" Target="/ppt/slideLayouts/slideLayout6.xml" Id="Rf6323ff31e674384" /><Relationship Type="http://schemas.openxmlformats.org/officeDocument/2006/relationships/notesSlide" Target="/ppt/notesSlides/notesSlide17.xml" Id="Rd53d4725f34f4c36" /></Relationships>
</file>

<file path=ppt/slides/_rels/slide18.xml.rels>&#65279;<?xml version="1.0" encoding="utf-8"?><Relationships xmlns="http://schemas.openxmlformats.org/package/2006/relationships"><Relationship Type="http://schemas.openxmlformats.org/officeDocument/2006/relationships/slideLayout" Target="/ppt/slideLayouts/slideLayout6.xml" Id="Rbab81c3bfcf64964" /><Relationship Type="http://schemas.openxmlformats.org/officeDocument/2006/relationships/image" Target="/ppt/media/image8.png" Id="Rb24e1f51caca4fd8" /><Relationship Type="http://schemas.openxmlformats.org/officeDocument/2006/relationships/notesSlide" Target="/ppt/notesSlides/notesSlide18.xml" Id="Re82f2c2d1805467e" /></Relationships>
</file>

<file path=ppt/slides/_rels/slide19.xml.rels>&#65279;<?xml version="1.0" encoding="utf-8"?><Relationships xmlns="http://schemas.openxmlformats.org/package/2006/relationships"><Relationship Type="http://schemas.openxmlformats.org/officeDocument/2006/relationships/slideLayout" Target="/ppt/slideLayouts/slideLayout6.xml" Id="R5b062cb94dac4a5b" /><Relationship Type="http://schemas.openxmlformats.org/officeDocument/2006/relationships/image" Target="/ppt/media/image9.png" Id="Rdfe0703bf34f4f92" /><Relationship Type="http://schemas.openxmlformats.org/officeDocument/2006/relationships/notesSlide" Target="/ppt/notesSlides/notesSlide19.xml" Id="R897b72ccf30b474b" /></Relationships>
</file>

<file path=ppt/slides/_rels/slide20.xml.rels>&#65279;<?xml version="1.0" encoding="utf-8"?><Relationships xmlns="http://schemas.openxmlformats.org/package/2006/relationships"><Relationship Type="http://schemas.openxmlformats.org/officeDocument/2006/relationships/slideLayout" Target="/ppt/slideLayouts/slideLayout6.xml" Id="R6e462a1c6d054845" /><Relationship Type="http://schemas.openxmlformats.org/officeDocument/2006/relationships/notesSlide" Target="/ppt/notesSlides/notesSlide20.xml" Id="R8b1a256ed8754421" /></Relationships>
</file>

<file path=ppt/slides/_rels/slide21.xml.rels>&#65279;<?xml version="1.0" encoding="utf-8"?><Relationships xmlns="http://schemas.openxmlformats.org/package/2006/relationships"><Relationship Type="http://schemas.openxmlformats.org/officeDocument/2006/relationships/slideLayout" Target="/ppt/slideLayouts/slideLayout6.xml" Id="R02caa21e9ae44a61" /><Relationship Type="http://schemas.openxmlformats.org/officeDocument/2006/relationships/notesSlide" Target="/ppt/notesSlides/notesSlide21.xml" Id="Radcec31d9fb24d03" /></Relationships>
</file>

<file path=ppt/slides/_rels/slide22.xml.rels>&#65279;<?xml version="1.0" encoding="utf-8"?><Relationships xmlns="http://schemas.openxmlformats.org/package/2006/relationships"><Relationship Type="http://schemas.openxmlformats.org/officeDocument/2006/relationships/slideLayout" Target="/ppt/slideLayouts/slideLayout6.xml" Id="R952987d525034c4e" /><Relationship Type="http://schemas.openxmlformats.org/officeDocument/2006/relationships/notesSlide" Target="/ppt/notesSlides/notesSlide22.xml" Id="Rd0b87a91ba7a448a" /></Relationships>
</file>

<file path=ppt/slides/slide1.xml><?xml version="1.0" encoding="utf-8"?>
<p:sld xmlns:p="http://schemas.openxmlformats.org/presentationml/2006/main">
  <p:cSld>
    <p:bg>
      <p:bgPr>
        <a:solidFill xmlns:a="http://schemas.openxmlformats.org/drawingml/2006/main">
          <a:srgbClr val="243A50"/>
        </a:solidFill>
      </p:bgPr>
    </p:bg>
    <p:spTree>
      <p:nvGrpSpPr>
        <p:cNvPr id="1" name=""/>
        <p:cNvGrpSpPr/>
        <p:nvPr/>
      </p:nvGrpSpPr>
      <p:grpSpPr>
        <a:xfrm xmlns:a="http://schemas.openxmlformats.org/drawingml/2006/main"/>
      </p:grpSpPr>
      <p:sp>
        <p:nvSpPr>
          <p:cNvPr id="11" name="Rectangle 10">
            <a:extLst xmlns:a="http://schemas.openxmlformats.org/drawingml/2006/main">
              <a:ext uri="{FF2B5EF4-FFF2-40B4-BE49-F238E27FC236}">
                <a16:creationId xmlns:a16="http://schemas.microsoft.com/office/drawing/2014/main" id="{0EB20424-82E4-4718-AC24-7B235F732F67}"/>
              </a:ext>
            </a:extLst>
          </p:cNvPr>
          <p:cNvSpPr>
            <a:spLocks xmlns:a="http://schemas.openxmlformats.org/drawingml/2006/main" noGrp="1"/>
          </p:cNvSpPr>
          <p:nvPr/>
        </p:nvSpPr>
        <p:spPr>
          <a:xfrm xmlns:a="http://schemas.openxmlformats.org/drawingml/2006/main">
            <a:off x="0" y="0"/>
            <a:ext cx="171450" cy="6858000"/>
          </a:xfrm>
          <a:prstGeom xmlns:a="http://schemas.openxmlformats.org/drawingml/2006/main" prst="rect">
            <a:avLst/>
          </a:prstGeom>
          <a:solidFill xmlns:a="http://schemas.openxmlformats.org/drawingml/2006/main">
            <a:srgbClr val="C7DBD1"/>
          </a:solidFill>
          <a:ln xmlns:a="http://schemas.openxmlformats.org/drawingml/2006/main" w="0">
            <a:noFill/>
            <a:prstDash val="solid"/>
          </a:ln>
        </p:spPr>
      </p:sp>
      <p:sp>
        <p:nvSpPr>
          <p:cNvPr id="2" name="Rectangle 1">
            <a:extLst xmlns:a="http://schemas.openxmlformats.org/drawingml/2006/main">
              <a:ext uri="{FF2B5EF4-FFF2-40B4-BE49-F238E27FC236}">
                <a16:creationId xmlns:a16="http://schemas.microsoft.com/office/drawing/2014/main" id="{C67C1676-150B-4B34-BD0E-E88DDBDCB502}"/>
              </a:ext>
            </a:extLst>
          </p:cNvPr>
          <p:cNvSpPr>
            <a:spLocks xmlns:a="http://schemas.openxmlformats.org/drawingml/2006/main" noGrp="1"/>
          </p:cNvSpPr>
          <p:nvPr/>
        </p:nvSpPr>
        <p:spPr>
          <a:xfrm xmlns:a="http://schemas.openxmlformats.org/drawingml/2006/main">
            <a:off x="742950" y="742950"/>
            <a:ext cx="49530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a:bodyPr>
          <a:lstStyle xmlns:a="http://schemas.openxmlformats.org/drawingml/2006/main">
            <a:defPPr algn="l">
              <a:defRPr sz="1200" b="1">
                <a:solidFill>
                  <a:srgbClr val="C7DBD1"/>
                </a:solidFill>
                <a:latin typeface="Helvetica Neue"/>
                <a:ea typeface="Helvetica Neue"/>
                <a:cs typeface="Helvetica Neue"/>
              </a:defRPr>
            </a:defPPr>
            <a:lvl1pPr algn="l">
              <a:buNone/>
              <a:defRPr sz="1200" b="1">
                <a:solidFill>
                  <a:srgbClr val="C7DBD1"/>
                </a:solidFill>
                <a:latin typeface="Helvetica Neue"/>
                <a:ea typeface="Helvetica Neue"/>
                <a:cs typeface="Helvetica Neue"/>
              </a:defRPr>
            </a:lvl1pPr>
            <a:lvl2pPr algn="l">
              <a:buNone/>
              <a:defRPr sz="1200" b="1">
                <a:solidFill>
                  <a:srgbClr val="C7DBD1"/>
                </a:solidFill>
                <a:latin typeface="Helvetica Neue"/>
                <a:ea typeface="Helvetica Neue"/>
                <a:cs typeface="Helvetica Neue"/>
              </a:defRPr>
            </a:lvl2pPr>
            <a:lvl3pPr algn="l">
              <a:buNone/>
              <a:defRPr sz="1200" b="1">
                <a:solidFill>
                  <a:srgbClr val="C7DBD1"/>
                </a:solidFill>
                <a:latin typeface="Helvetica Neue"/>
                <a:ea typeface="Helvetica Neue"/>
                <a:cs typeface="Helvetica Neue"/>
              </a:defRPr>
            </a:lvl3pPr>
            <a:lvl4pPr algn="l">
              <a:buNone/>
              <a:defRPr sz="1200" b="1">
                <a:solidFill>
                  <a:srgbClr val="C7DBD1"/>
                </a:solidFill>
                <a:latin typeface="Helvetica Neue"/>
                <a:ea typeface="Helvetica Neue"/>
                <a:cs typeface="Helvetica Neue"/>
              </a:defRPr>
            </a:lvl4pPr>
            <a:lvl5pPr algn="l">
              <a:buNone/>
              <a:defRPr sz="1200" b="1">
                <a:solidFill>
                  <a:srgbClr val="C7DBD1"/>
                </a:solidFill>
                <a:latin typeface="Helvetica Neue"/>
                <a:ea typeface="Helvetica Neue"/>
                <a:cs typeface="Helvetica Neue"/>
              </a:defRPr>
            </a:lvl5pPr>
            <a:lvl6pPr algn="l">
              <a:buNone/>
              <a:defRPr sz="1200" b="1">
                <a:solidFill>
                  <a:srgbClr val="C7DBD1"/>
                </a:solidFill>
                <a:latin typeface="Helvetica Neue"/>
                <a:ea typeface="Helvetica Neue"/>
                <a:cs typeface="Helvetica Neue"/>
              </a:defRPr>
            </a:lvl6pPr>
            <a:lvl7pPr algn="l">
              <a:buNone/>
              <a:defRPr sz="1200" b="1">
                <a:solidFill>
                  <a:srgbClr val="C7DBD1"/>
                </a:solidFill>
                <a:latin typeface="Helvetica Neue"/>
                <a:ea typeface="Helvetica Neue"/>
                <a:cs typeface="Helvetica Neue"/>
              </a:defRPr>
            </a:lvl7pPr>
            <a:lvl8pPr algn="l">
              <a:buNone/>
              <a:defRPr sz="1200" b="1">
                <a:solidFill>
                  <a:srgbClr val="C7DBD1"/>
                </a:solidFill>
                <a:latin typeface="Helvetica Neue"/>
                <a:ea typeface="Helvetica Neue"/>
                <a:cs typeface="Helvetica Neue"/>
              </a:defRPr>
            </a:lvl8pPr>
            <a:lvl9pPr algn="l">
              <a:buNone/>
              <a:defRPr sz="1200" b="1">
                <a:solidFill>
                  <a:srgbClr val="C7DBD1"/>
                </a:solidFill>
                <a:latin typeface="Helvetica Neue"/>
                <a:ea typeface="Helvetica Neue"/>
                <a:cs typeface="Helvetica Neue"/>
              </a:defRPr>
            </a:lvl9pPr>
          </a:lstStyle>
          <a:p xmlns:a="http://schemas.openxmlformats.org/drawingml/2006/main">
            <a:pPr algn="l">
              <a:buNone/>
              <a:defRPr sz="1200" b="1">
                <a:solidFill>
                  <a:srgbClr val="C7DBD1"/>
                </a:solidFill>
                <a:latin typeface="Helvetica Neue"/>
                <a:ea typeface="Helvetica Neue"/>
                <a:cs typeface="Helvetica Neue"/>
              </a:defRPr>
            </a:pPr>
            <a:r>
              <a:rPr sz="1200" b="1">
                <a:solidFill>
                  <a:srgbClr val="C7DBD1"/>
                </a:solidFill>
                <a:latin typeface="Helvetica Neue"/>
                <a:ea typeface="Helvetica Neue"/>
                <a:cs typeface="Helvetica Neue"/>
              </a:rPr>
              <a:t>PROJECT 9  /  PHASE 1</a:t>
            </a:r>
          </a:p>
        </p:txBody>
      </p:sp>
      <p:sp>
        <p:nvSpPr>
          <p:cNvPr id="3" name="Rectangle 2">
            <a:extLst xmlns:a="http://schemas.openxmlformats.org/drawingml/2006/main">
              <a:ext uri="{FF2B5EF4-FFF2-40B4-BE49-F238E27FC236}">
                <a16:creationId xmlns:a16="http://schemas.microsoft.com/office/drawing/2014/main" id="{9E0514A0-3FD9-4B26-B7BB-FBDA027FECB7}"/>
              </a:ext>
            </a:extLst>
          </p:cNvPr>
          <p:cNvSpPr>
            <a:spLocks xmlns:a="http://schemas.openxmlformats.org/drawingml/2006/main" noGrp="1"/>
          </p:cNvSpPr>
          <p:nvPr/>
        </p:nvSpPr>
        <p:spPr>
          <a:xfrm xmlns:a="http://schemas.openxmlformats.org/drawingml/2006/main">
            <a:off x="742950" y="1390650"/>
            <a:ext cx="5905500" cy="2286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a:bodyPr>
          <a:lstStyle xmlns:a="http://schemas.openxmlformats.org/drawingml/2006/main">
            <a:defPPr algn="l">
              <a:defRPr sz="4050" b="1">
                <a:solidFill>
                  <a:srgbClr val="FFFFFF"/>
                </a:solidFill>
                <a:latin typeface="Helvetica Neue"/>
                <a:ea typeface="Helvetica Neue"/>
                <a:cs typeface="Helvetica Neue"/>
              </a:defRPr>
            </a:defPPr>
            <a:lvl1pPr algn="l">
              <a:buNone/>
              <a:defRPr sz="4050" b="1">
                <a:solidFill>
                  <a:srgbClr val="FFFFFF"/>
                </a:solidFill>
                <a:latin typeface="Helvetica Neue"/>
                <a:ea typeface="Helvetica Neue"/>
                <a:cs typeface="Helvetica Neue"/>
              </a:defRPr>
            </a:lvl1pPr>
            <a:lvl2pPr algn="l">
              <a:buNone/>
              <a:defRPr sz="4050" b="1">
                <a:solidFill>
                  <a:srgbClr val="FFFFFF"/>
                </a:solidFill>
                <a:latin typeface="Helvetica Neue"/>
                <a:ea typeface="Helvetica Neue"/>
                <a:cs typeface="Helvetica Neue"/>
              </a:defRPr>
            </a:lvl2pPr>
            <a:lvl3pPr algn="l">
              <a:buNone/>
              <a:defRPr sz="4050" b="1">
                <a:solidFill>
                  <a:srgbClr val="FFFFFF"/>
                </a:solidFill>
                <a:latin typeface="Helvetica Neue"/>
                <a:ea typeface="Helvetica Neue"/>
                <a:cs typeface="Helvetica Neue"/>
              </a:defRPr>
            </a:lvl3pPr>
            <a:lvl4pPr algn="l">
              <a:buNone/>
              <a:defRPr sz="4050" b="1">
                <a:solidFill>
                  <a:srgbClr val="FFFFFF"/>
                </a:solidFill>
                <a:latin typeface="Helvetica Neue"/>
                <a:ea typeface="Helvetica Neue"/>
                <a:cs typeface="Helvetica Neue"/>
              </a:defRPr>
            </a:lvl4pPr>
            <a:lvl5pPr algn="l">
              <a:buNone/>
              <a:defRPr sz="4050" b="1">
                <a:solidFill>
                  <a:srgbClr val="FFFFFF"/>
                </a:solidFill>
                <a:latin typeface="Helvetica Neue"/>
                <a:ea typeface="Helvetica Neue"/>
                <a:cs typeface="Helvetica Neue"/>
              </a:defRPr>
            </a:lvl5pPr>
            <a:lvl6pPr algn="l">
              <a:buNone/>
              <a:defRPr sz="4050" b="1">
                <a:solidFill>
                  <a:srgbClr val="FFFFFF"/>
                </a:solidFill>
                <a:latin typeface="Helvetica Neue"/>
                <a:ea typeface="Helvetica Neue"/>
                <a:cs typeface="Helvetica Neue"/>
              </a:defRPr>
            </a:lvl6pPr>
            <a:lvl7pPr algn="l">
              <a:buNone/>
              <a:defRPr sz="4050" b="1">
                <a:solidFill>
                  <a:srgbClr val="FFFFFF"/>
                </a:solidFill>
                <a:latin typeface="Helvetica Neue"/>
                <a:ea typeface="Helvetica Neue"/>
                <a:cs typeface="Helvetica Neue"/>
              </a:defRPr>
            </a:lvl7pPr>
            <a:lvl8pPr algn="l">
              <a:buNone/>
              <a:defRPr sz="4050" b="1">
                <a:solidFill>
                  <a:srgbClr val="FFFFFF"/>
                </a:solidFill>
                <a:latin typeface="Helvetica Neue"/>
                <a:ea typeface="Helvetica Neue"/>
                <a:cs typeface="Helvetica Neue"/>
              </a:defRPr>
            </a:lvl8pPr>
            <a:lvl9pPr algn="l">
              <a:buNone/>
              <a:defRPr sz="4050" b="1">
                <a:solidFill>
                  <a:srgbClr val="FFFFFF"/>
                </a:solidFill>
                <a:latin typeface="Helvetica Neue"/>
                <a:ea typeface="Helvetica Neue"/>
                <a:cs typeface="Helvetica Neue"/>
              </a:defRPr>
            </a:lvl9pPr>
          </a:lstStyle>
          <a:p xmlns:a="http://schemas.openxmlformats.org/drawingml/2006/main">
            <a:pPr algn="l">
              <a:buNone/>
              <a:defRPr sz="4050" b="1">
                <a:solidFill>
                  <a:srgbClr val="FFFFFF"/>
                </a:solidFill>
                <a:latin typeface="Helvetica Neue"/>
                <a:ea typeface="Helvetica Neue"/>
                <a:cs typeface="Helvetica Neue"/>
              </a:defRPr>
            </a:pPr>
            <a:r>
              <a:rPr sz="4050" b="1">
                <a:solidFill>
                  <a:srgbClr val="FFFFFF"/>
                </a:solidFill>
                <a:latin typeface="Helvetica Neue"/>
                <a:ea typeface="Helvetica Neue"/>
                <a:cs typeface="Helvetica Neue"/>
              </a:rPr>
              <a:t>Indoor location</a:t>
            </a:r>
          </a:p>
          <a:p xmlns:a="http://schemas.openxmlformats.org/drawingml/2006/main">
            <a:pPr algn="l">
              <a:buNone/>
              <a:defRPr sz="4050" b="1">
                <a:solidFill>
                  <a:srgbClr val="FFFFFF"/>
                </a:solidFill>
                <a:latin typeface="Helvetica Neue"/>
                <a:ea typeface="Helvetica Neue"/>
                <a:cs typeface="Helvetica Neue"/>
              </a:defRPr>
            </a:pPr>
            <a:r>
              <a:rPr sz="4050" b="1">
                <a:solidFill>
                  <a:srgbClr val="FFFFFF"/>
                </a:solidFill>
                <a:latin typeface="Helvetica Neue"/>
                <a:ea typeface="Helvetica Neue"/>
                <a:cs typeface="Helvetica Neue"/>
              </a:rPr>
              <a:t>prediction from</a:t>
            </a:r>
          </a:p>
          <a:p xmlns:a="http://schemas.openxmlformats.org/drawingml/2006/main">
            <a:pPr algn="l">
              <a:buNone/>
              <a:defRPr sz="4050" b="1">
                <a:solidFill>
                  <a:srgbClr val="FFFFFF"/>
                </a:solidFill>
                <a:latin typeface="Helvetica Neue"/>
                <a:ea typeface="Helvetica Neue"/>
                <a:cs typeface="Helvetica Neue"/>
              </a:defRPr>
            </a:pPr>
            <a:r>
              <a:rPr sz="4050" b="1">
                <a:solidFill>
                  <a:srgbClr val="FFFFFF"/>
                </a:solidFill>
                <a:latin typeface="Helvetica Neue"/>
                <a:ea typeface="Helvetica Neue"/>
                <a:cs typeface="Helvetica Neue"/>
              </a:rPr>
              <a:t>Wi-Fi signals</a:t>
            </a:r>
          </a:p>
        </p:txBody>
      </p:sp>
      <p:sp>
        <p:nvSpPr>
          <p:cNvPr id="4" name="Rectangle 3">
            <a:extLst xmlns:a="http://schemas.openxmlformats.org/drawingml/2006/main">
              <a:ext uri="{FF2B5EF4-FFF2-40B4-BE49-F238E27FC236}">
                <a16:creationId xmlns:a16="http://schemas.microsoft.com/office/drawing/2014/main" id="{97E3FE87-769F-4172-BF1D-0B0F2FB332DC}"/>
              </a:ext>
            </a:extLst>
          </p:cNvPr>
          <p:cNvSpPr>
            <a:spLocks xmlns:a="http://schemas.openxmlformats.org/drawingml/2006/main" noGrp="1"/>
          </p:cNvSpPr>
          <p:nvPr/>
        </p:nvSpPr>
        <p:spPr>
          <a:xfrm xmlns:a="http://schemas.openxmlformats.org/drawingml/2006/main">
            <a:off x="781050" y="3981450"/>
            <a:ext cx="6191250"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97222"/>
          </a:bodyPr>
          <a:lstStyle xmlns:a="http://schemas.openxmlformats.org/drawingml/2006/main">
            <a:defPPr algn="l">
              <a:defRPr sz="1800" b="0">
                <a:solidFill>
                  <a:srgbClr val="D2DEE5"/>
                </a:solidFill>
                <a:latin typeface="Helvetica Neue"/>
                <a:ea typeface="Helvetica Neue"/>
                <a:cs typeface="Helvetica Neue"/>
              </a:defRPr>
            </a:defPPr>
            <a:lvl1pPr algn="l">
              <a:buNone/>
              <a:defRPr sz="1800" b="0">
                <a:solidFill>
                  <a:srgbClr val="D2DEE5"/>
                </a:solidFill>
                <a:latin typeface="Helvetica Neue"/>
                <a:ea typeface="Helvetica Neue"/>
                <a:cs typeface="Helvetica Neue"/>
              </a:defRPr>
            </a:lvl1pPr>
            <a:lvl2pPr algn="l">
              <a:buNone/>
              <a:defRPr sz="1800" b="0">
                <a:solidFill>
                  <a:srgbClr val="D2DEE5"/>
                </a:solidFill>
                <a:latin typeface="Helvetica Neue"/>
                <a:ea typeface="Helvetica Neue"/>
                <a:cs typeface="Helvetica Neue"/>
              </a:defRPr>
            </a:lvl2pPr>
            <a:lvl3pPr algn="l">
              <a:buNone/>
              <a:defRPr sz="1800" b="0">
                <a:solidFill>
                  <a:srgbClr val="D2DEE5"/>
                </a:solidFill>
                <a:latin typeface="Helvetica Neue"/>
                <a:ea typeface="Helvetica Neue"/>
                <a:cs typeface="Helvetica Neue"/>
              </a:defRPr>
            </a:lvl3pPr>
            <a:lvl4pPr algn="l">
              <a:buNone/>
              <a:defRPr sz="1800" b="0">
                <a:solidFill>
                  <a:srgbClr val="D2DEE5"/>
                </a:solidFill>
                <a:latin typeface="Helvetica Neue"/>
                <a:ea typeface="Helvetica Neue"/>
                <a:cs typeface="Helvetica Neue"/>
              </a:defRPr>
            </a:lvl4pPr>
            <a:lvl5pPr algn="l">
              <a:buNone/>
              <a:defRPr sz="1800" b="0">
                <a:solidFill>
                  <a:srgbClr val="D2DEE5"/>
                </a:solidFill>
                <a:latin typeface="Helvetica Neue"/>
                <a:ea typeface="Helvetica Neue"/>
                <a:cs typeface="Helvetica Neue"/>
              </a:defRPr>
            </a:lvl5pPr>
            <a:lvl6pPr algn="l">
              <a:buNone/>
              <a:defRPr sz="1800" b="0">
                <a:solidFill>
                  <a:srgbClr val="D2DEE5"/>
                </a:solidFill>
                <a:latin typeface="Helvetica Neue"/>
                <a:ea typeface="Helvetica Neue"/>
                <a:cs typeface="Helvetica Neue"/>
              </a:defRPr>
            </a:lvl6pPr>
            <a:lvl7pPr algn="l">
              <a:buNone/>
              <a:defRPr sz="1800" b="0">
                <a:solidFill>
                  <a:srgbClr val="D2DEE5"/>
                </a:solidFill>
                <a:latin typeface="Helvetica Neue"/>
                <a:ea typeface="Helvetica Neue"/>
                <a:cs typeface="Helvetica Neue"/>
              </a:defRPr>
            </a:lvl7pPr>
            <a:lvl8pPr algn="l">
              <a:buNone/>
              <a:defRPr sz="1800" b="0">
                <a:solidFill>
                  <a:srgbClr val="D2DEE5"/>
                </a:solidFill>
                <a:latin typeface="Helvetica Neue"/>
                <a:ea typeface="Helvetica Neue"/>
                <a:cs typeface="Helvetica Neue"/>
              </a:defRPr>
            </a:lvl8pPr>
            <a:lvl9pPr algn="l">
              <a:buNone/>
              <a:defRPr sz="1800" b="0">
                <a:solidFill>
                  <a:srgbClr val="D2DEE5"/>
                </a:solidFill>
                <a:latin typeface="Helvetica Neue"/>
                <a:ea typeface="Helvetica Neue"/>
                <a:cs typeface="Helvetica Neue"/>
              </a:defRPr>
            </a:lvl9pPr>
          </a:lstStyle>
          <a:p xmlns:a="http://schemas.openxmlformats.org/drawingml/2006/main">
            <a:pPr algn="l">
              <a:buNone/>
              <a:defRPr sz="1800" b="0">
                <a:solidFill>
                  <a:srgbClr val="D2DEE5"/>
                </a:solidFill>
                <a:latin typeface="Helvetica Neue"/>
                <a:ea typeface="Helvetica Neue"/>
                <a:cs typeface="Helvetica Neue"/>
              </a:defRPr>
            </a:pPr>
            <a:r>
              <a:rPr sz="1800" b="0">
                <a:solidFill>
                  <a:srgbClr val="D2DEE5"/>
                </a:solidFill>
                <a:latin typeface="Helvetica Neue"/>
                <a:ea typeface="Helvetica Neue"/>
                <a:cs typeface="Helvetica Neue"/>
              </a:rPr>
              <a:t>A visual walkthrough of the AML project and its five workstreams</a:t>
            </a:r>
          </a:p>
        </p:txBody>
      </p:sp>
      <p:sp>
        <p:nvSpPr>
          <p:cNvPr id="5" name="Oval 4">
            <a:extLst xmlns:a="http://schemas.openxmlformats.org/drawingml/2006/main">
              <a:ext uri="{FF2B5EF4-FFF2-40B4-BE49-F238E27FC236}">
                <a16:creationId xmlns:a16="http://schemas.microsoft.com/office/drawing/2014/main" id="{87703A3A-BEFA-411A-AC0A-706C335587D1}"/>
              </a:ext>
            </a:extLst>
          </p:cNvPr>
          <p:cNvSpPr>
            <a:spLocks xmlns:a="http://schemas.openxmlformats.org/drawingml/2006/main" noGrp="1"/>
          </p:cNvSpPr>
          <p:nvPr/>
        </p:nvSpPr>
        <p:spPr>
          <a:xfrm xmlns:a="http://schemas.openxmlformats.org/drawingml/2006/main">
            <a:off x="8191500" y="1428750"/>
            <a:ext cx="2571750" cy="2571750"/>
          </a:xfrm>
          <a:prstGeom xmlns:a="http://schemas.openxmlformats.org/drawingml/2006/main" prst="ellipse">
            <a:avLst/>
          </a:prstGeom>
          <a:noFill xmlns:a="http://schemas.openxmlformats.org/drawingml/2006/main"/>
          <a:ln xmlns:a="http://schemas.openxmlformats.org/drawingml/2006/main" w="28575">
            <a:solidFill>
              <a:srgbClr val="75968E"/>
            </a:solidFill>
            <a:prstDash val="solid"/>
          </a:ln>
        </p:spPr>
      </p:sp>
      <p:sp>
        <p:nvSpPr>
          <p:cNvPr id="6" name="Oval 5">
            <a:extLst xmlns:a="http://schemas.openxmlformats.org/drawingml/2006/main">
              <a:ext uri="{FF2B5EF4-FFF2-40B4-BE49-F238E27FC236}">
                <a16:creationId xmlns:a16="http://schemas.microsoft.com/office/drawing/2014/main" id="{7F2A8234-4C16-4E04-A83F-21B7AE7F093F}"/>
              </a:ext>
            </a:extLst>
          </p:cNvPr>
          <p:cNvSpPr>
            <a:spLocks xmlns:a="http://schemas.openxmlformats.org/drawingml/2006/main" noGrp="1"/>
          </p:cNvSpPr>
          <p:nvPr/>
        </p:nvSpPr>
        <p:spPr>
          <a:xfrm xmlns:a="http://schemas.openxmlformats.org/drawingml/2006/main">
            <a:off x="8572500" y="1809750"/>
            <a:ext cx="1809750" cy="1809750"/>
          </a:xfrm>
          <a:prstGeom xmlns:a="http://schemas.openxmlformats.org/drawingml/2006/main" prst="ellipse">
            <a:avLst/>
          </a:prstGeom>
          <a:noFill xmlns:a="http://schemas.openxmlformats.org/drawingml/2006/main"/>
          <a:ln xmlns:a="http://schemas.openxmlformats.org/drawingml/2006/main" w="28575">
            <a:solidFill>
              <a:srgbClr val="9CB8AF"/>
            </a:solidFill>
            <a:prstDash val="solid"/>
          </a:ln>
        </p:spPr>
      </p:sp>
      <p:sp>
        <p:nvSpPr>
          <p:cNvPr id="7" name="Oval 6">
            <a:extLst xmlns:a="http://schemas.openxmlformats.org/drawingml/2006/main">
              <a:ext uri="{FF2B5EF4-FFF2-40B4-BE49-F238E27FC236}">
                <a16:creationId xmlns:a16="http://schemas.microsoft.com/office/drawing/2014/main" id="{2E6D24CB-2ECB-4677-9547-A64DA1D42E46}"/>
              </a:ext>
            </a:extLst>
          </p:cNvPr>
          <p:cNvSpPr>
            <a:spLocks xmlns:a="http://schemas.openxmlformats.org/drawingml/2006/main" noGrp="1"/>
          </p:cNvSpPr>
          <p:nvPr/>
        </p:nvSpPr>
        <p:spPr>
          <a:xfrm xmlns:a="http://schemas.openxmlformats.org/drawingml/2006/main">
            <a:off x="8943975" y="2181225"/>
            <a:ext cx="1066800" cy="1066800"/>
          </a:xfrm>
          <a:prstGeom xmlns:a="http://schemas.openxmlformats.org/drawingml/2006/main" prst="ellipse">
            <a:avLst/>
          </a:prstGeom>
          <a:noFill xmlns:a="http://schemas.openxmlformats.org/drawingml/2006/main"/>
          <a:ln xmlns:a="http://schemas.openxmlformats.org/drawingml/2006/main" w="28575">
            <a:solidFill>
              <a:srgbClr val="C7DBD1"/>
            </a:solidFill>
            <a:prstDash val="solid"/>
          </a:ln>
        </p:spPr>
      </p:sp>
      <p:sp>
        <p:nvSpPr>
          <p:cNvPr id="8" name="Oval 7">
            <a:extLst xmlns:a="http://schemas.openxmlformats.org/drawingml/2006/main">
              <a:ext uri="{FF2B5EF4-FFF2-40B4-BE49-F238E27FC236}">
                <a16:creationId xmlns:a16="http://schemas.microsoft.com/office/drawing/2014/main" id="{D0E84E1E-8A98-477D-A135-BACADEFE7051}"/>
              </a:ext>
            </a:extLst>
          </p:cNvPr>
          <p:cNvSpPr>
            <a:spLocks xmlns:a="http://schemas.openxmlformats.org/drawingml/2006/main" noGrp="1"/>
          </p:cNvSpPr>
          <p:nvPr/>
        </p:nvSpPr>
        <p:spPr>
          <a:xfrm xmlns:a="http://schemas.openxmlformats.org/drawingml/2006/main">
            <a:off x="9353550" y="2590800"/>
            <a:ext cx="247650" cy="247650"/>
          </a:xfrm>
          <a:prstGeom xmlns:a="http://schemas.openxmlformats.org/drawingml/2006/main" prst="ellipse">
            <a:avLst/>
          </a:prstGeom>
          <a:solidFill xmlns:a="http://schemas.openxmlformats.org/drawingml/2006/main">
            <a:srgbClr val="C7DBD1"/>
          </a:solidFill>
          <a:ln xmlns:a="http://schemas.openxmlformats.org/drawingml/2006/main" w="0">
            <a:noFill/>
            <a:prstDash val="solid"/>
          </a:ln>
        </p:spPr>
      </p:sp>
      <p:sp>
        <p:nvSpPr>
          <p:cNvPr id="9" name="Rectangle 8">
            <a:extLst xmlns:a="http://schemas.openxmlformats.org/drawingml/2006/main">
              <a:ext uri="{FF2B5EF4-FFF2-40B4-BE49-F238E27FC236}">
                <a16:creationId xmlns:a16="http://schemas.microsoft.com/office/drawing/2014/main" id="{39D88778-9899-4BBE-9384-E2EEAF270F61}"/>
              </a:ext>
            </a:extLst>
          </p:cNvPr>
          <p:cNvSpPr>
            <a:spLocks xmlns:a="http://schemas.openxmlformats.org/drawingml/2006/main" noGrp="1"/>
          </p:cNvSpPr>
          <p:nvPr/>
        </p:nvSpPr>
        <p:spPr>
          <a:xfrm xmlns:a="http://schemas.openxmlformats.org/drawingml/2006/main">
            <a:off x="7524750" y="4410075"/>
            <a:ext cx="40005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a:bodyPr>
          <a:lstStyle xmlns:a="http://schemas.openxmlformats.org/drawingml/2006/main">
            <a:defPPr algn="ctr">
              <a:defRPr sz="1500" b="1">
                <a:solidFill>
                  <a:srgbClr val="FFFFFF"/>
                </a:solidFill>
                <a:latin typeface="Helvetica Neue"/>
                <a:ea typeface="Helvetica Neue"/>
                <a:cs typeface="Helvetica Neue"/>
              </a:defRPr>
            </a:defPPr>
            <a:lvl1pPr algn="ctr">
              <a:buNone/>
              <a:defRPr sz="1500" b="1">
                <a:solidFill>
                  <a:srgbClr val="FFFFFF"/>
                </a:solidFill>
                <a:latin typeface="Helvetica Neue"/>
                <a:ea typeface="Helvetica Neue"/>
                <a:cs typeface="Helvetica Neue"/>
              </a:defRPr>
            </a:lvl1pPr>
            <a:lvl2pPr algn="ctr">
              <a:buNone/>
              <a:defRPr sz="1500" b="1">
                <a:solidFill>
                  <a:srgbClr val="FFFFFF"/>
                </a:solidFill>
                <a:latin typeface="Helvetica Neue"/>
                <a:ea typeface="Helvetica Neue"/>
                <a:cs typeface="Helvetica Neue"/>
              </a:defRPr>
            </a:lvl2pPr>
            <a:lvl3pPr algn="ctr">
              <a:buNone/>
              <a:defRPr sz="1500" b="1">
                <a:solidFill>
                  <a:srgbClr val="FFFFFF"/>
                </a:solidFill>
                <a:latin typeface="Helvetica Neue"/>
                <a:ea typeface="Helvetica Neue"/>
                <a:cs typeface="Helvetica Neue"/>
              </a:defRPr>
            </a:lvl3pPr>
            <a:lvl4pPr algn="ctr">
              <a:buNone/>
              <a:defRPr sz="1500" b="1">
                <a:solidFill>
                  <a:srgbClr val="FFFFFF"/>
                </a:solidFill>
                <a:latin typeface="Helvetica Neue"/>
                <a:ea typeface="Helvetica Neue"/>
                <a:cs typeface="Helvetica Neue"/>
              </a:defRPr>
            </a:lvl4pPr>
            <a:lvl5pPr algn="ctr">
              <a:buNone/>
              <a:defRPr sz="1500" b="1">
                <a:solidFill>
                  <a:srgbClr val="FFFFFF"/>
                </a:solidFill>
                <a:latin typeface="Helvetica Neue"/>
                <a:ea typeface="Helvetica Neue"/>
                <a:cs typeface="Helvetica Neue"/>
              </a:defRPr>
            </a:lvl5pPr>
            <a:lvl6pPr algn="ctr">
              <a:buNone/>
              <a:defRPr sz="1500" b="1">
                <a:solidFill>
                  <a:srgbClr val="FFFFFF"/>
                </a:solidFill>
                <a:latin typeface="Helvetica Neue"/>
                <a:ea typeface="Helvetica Neue"/>
                <a:cs typeface="Helvetica Neue"/>
              </a:defRPr>
            </a:lvl6pPr>
            <a:lvl7pPr algn="ctr">
              <a:buNone/>
              <a:defRPr sz="1500" b="1">
                <a:solidFill>
                  <a:srgbClr val="FFFFFF"/>
                </a:solidFill>
                <a:latin typeface="Helvetica Neue"/>
                <a:ea typeface="Helvetica Neue"/>
                <a:cs typeface="Helvetica Neue"/>
              </a:defRPr>
            </a:lvl7pPr>
            <a:lvl8pPr algn="ctr">
              <a:buNone/>
              <a:defRPr sz="1500" b="1">
                <a:solidFill>
                  <a:srgbClr val="FFFFFF"/>
                </a:solidFill>
                <a:latin typeface="Helvetica Neue"/>
                <a:ea typeface="Helvetica Neue"/>
                <a:cs typeface="Helvetica Neue"/>
              </a:defRPr>
            </a:lvl8pPr>
            <a:lvl9pPr algn="ctr">
              <a:buNone/>
              <a:defRPr sz="1500" b="1">
                <a:solidFill>
                  <a:srgbClr val="FFFFFF"/>
                </a:solidFill>
                <a:latin typeface="Helvetica Neue"/>
                <a:ea typeface="Helvetica Neue"/>
                <a:cs typeface="Helvetica Neue"/>
              </a:defRPr>
            </a:lvl9pPr>
          </a:lstStyle>
          <a:p xmlns:a="http://schemas.openxmlformats.org/drawingml/2006/main">
            <a:pPr algn="ctr">
              <a:buNone/>
              <a:defRPr sz="1500" b="1">
                <a:solidFill>
                  <a:srgbClr val="FFFFFF"/>
                </a:solidFill>
                <a:latin typeface="Helvetica Neue"/>
                <a:ea typeface="Helvetica Neue"/>
                <a:cs typeface="Helvetica Neue"/>
              </a:defRPr>
            </a:pPr>
            <a:r>
              <a:rPr sz="1500" b="1">
                <a:solidFill>
                  <a:srgbClr val="FFFFFF"/>
                </a:solidFill>
                <a:latin typeface="Helvetica Neue"/>
                <a:ea typeface="Helvetica Neue"/>
                <a:cs typeface="Helvetica Neue"/>
              </a:rPr>
              <a:t>Building  ·  Floor  ·  Coordinates</a:t>
            </a:r>
          </a:p>
        </p:txBody>
      </p:sp>
      <p:sp>
        <p:nvSpPr>
          <p:cNvPr id="10" name="Rectangle 9">
            <a:extLst xmlns:a="http://schemas.openxmlformats.org/drawingml/2006/main">
              <a:ext uri="{FF2B5EF4-FFF2-40B4-BE49-F238E27FC236}">
                <a16:creationId xmlns:a16="http://schemas.microsoft.com/office/drawing/2014/main" id="{9F528785-6D9F-4031-9A02-99BBF6D1CEB7}"/>
              </a:ext>
            </a:extLst>
          </p:cNvPr>
          <p:cNvSpPr>
            <a:spLocks xmlns:a="http://schemas.openxmlformats.org/drawingml/2006/main" noGrp="1"/>
          </p:cNvSpPr>
          <p:nvPr/>
        </p:nvSpPr>
        <p:spPr>
          <a:xfrm xmlns:a="http://schemas.openxmlformats.org/drawingml/2006/main">
            <a:off x="781050" y="6019800"/>
            <a:ext cx="2857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a:bodyPr>
          <a:lstStyle xmlns:a="http://schemas.openxmlformats.org/drawingml/2006/main">
            <a:defPPr algn="l">
              <a:defRPr sz="1200" b="0">
                <a:solidFill>
                  <a:srgbClr val="C1CED7"/>
                </a:solidFill>
                <a:latin typeface="Helvetica Neue"/>
                <a:ea typeface="Helvetica Neue"/>
                <a:cs typeface="Helvetica Neue"/>
              </a:defRPr>
            </a:defPPr>
            <a:lvl1pPr algn="l">
              <a:buNone/>
              <a:defRPr sz="1200" b="0">
                <a:solidFill>
                  <a:srgbClr val="C1CED7"/>
                </a:solidFill>
                <a:latin typeface="Helvetica Neue"/>
                <a:ea typeface="Helvetica Neue"/>
                <a:cs typeface="Helvetica Neue"/>
              </a:defRPr>
            </a:lvl1pPr>
            <a:lvl2pPr algn="l">
              <a:buNone/>
              <a:defRPr sz="1200" b="0">
                <a:solidFill>
                  <a:srgbClr val="C1CED7"/>
                </a:solidFill>
                <a:latin typeface="Helvetica Neue"/>
                <a:ea typeface="Helvetica Neue"/>
                <a:cs typeface="Helvetica Neue"/>
              </a:defRPr>
            </a:lvl2pPr>
            <a:lvl3pPr algn="l">
              <a:buNone/>
              <a:defRPr sz="1200" b="0">
                <a:solidFill>
                  <a:srgbClr val="C1CED7"/>
                </a:solidFill>
                <a:latin typeface="Helvetica Neue"/>
                <a:ea typeface="Helvetica Neue"/>
                <a:cs typeface="Helvetica Neue"/>
              </a:defRPr>
            </a:lvl3pPr>
            <a:lvl4pPr algn="l">
              <a:buNone/>
              <a:defRPr sz="1200" b="0">
                <a:solidFill>
                  <a:srgbClr val="C1CED7"/>
                </a:solidFill>
                <a:latin typeface="Helvetica Neue"/>
                <a:ea typeface="Helvetica Neue"/>
                <a:cs typeface="Helvetica Neue"/>
              </a:defRPr>
            </a:lvl4pPr>
            <a:lvl5pPr algn="l">
              <a:buNone/>
              <a:defRPr sz="1200" b="0">
                <a:solidFill>
                  <a:srgbClr val="C1CED7"/>
                </a:solidFill>
                <a:latin typeface="Helvetica Neue"/>
                <a:ea typeface="Helvetica Neue"/>
                <a:cs typeface="Helvetica Neue"/>
              </a:defRPr>
            </a:lvl5pPr>
            <a:lvl6pPr algn="l">
              <a:buNone/>
              <a:defRPr sz="1200" b="0">
                <a:solidFill>
                  <a:srgbClr val="C1CED7"/>
                </a:solidFill>
                <a:latin typeface="Helvetica Neue"/>
                <a:ea typeface="Helvetica Neue"/>
                <a:cs typeface="Helvetica Neue"/>
              </a:defRPr>
            </a:lvl6pPr>
            <a:lvl7pPr algn="l">
              <a:buNone/>
              <a:defRPr sz="1200" b="0">
                <a:solidFill>
                  <a:srgbClr val="C1CED7"/>
                </a:solidFill>
                <a:latin typeface="Helvetica Neue"/>
                <a:ea typeface="Helvetica Neue"/>
                <a:cs typeface="Helvetica Neue"/>
              </a:defRPr>
            </a:lvl7pPr>
            <a:lvl8pPr algn="l">
              <a:buNone/>
              <a:defRPr sz="1200" b="0">
                <a:solidFill>
                  <a:srgbClr val="C1CED7"/>
                </a:solidFill>
                <a:latin typeface="Helvetica Neue"/>
                <a:ea typeface="Helvetica Neue"/>
                <a:cs typeface="Helvetica Neue"/>
              </a:defRPr>
            </a:lvl8pPr>
            <a:lvl9pPr algn="l">
              <a:buNone/>
              <a:defRPr sz="1200" b="0">
                <a:solidFill>
                  <a:srgbClr val="C1CED7"/>
                </a:solidFill>
                <a:latin typeface="Helvetica Neue"/>
                <a:ea typeface="Helvetica Neue"/>
                <a:cs typeface="Helvetica Neue"/>
              </a:defRPr>
            </a:lvl9pPr>
          </a:lstStyle>
          <a:p xmlns:a="http://schemas.openxmlformats.org/drawingml/2006/main">
            <a:pPr algn="l">
              <a:buNone/>
              <a:defRPr sz="1200" b="0">
                <a:solidFill>
                  <a:srgbClr val="C1CED7"/>
                </a:solidFill>
                <a:latin typeface="Helvetica Neue"/>
                <a:ea typeface="Helvetica Neue"/>
                <a:cs typeface="Helvetica Neue"/>
              </a:defRPr>
            </a:pPr>
            <a:r>
              <a:rPr sz="1200" b="0">
                <a:solidFill>
                  <a:srgbClr val="C1CED7"/>
                </a:solidFill>
                <a:latin typeface="Helvetica Neue"/>
                <a:ea typeface="Helvetica Neue"/>
                <a:cs typeface="Helvetica Neue"/>
              </a:rPr>
              <a:t>Signal2Space</a:t>
            </a:r>
          </a:p>
        </p:txBody>
      </p:sp>
    </p:spTree>
    <p:extLst>
      <p:ext uri="{BB962C8B-B14F-4D97-AF65-F5344CB8AC3E}">
        <p14:creationId xmlns:p14="http://schemas.microsoft.com/office/powerpoint/2010/main" val="881157223"/>
      </p:ext>
    </p:extLst>
  </p:cSld>
</p:sld>
</file>

<file path=ppt/slides/slide2.xml><?xml version="1.0" encoding="utf-8"?>
<p:sld xmlns:p="http://schemas.openxmlformats.org/presentationml/2006/main">
  <p:cSld>
    <p:bg>
      <p:bgPr>
        <a:solidFill xmlns:a="http://schemas.openxmlformats.org/drawingml/2006/main">
          <a:srgbClr val="FAF9F6"/>
        </a:solidFill>
      </p:bgPr>
    </p:bg>
    <p:spTree>
      <p:nvGrpSpPr>
        <p:cNvPr id="1" name=""/>
        <p:cNvGrpSpPr/>
        <p:nvPr/>
      </p:nvGrpSpPr>
      <p:grpSpPr>
        <a:xfrm xmlns:a="http://schemas.openxmlformats.org/drawingml/2006/main"/>
      </p:grpSpPr>
      <p:sp>
        <p:nvSpPr>
          <p:cNvPr id="27" name="Rectangle 26">
            <a:extLst xmlns:a="http://schemas.openxmlformats.org/drawingml/2006/main">
              <a:ext uri="{FF2B5EF4-FFF2-40B4-BE49-F238E27FC236}">
                <a16:creationId xmlns:a16="http://schemas.microsoft.com/office/drawing/2014/main" id="{2FA44324-27F7-4D11-A718-02BEDD9D3245}"/>
              </a:ext>
            </a:extLst>
          </p:cNvPr>
          <p:cNvSpPr>
            <a:spLocks xmlns:a="http://schemas.openxmlformats.org/drawingml/2006/main" noGrp="1"/>
          </p:cNvSpPr>
          <p:nvPr/>
        </p:nvSpPr>
        <p:spPr>
          <a:xfrm xmlns:a="http://schemas.openxmlformats.org/drawingml/2006/main">
            <a:off x="0" y="0"/>
            <a:ext cx="12192000" cy="104775"/>
          </a:xfrm>
          <a:prstGeom xmlns:a="http://schemas.openxmlformats.org/drawingml/2006/main" prst="rect">
            <a:avLst/>
          </a:prstGeom>
          <a:solidFill xmlns:a="http://schemas.openxmlformats.org/drawingml/2006/main">
            <a:srgbClr val="C7DBD1"/>
          </a:solidFill>
          <a:ln xmlns:a="http://schemas.openxmlformats.org/drawingml/2006/main" w="0">
            <a:noFill/>
            <a:prstDash val="solid"/>
          </a:ln>
        </p:spPr>
      </p:sp>
      <p:sp>
        <p:nvSpPr>
          <p:cNvPr id="2" name="Rectangle 1">
            <a:extLst xmlns:a="http://schemas.openxmlformats.org/drawingml/2006/main">
              <a:ext uri="{FF2B5EF4-FFF2-40B4-BE49-F238E27FC236}">
                <a16:creationId xmlns:a16="http://schemas.microsoft.com/office/drawing/2014/main" id="{95F327D7-D6ED-4377-BEE1-682EA480BDEB}"/>
              </a:ext>
            </a:extLst>
          </p:cNvPr>
          <p:cNvSpPr>
            <a:spLocks xmlns:a="http://schemas.openxmlformats.org/drawingml/2006/main" noGrp="1"/>
          </p:cNvSpPr>
          <p:nvPr/>
        </p:nvSpPr>
        <p:spPr>
          <a:xfrm xmlns:a="http://schemas.openxmlformats.org/drawingml/2006/main">
            <a:off x="609600" y="371475"/>
            <a:ext cx="1097280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a:bodyPr>
          <a:lstStyle xmlns:a="http://schemas.openxmlformats.org/drawingml/2006/main">
            <a:defPPr algn="l">
              <a:defRPr sz="2625" b="1">
                <a:solidFill>
                  <a:srgbClr val="243A50"/>
                </a:solidFill>
                <a:latin typeface="Helvetica Neue"/>
                <a:ea typeface="Helvetica Neue"/>
                <a:cs typeface="Helvetica Neue"/>
              </a:defRPr>
            </a:defPPr>
            <a:lvl1pPr algn="l">
              <a:buNone/>
              <a:defRPr sz="2625" b="1">
                <a:solidFill>
                  <a:srgbClr val="243A50"/>
                </a:solidFill>
                <a:latin typeface="Helvetica Neue"/>
                <a:ea typeface="Helvetica Neue"/>
                <a:cs typeface="Helvetica Neue"/>
              </a:defRPr>
            </a:lvl1pPr>
            <a:lvl2pPr algn="l">
              <a:buNone/>
              <a:defRPr sz="2625" b="1">
                <a:solidFill>
                  <a:srgbClr val="243A50"/>
                </a:solidFill>
                <a:latin typeface="Helvetica Neue"/>
                <a:ea typeface="Helvetica Neue"/>
                <a:cs typeface="Helvetica Neue"/>
              </a:defRPr>
            </a:lvl2pPr>
            <a:lvl3pPr algn="l">
              <a:buNone/>
              <a:defRPr sz="2625" b="1">
                <a:solidFill>
                  <a:srgbClr val="243A50"/>
                </a:solidFill>
                <a:latin typeface="Helvetica Neue"/>
                <a:ea typeface="Helvetica Neue"/>
                <a:cs typeface="Helvetica Neue"/>
              </a:defRPr>
            </a:lvl3pPr>
            <a:lvl4pPr algn="l">
              <a:buNone/>
              <a:defRPr sz="2625" b="1">
                <a:solidFill>
                  <a:srgbClr val="243A50"/>
                </a:solidFill>
                <a:latin typeface="Helvetica Neue"/>
                <a:ea typeface="Helvetica Neue"/>
                <a:cs typeface="Helvetica Neue"/>
              </a:defRPr>
            </a:lvl4pPr>
            <a:lvl5pPr algn="l">
              <a:buNone/>
              <a:defRPr sz="2625" b="1">
                <a:solidFill>
                  <a:srgbClr val="243A50"/>
                </a:solidFill>
                <a:latin typeface="Helvetica Neue"/>
                <a:ea typeface="Helvetica Neue"/>
                <a:cs typeface="Helvetica Neue"/>
              </a:defRPr>
            </a:lvl5pPr>
            <a:lvl6pPr algn="l">
              <a:buNone/>
              <a:defRPr sz="2625" b="1">
                <a:solidFill>
                  <a:srgbClr val="243A50"/>
                </a:solidFill>
                <a:latin typeface="Helvetica Neue"/>
                <a:ea typeface="Helvetica Neue"/>
                <a:cs typeface="Helvetica Neue"/>
              </a:defRPr>
            </a:lvl6pPr>
            <a:lvl7pPr algn="l">
              <a:buNone/>
              <a:defRPr sz="2625" b="1">
                <a:solidFill>
                  <a:srgbClr val="243A50"/>
                </a:solidFill>
                <a:latin typeface="Helvetica Neue"/>
                <a:ea typeface="Helvetica Neue"/>
                <a:cs typeface="Helvetica Neue"/>
              </a:defRPr>
            </a:lvl7pPr>
            <a:lvl8pPr algn="l">
              <a:buNone/>
              <a:defRPr sz="2625" b="1">
                <a:solidFill>
                  <a:srgbClr val="243A50"/>
                </a:solidFill>
                <a:latin typeface="Helvetica Neue"/>
                <a:ea typeface="Helvetica Neue"/>
                <a:cs typeface="Helvetica Neue"/>
              </a:defRPr>
            </a:lvl8pPr>
            <a:lvl9pPr algn="l">
              <a:buNone/>
              <a:defRPr sz="2625" b="1">
                <a:solidFill>
                  <a:srgbClr val="243A50"/>
                </a:solidFill>
                <a:latin typeface="Helvetica Neue"/>
                <a:ea typeface="Helvetica Neue"/>
                <a:cs typeface="Helvetica Neue"/>
              </a:defRPr>
            </a:lvl9pPr>
          </a:lstStyle>
          <a:p xmlns:a="http://schemas.openxmlformats.org/drawingml/2006/main">
            <a:pPr algn="l">
              <a:buNone/>
              <a:defRPr sz="2625" b="1">
                <a:solidFill>
                  <a:srgbClr val="243A50"/>
                </a:solidFill>
                <a:latin typeface="Helvetica Neue"/>
                <a:ea typeface="Helvetica Neue"/>
                <a:cs typeface="Helvetica Neue"/>
              </a:defRPr>
            </a:pPr>
            <a:r>
              <a:rPr sz="2625" b="1">
                <a:solidFill>
                  <a:srgbClr val="243A50"/>
                </a:solidFill>
                <a:latin typeface="Helvetica Neue"/>
                <a:ea typeface="Helvetica Neue"/>
                <a:cs typeface="Helvetica Neue"/>
              </a:rPr>
              <a:t>Problem and project overview</a:t>
            </a:r>
          </a:p>
        </p:txBody>
      </p:sp>
      <p:sp>
        <p:nvSpPr>
          <p:cNvPr id="3" name="Rectangle 2">
            <a:extLst xmlns:a="http://schemas.openxmlformats.org/drawingml/2006/main">
              <a:ext uri="{FF2B5EF4-FFF2-40B4-BE49-F238E27FC236}">
                <a16:creationId xmlns:a16="http://schemas.microsoft.com/office/drawing/2014/main" id="{CAE5EE65-2448-4F3D-A525-E127F41E3C43}"/>
              </a:ext>
            </a:extLst>
          </p:cNvPr>
          <p:cNvSpPr>
            <a:spLocks xmlns:a="http://schemas.openxmlformats.org/drawingml/2006/main" noGrp="1"/>
          </p:cNvSpPr>
          <p:nvPr/>
        </p:nvSpPr>
        <p:spPr>
          <a:xfrm xmlns:a="http://schemas.openxmlformats.org/drawingml/2006/main">
            <a:off x="628650" y="904875"/>
            <a:ext cx="108394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a:bodyPr>
          <a:lstStyle xmlns:a="http://schemas.openxmlformats.org/drawingml/2006/main">
            <a:defPPr algn="l">
              <a:defRPr sz="1350" b="0">
                <a:solidFill>
                  <a:srgbClr val="63788A"/>
                </a:solidFill>
                <a:latin typeface="Helvetica Neue"/>
                <a:ea typeface="Helvetica Neue"/>
                <a:cs typeface="Helvetica Neue"/>
              </a:defRPr>
            </a:defPPr>
            <a:lvl1pPr algn="l">
              <a:buNone/>
              <a:defRPr sz="1350" b="0">
                <a:solidFill>
                  <a:srgbClr val="63788A"/>
                </a:solidFill>
                <a:latin typeface="Helvetica Neue"/>
                <a:ea typeface="Helvetica Neue"/>
                <a:cs typeface="Helvetica Neue"/>
              </a:defRPr>
            </a:lvl1pPr>
            <a:lvl2pPr algn="l">
              <a:buNone/>
              <a:defRPr sz="1350" b="0">
                <a:solidFill>
                  <a:srgbClr val="63788A"/>
                </a:solidFill>
                <a:latin typeface="Helvetica Neue"/>
                <a:ea typeface="Helvetica Neue"/>
                <a:cs typeface="Helvetica Neue"/>
              </a:defRPr>
            </a:lvl2pPr>
            <a:lvl3pPr algn="l">
              <a:buNone/>
              <a:defRPr sz="1350" b="0">
                <a:solidFill>
                  <a:srgbClr val="63788A"/>
                </a:solidFill>
                <a:latin typeface="Helvetica Neue"/>
                <a:ea typeface="Helvetica Neue"/>
                <a:cs typeface="Helvetica Neue"/>
              </a:defRPr>
            </a:lvl3pPr>
            <a:lvl4pPr algn="l">
              <a:buNone/>
              <a:defRPr sz="1350" b="0">
                <a:solidFill>
                  <a:srgbClr val="63788A"/>
                </a:solidFill>
                <a:latin typeface="Helvetica Neue"/>
                <a:ea typeface="Helvetica Neue"/>
                <a:cs typeface="Helvetica Neue"/>
              </a:defRPr>
            </a:lvl4pPr>
            <a:lvl5pPr algn="l">
              <a:buNone/>
              <a:defRPr sz="1350" b="0">
                <a:solidFill>
                  <a:srgbClr val="63788A"/>
                </a:solidFill>
                <a:latin typeface="Helvetica Neue"/>
                <a:ea typeface="Helvetica Neue"/>
                <a:cs typeface="Helvetica Neue"/>
              </a:defRPr>
            </a:lvl5pPr>
            <a:lvl6pPr algn="l">
              <a:buNone/>
              <a:defRPr sz="1350" b="0">
                <a:solidFill>
                  <a:srgbClr val="63788A"/>
                </a:solidFill>
                <a:latin typeface="Helvetica Neue"/>
                <a:ea typeface="Helvetica Neue"/>
                <a:cs typeface="Helvetica Neue"/>
              </a:defRPr>
            </a:lvl6pPr>
            <a:lvl7pPr algn="l">
              <a:buNone/>
              <a:defRPr sz="1350" b="0">
                <a:solidFill>
                  <a:srgbClr val="63788A"/>
                </a:solidFill>
                <a:latin typeface="Helvetica Neue"/>
                <a:ea typeface="Helvetica Neue"/>
                <a:cs typeface="Helvetica Neue"/>
              </a:defRPr>
            </a:lvl7pPr>
            <a:lvl8pPr algn="l">
              <a:buNone/>
              <a:defRPr sz="1350" b="0">
                <a:solidFill>
                  <a:srgbClr val="63788A"/>
                </a:solidFill>
                <a:latin typeface="Helvetica Neue"/>
                <a:ea typeface="Helvetica Neue"/>
                <a:cs typeface="Helvetica Neue"/>
              </a:defRPr>
            </a:lvl8pPr>
            <a:lvl9pPr algn="l">
              <a:buNone/>
              <a:defRPr sz="1350" b="0">
                <a:solidFill>
                  <a:srgbClr val="63788A"/>
                </a:solidFill>
                <a:latin typeface="Helvetica Neue"/>
                <a:ea typeface="Helvetica Neue"/>
                <a:cs typeface="Helvetica Neue"/>
              </a:defRPr>
            </a:lvl9pPr>
          </a:lstStyle>
          <a:p xmlns:a="http://schemas.openxmlformats.org/drawingml/2006/main">
            <a:pPr algn="l">
              <a:buNone/>
              <a:defRPr sz="1350" b="0">
                <a:solidFill>
                  <a:srgbClr val="63788A"/>
                </a:solidFill>
                <a:latin typeface="Helvetica Neue"/>
                <a:ea typeface="Helvetica Neue"/>
                <a:cs typeface="Helvetica Neue"/>
              </a:defRPr>
            </a:pPr>
            <a:r>
              <a:rPr sz="1350" b="0">
                <a:solidFill>
                  <a:srgbClr val="63788A"/>
                </a:solidFill>
                <a:latin typeface="Helvetica Neue"/>
                <a:ea typeface="Helvetica Neue"/>
                <a:cs typeface="Helvetica Neue"/>
              </a:rPr>
              <a:t>Predict building, floor, and position from one sparse Wi-Fi fingerprint.</a:t>
            </a:r>
          </a:p>
        </p:txBody>
      </p:sp>
      <p:sp>
        <p:nvSpPr>
          <p:cNvPr id="4" name="Straight Connector 3">
            <a:extLst xmlns:a="http://schemas.openxmlformats.org/drawingml/2006/main">
              <a:ext uri="{FF2B5EF4-FFF2-40B4-BE49-F238E27FC236}">
                <a16:creationId xmlns:a16="http://schemas.microsoft.com/office/drawing/2014/main" id="{13A86D8D-3F47-43E6-B32B-9D9BCE261711}"/>
              </a:ext>
            </a:extLst>
          </p:cNvPr>
          <p:cNvSpPr>
            <a:spLocks xmlns:a="http://schemas.openxmlformats.org/drawingml/2006/main" noGrp="1"/>
          </p:cNvSpPr>
          <p:nvPr/>
        </p:nvSpPr>
        <p:spPr>
          <a:xfrm xmlns:a="http://schemas.openxmlformats.org/drawingml/2006/main">
            <a:off x="609600" y="6381750"/>
            <a:ext cx="10972800" cy="0"/>
          </a:xfrm>
          <a:prstGeom xmlns:a="http://schemas.openxmlformats.org/drawingml/2006/main" prst="line">
            <a:avLst/>
          </a:prstGeom>
          <a:noFill xmlns:a="http://schemas.openxmlformats.org/drawingml/2006/main"/>
          <a:ln xmlns:a="http://schemas.openxmlformats.org/drawingml/2006/main" w="9525">
            <a:solidFill>
              <a:srgbClr val="CBD5DA"/>
            </a:solidFill>
            <a:prstDash val="solid"/>
          </a:ln>
        </p:spPr>
      </p:sp>
      <p:sp>
        <p:nvSpPr>
          <p:cNvPr id="5" name="Rectangle 4">
            <a:extLst xmlns:a="http://schemas.openxmlformats.org/drawingml/2006/main">
              <a:ext uri="{FF2B5EF4-FFF2-40B4-BE49-F238E27FC236}">
                <a16:creationId xmlns:a16="http://schemas.microsoft.com/office/drawing/2014/main" id="{F6370120-B56F-41D7-902A-B644F53312D9}"/>
              </a:ext>
            </a:extLst>
          </p:cNvPr>
          <p:cNvSpPr>
            <a:spLocks xmlns:a="http://schemas.openxmlformats.org/drawingml/2006/main" noGrp="1"/>
          </p:cNvSpPr>
          <p:nvPr/>
        </p:nvSpPr>
        <p:spPr>
          <a:xfrm xmlns:a="http://schemas.openxmlformats.org/drawingml/2006/main">
            <a:off x="609600" y="6477000"/>
            <a:ext cx="109728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a:bodyPr>
          <a:lstStyle xmlns:a="http://schemas.openxmlformats.org/drawingml/2006/main">
            <a:defPPr algn="r">
              <a:defRPr sz="900" b="0">
                <a:solidFill>
                  <a:srgbClr val="63788A"/>
                </a:solidFill>
                <a:latin typeface="Helvetica Neue"/>
                <a:ea typeface="Helvetica Neue"/>
                <a:cs typeface="Helvetica Neue"/>
              </a:defRPr>
            </a:defPPr>
            <a:lvl1pPr algn="r">
              <a:buNone/>
              <a:defRPr sz="900" b="0">
                <a:solidFill>
                  <a:srgbClr val="63788A"/>
                </a:solidFill>
                <a:latin typeface="Helvetica Neue"/>
                <a:ea typeface="Helvetica Neue"/>
                <a:cs typeface="Helvetica Neue"/>
              </a:defRPr>
            </a:lvl1pPr>
            <a:lvl2pPr algn="r">
              <a:buNone/>
              <a:defRPr sz="900" b="0">
                <a:solidFill>
                  <a:srgbClr val="63788A"/>
                </a:solidFill>
                <a:latin typeface="Helvetica Neue"/>
                <a:ea typeface="Helvetica Neue"/>
                <a:cs typeface="Helvetica Neue"/>
              </a:defRPr>
            </a:lvl2pPr>
            <a:lvl3pPr algn="r">
              <a:buNone/>
              <a:defRPr sz="900" b="0">
                <a:solidFill>
                  <a:srgbClr val="63788A"/>
                </a:solidFill>
                <a:latin typeface="Helvetica Neue"/>
                <a:ea typeface="Helvetica Neue"/>
                <a:cs typeface="Helvetica Neue"/>
              </a:defRPr>
            </a:lvl3pPr>
            <a:lvl4pPr algn="r">
              <a:buNone/>
              <a:defRPr sz="900" b="0">
                <a:solidFill>
                  <a:srgbClr val="63788A"/>
                </a:solidFill>
                <a:latin typeface="Helvetica Neue"/>
                <a:ea typeface="Helvetica Neue"/>
                <a:cs typeface="Helvetica Neue"/>
              </a:defRPr>
            </a:lvl4pPr>
            <a:lvl5pPr algn="r">
              <a:buNone/>
              <a:defRPr sz="900" b="0">
                <a:solidFill>
                  <a:srgbClr val="63788A"/>
                </a:solidFill>
                <a:latin typeface="Helvetica Neue"/>
                <a:ea typeface="Helvetica Neue"/>
                <a:cs typeface="Helvetica Neue"/>
              </a:defRPr>
            </a:lvl5pPr>
            <a:lvl6pPr algn="r">
              <a:buNone/>
              <a:defRPr sz="900" b="0">
                <a:solidFill>
                  <a:srgbClr val="63788A"/>
                </a:solidFill>
                <a:latin typeface="Helvetica Neue"/>
                <a:ea typeface="Helvetica Neue"/>
                <a:cs typeface="Helvetica Neue"/>
              </a:defRPr>
            </a:lvl6pPr>
            <a:lvl7pPr algn="r">
              <a:buNone/>
              <a:defRPr sz="900" b="0">
                <a:solidFill>
                  <a:srgbClr val="63788A"/>
                </a:solidFill>
                <a:latin typeface="Helvetica Neue"/>
                <a:ea typeface="Helvetica Neue"/>
                <a:cs typeface="Helvetica Neue"/>
              </a:defRPr>
            </a:lvl7pPr>
            <a:lvl8pPr algn="r">
              <a:buNone/>
              <a:defRPr sz="900" b="0">
                <a:solidFill>
                  <a:srgbClr val="63788A"/>
                </a:solidFill>
                <a:latin typeface="Helvetica Neue"/>
                <a:ea typeface="Helvetica Neue"/>
                <a:cs typeface="Helvetica Neue"/>
              </a:defRPr>
            </a:lvl8pPr>
            <a:lvl9pPr algn="r">
              <a:buNone/>
              <a:defRPr sz="900" b="0">
                <a:solidFill>
                  <a:srgbClr val="63788A"/>
                </a:solidFill>
                <a:latin typeface="Helvetica Neue"/>
                <a:ea typeface="Helvetica Neue"/>
                <a:cs typeface="Helvetica Neue"/>
              </a:defRPr>
            </a:lvl9pPr>
          </a:lstStyle>
          <a:p xmlns:a="http://schemas.openxmlformats.org/drawingml/2006/main">
            <a:pPr algn="r">
              <a:buNone/>
              <a:defRPr sz="900" b="0">
                <a:solidFill>
                  <a:srgbClr val="63788A"/>
                </a:solidFill>
                <a:latin typeface="Helvetica Neue"/>
                <a:ea typeface="Helvetica Neue"/>
                <a:cs typeface="Helvetica Neue"/>
              </a:defRPr>
            </a:pPr>
            <a:r>
              <a:rPr sz="900" b="0">
                <a:solidFill>
                  <a:srgbClr val="63788A"/>
                </a:solidFill>
                <a:latin typeface="Helvetica Neue"/>
                <a:ea typeface="Helvetica Neue"/>
                <a:cs typeface="Helvetica Neue"/>
              </a:rPr>
              <a:t>PROJECT 9  •  AML VIVA  •  02</a:t>
            </a:r>
          </a:p>
        </p:txBody>
      </p:sp>
      <p:sp>
        <p:nvSpPr>
          <p:cNvPr id="6" name="Rounded Rectangle 5">
            <a:extLst xmlns:a="http://schemas.openxmlformats.org/drawingml/2006/main">
              <a:ext uri="{FF2B5EF4-FFF2-40B4-BE49-F238E27FC236}">
                <a16:creationId xmlns:a16="http://schemas.microsoft.com/office/drawing/2014/main" id="{FCAFE341-4FE1-4EBB-BD8C-A5179F078E45}"/>
              </a:ext>
            </a:extLst>
          </p:cNvPr>
          <p:cNvSpPr>
            <a:spLocks xmlns:a="http://schemas.openxmlformats.org/drawingml/2006/main" noGrp="1"/>
          </p:cNvSpPr>
          <p:nvPr/>
        </p:nvSpPr>
        <p:spPr>
          <a:xfrm xmlns:a="http://schemas.openxmlformats.org/drawingml/2006/main">
            <a:off x="647700" y="2000250"/>
            <a:ext cx="2095500" cy="1524000"/>
          </a:xfrm>
          <a:prstGeom xmlns:a="http://schemas.openxmlformats.org/drawingml/2006/main" prst="roundRect">
            <a:avLst>
              <a:gd name="adj" fmla="val 5000"/>
            </a:avLst>
          </a:prstGeom>
          <a:solidFill xmlns:a="http://schemas.openxmlformats.org/drawingml/2006/main">
            <a:srgbClr val="E8EFF4"/>
          </a:solidFill>
          <a:ln xmlns:a="http://schemas.openxmlformats.org/drawingml/2006/main" w="9525">
            <a:solidFill>
              <a:srgbClr val="CBD5DA"/>
            </a:solidFill>
            <a:prstDash val="solid"/>
          </a:ln>
        </p:spPr>
      </p:sp>
      <p:sp>
        <p:nvSpPr>
          <p:cNvPr id="7" name="Rectangle 6">
            <a:extLst xmlns:a="http://schemas.openxmlformats.org/drawingml/2006/main">
              <a:ext uri="{FF2B5EF4-FFF2-40B4-BE49-F238E27FC236}">
                <a16:creationId xmlns:a16="http://schemas.microsoft.com/office/drawing/2014/main" id="{981C6706-F60E-4197-B3E4-282FC11ED8B2}"/>
              </a:ext>
            </a:extLst>
          </p:cNvPr>
          <p:cNvSpPr>
            <a:spLocks xmlns:a="http://schemas.openxmlformats.org/drawingml/2006/main" noGrp="1"/>
          </p:cNvSpPr>
          <p:nvPr/>
        </p:nvSpPr>
        <p:spPr>
          <a:xfrm xmlns:a="http://schemas.openxmlformats.org/drawingml/2006/main">
            <a:off x="762000" y="2114550"/>
            <a:ext cx="1866900" cy="3333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a:bodyPr>
          <a:lstStyle xmlns:a="http://schemas.openxmlformats.org/drawingml/2006/main">
            <a:defPPr algn="ctr">
              <a:defRPr sz="1500" b="1">
                <a:solidFill>
                  <a:srgbClr val="243A50"/>
                </a:solidFill>
                <a:latin typeface="Helvetica Neue"/>
                <a:ea typeface="Helvetica Neue"/>
                <a:cs typeface="Helvetica Neue"/>
              </a:defRPr>
            </a:defPPr>
            <a:lvl1pPr algn="ctr">
              <a:buNone/>
              <a:defRPr sz="1500" b="1">
                <a:solidFill>
                  <a:srgbClr val="243A50"/>
                </a:solidFill>
                <a:latin typeface="Helvetica Neue"/>
                <a:ea typeface="Helvetica Neue"/>
                <a:cs typeface="Helvetica Neue"/>
              </a:defRPr>
            </a:lvl1pPr>
            <a:lvl2pPr algn="ctr">
              <a:buNone/>
              <a:defRPr sz="1500" b="1">
                <a:solidFill>
                  <a:srgbClr val="243A50"/>
                </a:solidFill>
                <a:latin typeface="Helvetica Neue"/>
                <a:ea typeface="Helvetica Neue"/>
                <a:cs typeface="Helvetica Neue"/>
              </a:defRPr>
            </a:lvl2pPr>
            <a:lvl3pPr algn="ctr">
              <a:buNone/>
              <a:defRPr sz="1500" b="1">
                <a:solidFill>
                  <a:srgbClr val="243A50"/>
                </a:solidFill>
                <a:latin typeface="Helvetica Neue"/>
                <a:ea typeface="Helvetica Neue"/>
                <a:cs typeface="Helvetica Neue"/>
              </a:defRPr>
            </a:lvl3pPr>
            <a:lvl4pPr algn="ctr">
              <a:buNone/>
              <a:defRPr sz="1500" b="1">
                <a:solidFill>
                  <a:srgbClr val="243A50"/>
                </a:solidFill>
                <a:latin typeface="Helvetica Neue"/>
                <a:ea typeface="Helvetica Neue"/>
                <a:cs typeface="Helvetica Neue"/>
              </a:defRPr>
            </a:lvl4pPr>
            <a:lvl5pPr algn="ctr">
              <a:buNone/>
              <a:defRPr sz="1500" b="1">
                <a:solidFill>
                  <a:srgbClr val="243A50"/>
                </a:solidFill>
                <a:latin typeface="Helvetica Neue"/>
                <a:ea typeface="Helvetica Neue"/>
                <a:cs typeface="Helvetica Neue"/>
              </a:defRPr>
            </a:lvl5pPr>
            <a:lvl6pPr algn="ctr">
              <a:buNone/>
              <a:defRPr sz="1500" b="1">
                <a:solidFill>
                  <a:srgbClr val="243A50"/>
                </a:solidFill>
                <a:latin typeface="Helvetica Neue"/>
                <a:ea typeface="Helvetica Neue"/>
                <a:cs typeface="Helvetica Neue"/>
              </a:defRPr>
            </a:lvl6pPr>
            <a:lvl7pPr algn="ctr">
              <a:buNone/>
              <a:defRPr sz="1500" b="1">
                <a:solidFill>
                  <a:srgbClr val="243A50"/>
                </a:solidFill>
                <a:latin typeface="Helvetica Neue"/>
                <a:ea typeface="Helvetica Neue"/>
                <a:cs typeface="Helvetica Neue"/>
              </a:defRPr>
            </a:lvl7pPr>
            <a:lvl8pPr algn="ctr">
              <a:buNone/>
              <a:defRPr sz="1500" b="1">
                <a:solidFill>
                  <a:srgbClr val="243A50"/>
                </a:solidFill>
                <a:latin typeface="Helvetica Neue"/>
                <a:ea typeface="Helvetica Neue"/>
                <a:cs typeface="Helvetica Neue"/>
              </a:defRPr>
            </a:lvl8pPr>
            <a:lvl9pPr algn="ctr">
              <a:buNone/>
              <a:defRPr sz="1500" b="1">
                <a:solidFill>
                  <a:srgbClr val="243A50"/>
                </a:solidFill>
                <a:latin typeface="Helvetica Neue"/>
                <a:ea typeface="Helvetica Neue"/>
                <a:cs typeface="Helvetica Neue"/>
              </a:defRPr>
            </a:lvl9pPr>
          </a:lstStyle>
          <a:p xmlns:a="http://schemas.openxmlformats.org/drawingml/2006/main">
            <a:pPr algn="ctr">
              <a:buNone/>
              <a:defRPr sz="1500" b="1">
                <a:solidFill>
                  <a:srgbClr val="243A50"/>
                </a:solidFill>
                <a:latin typeface="Helvetica Neue"/>
                <a:ea typeface="Helvetica Neue"/>
                <a:cs typeface="Helvetica Neue"/>
              </a:defRPr>
            </a:pPr>
            <a:r>
              <a:rPr sz="1500" b="1">
                <a:solidFill>
                  <a:srgbClr val="243A50"/>
                </a:solidFill>
                <a:latin typeface="Helvetica Neue"/>
                <a:ea typeface="Helvetica Neue"/>
                <a:cs typeface="Helvetica Neue"/>
              </a:rPr>
              <a:t>Wi-Fi scan</a:t>
            </a:r>
          </a:p>
        </p:txBody>
      </p:sp>
      <p:sp>
        <p:nvSpPr>
          <p:cNvPr id="8" name="Rectangle 7">
            <a:extLst xmlns:a="http://schemas.openxmlformats.org/drawingml/2006/main">
              <a:ext uri="{FF2B5EF4-FFF2-40B4-BE49-F238E27FC236}">
                <a16:creationId xmlns:a16="http://schemas.microsoft.com/office/drawing/2014/main" id="{2D0FFEAC-C4B8-4045-9AE6-DEEA4EC25BBB}"/>
              </a:ext>
            </a:extLst>
          </p:cNvPr>
          <p:cNvSpPr>
            <a:spLocks xmlns:a="http://schemas.openxmlformats.org/drawingml/2006/main" noGrp="1"/>
          </p:cNvSpPr>
          <p:nvPr/>
        </p:nvSpPr>
        <p:spPr>
          <a:xfrm xmlns:a="http://schemas.openxmlformats.org/drawingml/2006/main">
            <a:off x="781050" y="2514600"/>
            <a:ext cx="1828800" cy="914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a:bodyPr>
          <a:lstStyle xmlns:a="http://schemas.openxmlformats.org/drawingml/2006/main">
            <a:defPPr algn="ctr">
              <a:defRPr sz="1200" b="0">
                <a:solidFill>
                  <a:srgbClr val="33485D"/>
                </a:solidFill>
                <a:latin typeface="Helvetica Neue"/>
                <a:ea typeface="Helvetica Neue"/>
                <a:cs typeface="Helvetica Neue"/>
              </a:defRPr>
            </a:defPPr>
            <a:lvl1pPr algn="ctr">
              <a:buNone/>
              <a:defRPr sz="1200" b="0">
                <a:solidFill>
                  <a:srgbClr val="33485D"/>
                </a:solidFill>
                <a:latin typeface="Helvetica Neue"/>
                <a:ea typeface="Helvetica Neue"/>
                <a:cs typeface="Helvetica Neue"/>
              </a:defRPr>
            </a:lvl1pPr>
            <a:lvl2pPr algn="ctr">
              <a:buNone/>
              <a:defRPr sz="1200" b="0">
                <a:solidFill>
                  <a:srgbClr val="33485D"/>
                </a:solidFill>
                <a:latin typeface="Helvetica Neue"/>
                <a:ea typeface="Helvetica Neue"/>
                <a:cs typeface="Helvetica Neue"/>
              </a:defRPr>
            </a:lvl2pPr>
            <a:lvl3pPr algn="ctr">
              <a:buNone/>
              <a:defRPr sz="1200" b="0">
                <a:solidFill>
                  <a:srgbClr val="33485D"/>
                </a:solidFill>
                <a:latin typeface="Helvetica Neue"/>
                <a:ea typeface="Helvetica Neue"/>
                <a:cs typeface="Helvetica Neue"/>
              </a:defRPr>
            </a:lvl3pPr>
            <a:lvl4pPr algn="ctr">
              <a:buNone/>
              <a:defRPr sz="1200" b="0">
                <a:solidFill>
                  <a:srgbClr val="33485D"/>
                </a:solidFill>
                <a:latin typeface="Helvetica Neue"/>
                <a:ea typeface="Helvetica Neue"/>
                <a:cs typeface="Helvetica Neue"/>
              </a:defRPr>
            </a:lvl4pPr>
            <a:lvl5pPr algn="ctr">
              <a:buNone/>
              <a:defRPr sz="1200" b="0">
                <a:solidFill>
                  <a:srgbClr val="33485D"/>
                </a:solidFill>
                <a:latin typeface="Helvetica Neue"/>
                <a:ea typeface="Helvetica Neue"/>
                <a:cs typeface="Helvetica Neue"/>
              </a:defRPr>
            </a:lvl5pPr>
            <a:lvl6pPr algn="ctr">
              <a:buNone/>
              <a:defRPr sz="1200" b="0">
                <a:solidFill>
                  <a:srgbClr val="33485D"/>
                </a:solidFill>
                <a:latin typeface="Helvetica Neue"/>
                <a:ea typeface="Helvetica Neue"/>
                <a:cs typeface="Helvetica Neue"/>
              </a:defRPr>
            </a:lvl6pPr>
            <a:lvl7pPr algn="ctr">
              <a:buNone/>
              <a:defRPr sz="1200" b="0">
                <a:solidFill>
                  <a:srgbClr val="33485D"/>
                </a:solidFill>
                <a:latin typeface="Helvetica Neue"/>
                <a:ea typeface="Helvetica Neue"/>
                <a:cs typeface="Helvetica Neue"/>
              </a:defRPr>
            </a:lvl7pPr>
            <a:lvl8pPr algn="ctr">
              <a:buNone/>
              <a:defRPr sz="1200" b="0">
                <a:solidFill>
                  <a:srgbClr val="33485D"/>
                </a:solidFill>
                <a:latin typeface="Helvetica Neue"/>
                <a:ea typeface="Helvetica Neue"/>
                <a:cs typeface="Helvetica Neue"/>
              </a:defRPr>
            </a:lvl8pPr>
            <a:lvl9pPr algn="ctr">
              <a:buNone/>
              <a:defRPr sz="1200" b="0">
                <a:solidFill>
                  <a:srgbClr val="33485D"/>
                </a:solidFill>
                <a:latin typeface="Helvetica Neue"/>
                <a:ea typeface="Helvetica Neue"/>
                <a:cs typeface="Helvetica Neue"/>
              </a:defRPr>
            </a:lvl9pPr>
          </a:lstStyle>
          <a:p xmlns:a="http://schemas.openxmlformats.org/drawingml/2006/main">
            <a:pPr algn="ctr">
              <a:buNone/>
              <a:defRPr sz="1200" b="0">
                <a:solidFill>
                  <a:srgbClr val="33485D"/>
                </a:solidFill>
                <a:latin typeface="Helvetica Neue"/>
                <a:ea typeface="Helvetica Neue"/>
                <a:cs typeface="Helvetica Neue"/>
              </a:defRPr>
            </a:pPr>
            <a:r>
              <a:rPr sz="1200" b="0">
                <a:solidFill>
                  <a:srgbClr val="33485D"/>
                </a:solidFill>
                <a:latin typeface="Helvetica Neue"/>
                <a:ea typeface="Helvetica Neue"/>
                <a:cs typeface="Helvetica Neue"/>
              </a:rPr>
              <a:t>520 access-point RSSI fields</a:t>
            </a:r>
          </a:p>
          <a:p xmlns:a="http://schemas.openxmlformats.org/drawingml/2006/main">
            <a:pPr algn="ctr">
              <a:buNone/>
              <a:defRPr sz="1200" b="0">
                <a:solidFill>
                  <a:srgbClr val="33485D"/>
                </a:solidFill>
                <a:latin typeface="Helvetica Neue"/>
                <a:ea typeface="Helvetica Neue"/>
                <a:cs typeface="Helvetica Neue"/>
              </a:defRPr>
            </a:pPr>
            <a:r>
              <a:rPr sz="1200" b="0">
                <a:solidFill>
                  <a:srgbClr val="33485D"/>
                </a:solidFill>
                <a:latin typeface="Helvetica Neue"/>
                <a:ea typeface="Helvetica Neue"/>
                <a:cs typeface="Helvetica Neue"/>
              </a:rPr>
              <a:t>most readings are absent</a:t>
            </a:r>
          </a:p>
        </p:txBody>
      </p:sp>
      <p:sp>
        <p:nvSpPr>
          <p:cNvPr id="9" name="Right Arrow 8">
            <a:extLst xmlns:a="http://schemas.openxmlformats.org/drawingml/2006/main">
              <a:ext uri="{FF2B5EF4-FFF2-40B4-BE49-F238E27FC236}">
                <a16:creationId xmlns:a16="http://schemas.microsoft.com/office/drawing/2014/main" id="{9E2A1B11-42D2-4B6F-AC77-74F704F888F4}"/>
              </a:ext>
            </a:extLst>
          </p:cNvPr>
          <p:cNvSpPr>
            <a:spLocks xmlns:a="http://schemas.openxmlformats.org/drawingml/2006/main" noGrp="1"/>
          </p:cNvSpPr>
          <p:nvPr/>
        </p:nvSpPr>
        <p:spPr>
          <a:xfrm xmlns:a="http://schemas.openxmlformats.org/drawingml/2006/main">
            <a:off x="2876550" y="2686050"/>
            <a:ext cx="400050" cy="152400"/>
          </a:xfrm>
          <a:prstGeom xmlns:a="http://schemas.openxmlformats.org/drawingml/2006/main" prst="rightArrow">
            <a:avLst/>
          </a:prstGeom>
          <a:solidFill xmlns:a="http://schemas.openxmlformats.org/drawingml/2006/main">
            <a:srgbClr val="64877F"/>
          </a:solidFill>
          <a:ln xmlns:a="http://schemas.openxmlformats.org/drawingml/2006/main" w="0">
            <a:noFill/>
            <a:prstDash val="solid"/>
          </a:ln>
        </p:spPr>
      </p:sp>
      <p:sp>
        <p:nvSpPr>
          <p:cNvPr id="10" name="Rounded Rectangle 9">
            <a:extLst xmlns:a="http://schemas.openxmlformats.org/drawingml/2006/main">
              <a:ext uri="{FF2B5EF4-FFF2-40B4-BE49-F238E27FC236}">
                <a16:creationId xmlns:a16="http://schemas.microsoft.com/office/drawing/2014/main" id="{ABD44043-5218-4D4C-9AD9-5B61E655FEA0}"/>
              </a:ext>
            </a:extLst>
          </p:cNvPr>
          <p:cNvSpPr>
            <a:spLocks xmlns:a="http://schemas.openxmlformats.org/drawingml/2006/main" noGrp="1"/>
          </p:cNvSpPr>
          <p:nvPr/>
        </p:nvSpPr>
        <p:spPr>
          <a:xfrm xmlns:a="http://schemas.openxmlformats.org/drawingml/2006/main">
            <a:off x="3457575" y="2000250"/>
            <a:ext cx="2095500" cy="1524000"/>
          </a:xfrm>
          <a:prstGeom xmlns:a="http://schemas.openxmlformats.org/drawingml/2006/main" prst="roundRect">
            <a:avLst>
              <a:gd name="adj" fmla="val 5000"/>
            </a:avLst>
          </a:prstGeom>
          <a:solidFill xmlns:a="http://schemas.openxmlformats.org/drawingml/2006/main">
            <a:srgbClr val="C7DBD1"/>
          </a:solidFill>
          <a:ln xmlns:a="http://schemas.openxmlformats.org/drawingml/2006/main" w="9525">
            <a:solidFill>
              <a:srgbClr val="CBD5DA"/>
            </a:solidFill>
            <a:prstDash val="solid"/>
          </a:ln>
        </p:spPr>
      </p:sp>
      <p:sp>
        <p:nvSpPr>
          <p:cNvPr id="11" name="Rectangle 10">
            <a:extLst xmlns:a="http://schemas.openxmlformats.org/drawingml/2006/main">
              <a:ext uri="{FF2B5EF4-FFF2-40B4-BE49-F238E27FC236}">
                <a16:creationId xmlns:a16="http://schemas.microsoft.com/office/drawing/2014/main" id="{06A39A48-E2EE-4E6E-B57C-823C12D6DB1F}"/>
              </a:ext>
            </a:extLst>
          </p:cNvPr>
          <p:cNvSpPr>
            <a:spLocks xmlns:a="http://schemas.openxmlformats.org/drawingml/2006/main" noGrp="1"/>
          </p:cNvSpPr>
          <p:nvPr/>
        </p:nvSpPr>
        <p:spPr>
          <a:xfrm xmlns:a="http://schemas.openxmlformats.org/drawingml/2006/main">
            <a:off x="3571875" y="2114550"/>
            <a:ext cx="1866900" cy="3333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a:bodyPr>
          <a:lstStyle xmlns:a="http://schemas.openxmlformats.org/drawingml/2006/main">
            <a:defPPr algn="ctr">
              <a:defRPr sz="1500" b="1">
                <a:solidFill>
                  <a:srgbClr val="243A50"/>
                </a:solidFill>
                <a:latin typeface="Helvetica Neue"/>
                <a:ea typeface="Helvetica Neue"/>
                <a:cs typeface="Helvetica Neue"/>
              </a:defRPr>
            </a:defPPr>
            <a:lvl1pPr algn="ctr">
              <a:buNone/>
              <a:defRPr sz="1500" b="1">
                <a:solidFill>
                  <a:srgbClr val="243A50"/>
                </a:solidFill>
                <a:latin typeface="Helvetica Neue"/>
                <a:ea typeface="Helvetica Neue"/>
                <a:cs typeface="Helvetica Neue"/>
              </a:defRPr>
            </a:lvl1pPr>
            <a:lvl2pPr algn="ctr">
              <a:buNone/>
              <a:defRPr sz="1500" b="1">
                <a:solidFill>
                  <a:srgbClr val="243A50"/>
                </a:solidFill>
                <a:latin typeface="Helvetica Neue"/>
                <a:ea typeface="Helvetica Neue"/>
                <a:cs typeface="Helvetica Neue"/>
              </a:defRPr>
            </a:lvl2pPr>
            <a:lvl3pPr algn="ctr">
              <a:buNone/>
              <a:defRPr sz="1500" b="1">
                <a:solidFill>
                  <a:srgbClr val="243A50"/>
                </a:solidFill>
                <a:latin typeface="Helvetica Neue"/>
                <a:ea typeface="Helvetica Neue"/>
                <a:cs typeface="Helvetica Neue"/>
              </a:defRPr>
            </a:lvl3pPr>
            <a:lvl4pPr algn="ctr">
              <a:buNone/>
              <a:defRPr sz="1500" b="1">
                <a:solidFill>
                  <a:srgbClr val="243A50"/>
                </a:solidFill>
                <a:latin typeface="Helvetica Neue"/>
                <a:ea typeface="Helvetica Neue"/>
                <a:cs typeface="Helvetica Neue"/>
              </a:defRPr>
            </a:lvl4pPr>
            <a:lvl5pPr algn="ctr">
              <a:buNone/>
              <a:defRPr sz="1500" b="1">
                <a:solidFill>
                  <a:srgbClr val="243A50"/>
                </a:solidFill>
                <a:latin typeface="Helvetica Neue"/>
                <a:ea typeface="Helvetica Neue"/>
                <a:cs typeface="Helvetica Neue"/>
              </a:defRPr>
            </a:lvl5pPr>
            <a:lvl6pPr algn="ctr">
              <a:buNone/>
              <a:defRPr sz="1500" b="1">
                <a:solidFill>
                  <a:srgbClr val="243A50"/>
                </a:solidFill>
                <a:latin typeface="Helvetica Neue"/>
                <a:ea typeface="Helvetica Neue"/>
                <a:cs typeface="Helvetica Neue"/>
              </a:defRPr>
            </a:lvl6pPr>
            <a:lvl7pPr algn="ctr">
              <a:buNone/>
              <a:defRPr sz="1500" b="1">
                <a:solidFill>
                  <a:srgbClr val="243A50"/>
                </a:solidFill>
                <a:latin typeface="Helvetica Neue"/>
                <a:ea typeface="Helvetica Neue"/>
                <a:cs typeface="Helvetica Neue"/>
              </a:defRPr>
            </a:lvl7pPr>
            <a:lvl8pPr algn="ctr">
              <a:buNone/>
              <a:defRPr sz="1500" b="1">
                <a:solidFill>
                  <a:srgbClr val="243A50"/>
                </a:solidFill>
                <a:latin typeface="Helvetica Neue"/>
                <a:ea typeface="Helvetica Neue"/>
                <a:cs typeface="Helvetica Neue"/>
              </a:defRPr>
            </a:lvl8pPr>
            <a:lvl9pPr algn="ctr">
              <a:buNone/>
              <a:defRPr sz="1500" b="1">
                <a:solidFill>
                  <a:srgbClr val="243A50"/>
                </a:solidFill>
                <a:latin typeface="Helvetica Neue"/>
                <a:ea typeface="Helvetica Neue"/>
                <a:cs typeface="Helvetica Neue"/>
              </a:defRPr>
            </a:lvl9pPr>
          </a:lstStyle>
          <a:p xmlns:a="http://schemas.openxmlformats.org/drawingml/2006/main">
            <a:pPr algn="ctr">
              <a:buNone/>
              <a:defRPr sz="1500" b="1">
                <a:solidFill>
                  <a:srgbClr val="243A50"/>
                </a:solidFill>
                <a:latin typeface="Helvetica Neue"/>
                <a:ea typeface="Helvetica Neue"/>
                <a:cs typeface="Helvetica Neue"/>
              </a:defRPr>
            </a:pPr>
            <a:r>
              <a:rPr sz="1500" b="1">
                <a:solidFill>
                  <a:srgbClr val="243A50"/>
                </a:solidFill>
                <a:latin typeface="Helvetica Neue"/>
                <a:ea typeface="Helvetica Neue"/>
                <a:cs typeface="Helvetica Neue"/>
              </a:rPr>
              <a:t>Shared features</a:t>
            </a:r>
          </a:p>
        </p:txBody>
      </p:sp>
      <p:sp>
        <p:nvSpPr>
          <p:cNvPr id="12" name="Rectangle 11">
            <a:extLst xmlns:a="http://schemas.openxmlformats.org/drawingml/2006/main">
              <a:ext uri="{FF2B5EF4-FFF2-40B4-BE49-F238E27FC236}">
                <a16:creationId xmlns:a16="http://schemas.microsoft.com/office/drawing/2014/main" id="{2C918A22-EA0A-4D54-9DAF-2BF7BBC983E1}"/>
              </a:ext>
            </a:extLst>
          </p:cNvPr>
          <p:cNvSpPr>
            <a:spLocks xmlns:a="http://schemas.openxmlformats.org/drawingml/2006/main" noGrp="1"/>
          </p:cNvSpPr>
          <p:nvPr/>
        </p:nvSpPr>
        <p:spPr>
          <a:xfrm xmlns:a="http://schemas.openxmlformats.org/drawingml/2006/main">
            <a:off x="3590925" y="2514600"/>
            <a:ext cx="1828800" cy="914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a:bodyPr>
          <a:lstStyle xmlns:a="http://schemas.openxmlformats.org/drawingml/2006/main">
            <a:defPPr algn="ctr">
              <a:defRPr sz="1200" b="0">
                <a:solidFill>
                  <a:srgbClr val="33485D"/>
                </a:solidFill>
                <a:latin typeface="Helvetica Neue"/>
                <a:ea typeface="Helvetica Neue"/>
                <a:cs typeface="Helvetica Neue"/>
              </a:defRPr>
            </a:defPPr>
            <a:lvl1pPr algn="ctr">
              <a:buNone/>
              <a:defRPr sz="1200" b="0">
                <a:solidFill>
                  <a:srgbClr val="33485D"/>
                </a:solidFill>
                <a:latin typeface="Helvetica Neue"/>
                <a:ea typeface="Helvetica Neue"/>
                <a:cs typeface="Helvetica Neue"/>
              </a:defRPr>
            </a:lvl1pPr>
            <a:lvl2pPr algn="ctr">
              <a:buNone/>
              <a:defRPr sz="1200" b="0">
                <a:solidFill>
                  <a:srgbClr val="33485D"/>
                </a:solidFill>
                <a:latin typeface="Helvetica Neue"/>
                <a:ea typeface="Helvetica Neue"/>
                <a:cs typeface="Helvetica Neue"/>
              </a:defRPr>
            </a:lvl2pPr>
            <a:lvl3pPr algn="ctr">
              <a:buNone/>
              <a:defRPr sz="1200" b="0">
                <a:solidFill>
                  <a:srgbClr val="33485D"/>
                </a:solidFill>
                <a:latin typeface="Helvetica Neue"/>
                <a:ea typeface="Helvetica Neue"/>
                <a:cs typeface="Helvetica Neue"/>
              </a:defRPr>
            </a:lvl3pPr>
            <a:lvl4pPr algn="ctr">
              <a:buNone/>
              <a:defRPr sz="1200" b="0">
                <a:solidFill>
                  <a:srgbClr val="33485D"/>
                </a:solidFill>
                <a:latin typeface="Helvetica Neue"/>
                <a:ea typeface="Helvetica Neue"/>
                <a:cs typeface="Helvetica Neue"/>
              </a:defRPr>
            </a:lvl4pPr>
            <a:lvl5pPr algn="ctr">
              <a:buNone/>
              <a:defRPr sz="1200" b="0">
                <a:solidFill>
                  <a:srgbClr val="33485D"/>
                </a:solidFill>
                <a:latin typeface="Helvetica Neue"/>
                <a:ea typeface="Helvetica Neue"/>
                <a:cs typeface="Helvetica Neue"/>
              </a:defRPr>
            </a:lvl5pPr>
            <a:lvl6pPr algn="ctr">
              <a:buNone/>
              <a:defRPr sz="1200" b="0">
                <a:solidFill>
                  <a:srgbClr val="33485D"/>
                </a:solidFill>
                <a:latin typeface="Helvetica Neue"/>
                <a:ea typeface="Helvetica Neue"/>
                <a:cs typeface="Helvetica Neue"/>
              </a:defRPr>
            </a:lvl6pPr>
            <a:lvl7pPr algn="ctr">
              <a:buNone/>
              <a:defRPr sz="1200" b="0">
                <a:solidFill>
                  <a:srgbClr val="33485D"/>
                </a:solidFill>
                <a:latin typeface="Helvetica Neue"/>
                <a:ea typeface="Helvetica Neue"/>
                <a:cs typeface="Helvetica Neue"/>
              </a:defRPr>
            </a:lvl7pPr>
            <a:lvl8pPr algn="ctr">
              <a:buNone/>
              <a:defRPr sz="1200" b="0">
                <a:solidFill>
                  <a:srgbClr val="33485D"/>
                </a:solidFill>
                <a:latin typeface="Helvetica Neue"/>
                <a:ea typeface="Helvetica Neue"/>
                <a:cs typeface="Helvetica Neue"/>
              </a:defRPr>
            </a:lvl8pPr>
            <a:lvl9pPr algn="ctr">
              <a:buNone/>
              <a:defRPr sz="1200" b="0">
                <a:solidFill>
                  <a:srgbClr val="33485D"/>
                </a:solidFill>
                <a:latin typeface="Helvetica Neue"/>
                <a:ea typeface="Helvetica Neue"/>
                <a:cs typeface="Helvetica Neue"/>
              </a:defRPr>
            </a:lvl9pPr>
          </a:lstStyle>
          <a:p xmlns:a="http://schemas.openxmlformats.org/drawingml/2006/main">
            <a:pPr algn="ctr">
              <a:buNone/>
              <a:defRPr sz="1200" b="0">
                <a:solidFill>
                  <a:srgbClr val="33485D"/>
                </a:solidFill>
                <a:latin typeface="Helvetica Neue"/>
                <a:ea typeface="Helvetica Neue"/>
                <a:cs typeface="Helvetica Neue"/>
              </a:defRPr>
            </a:pPr>
            <a:r>
              <a:rPr sz="1200" b="0">
                <a:solidFill>
                  <a:srgbClr val="33485D"/>
                </a:solidFill>
                <a:latin typeface="Helvetica Neue"/>
                <a:ea typeface="Helvetica Neue"/>
                <a:cs typeface="Helvetica Neue"/>
              </a:rPr>
              <a:t>scaled signal + presence</a:t>
            </a:r>
          </a:p>
          <a:p xmlns:a="http://schemas.openxmlformats.org/drawingml/2006/main">
            <a:pPr algn="ctr">
              <a:buNone/>
              <a:defRPr sz="1200" b="0">
                <a:solidFill>
                  <a:srgbClr val="33485D"/>
                </a:solidFill>
                <a:latin typeface="Helvetica Neue"/>
                <a:ea typeface="Helvetica Neue"/>
                <a:cs typeface="Helvetica Neue"/>
              </a:defRPr>
            </a:pPr>
            <a:r>
              <a:rPr sz="1200" b="0">
                <a:solidFill>
                  <a:srgbClr val="33485D"/>
                </a:solidFill>
                <a:latin typeface="Helvetica Neue"/>
                <a:ea typeface="Helvetica Neue"/>
                <a:cs typeface="Helvetica Neue"/>
              </a:rPr>
              <a:t>+ six signal summaries</a:t>
            </a:r>
          </a:p>
        </p:txBody>
      </p:sp>
      <p:sp>
        <p:nvSpPr>
          <p:cNvPr id="13" name="Right Arrow 12">
            <a:extLst xmlns:a="http://schemas.openxmlformats.org/drawingml/2006/main">
              <a:ext uri="{FF2B5EF4-FFF2-40B4-BE49-F238E27FC236}">
                <a16:creationId xmlns:a16="http://schemas.microsoft.com/office/drawing/2014/main" id="{A5F61CB8-BA13-4564-B185-49DE7BBDEFF4}"/>
              </a:ext>
            </a:extLst>
          </p:cNvPr>
          <p:cNvSpPr>
            <a:spLocks xmlns:a="http://schemas.openxmlformats.org/drawingml/2006/main" noGrp="1"/>
          </p:cNvSpPr>
          <p:nvPr/>
        </p:nvSpPr>
        <p:spPr>
          <a:xfrm xmlns:a="http://schemas.openxmlformats.org/drawingml/2006/main">
            <a:off x="5686425" y="2686050"/>
            <a:ext cx="400050" cy="152400"/>
          </a:xfrm>
          <a:prstGeom xmlns:a="http://schemas.openxmlformats.org/drawingml/2006/main" prst="rightArrow">
            <a:avLst/>
          </a:prstGeom>
          <a:solidFill xmlns:a="http://schemas.openxmlformats.org/drawingml/2006/main">
            <a:srgbClr val="64877F"/>
          </a:solidFill>
          <a:ln xmlns:a="http://schemas.openxmlformats.org/drawingml/2006/main" w="0">
            <a:noFill/>
            <a:prstDash val="solid"/>
          </a:ln>
        </p:spPr>
      </p:sp>
      <p:sp>
        <p:nvSpPr>
          <p:cNvPr id="14" name="Rounded Rectangle 13">
            <a:extLst xmlns:a="http://schemas.openxmlformats.org/drawingml/2006/main">
              <a:ext uri="{FF2B5EF4-FFF2-40B4-BE49-F238E27FC236}">
                <a16:creationId xmlns:a16="http://schemas.microsoft.com/office/drawing/2014/main" id="{3CA74C9B-41EA-4D6D-AB5A-4546E352218C}"/>
              </a:ext>
            </a:extLst>
          </p:cNvPr>
          <p:cNvSpPr>
            <a:spLocks xmlns:a="http://schemas.openxmlformats.org/drawingml/2006/main" noGrp="1"/>
          </p:cNvSpPr>
          <p:nvPr/>
        </p:nvSpPr>
        <p:spPr>
          <a:xfrm xmlns:a="http://schemas.openxmlformats.org/drawingml/2006/main">
            <a:off x="6267450" y="2000250"/>
            <a:ext cx="2333625" cy="1524000"/>
          </a:xfrm>
          <a:prstGeom xmlns:a="http://schemas.openxmlformats.org/drawingml/2006/main" prst="roundRect">
            <a:avLst>
              <a:gd name="adj" fmla="val 5000"/>
            </a:avLst>
          </a:prstGeom>
          <a:solidFill xmlns:a="http://schemas.openxmlformats.org/drawingml/2006/main">
            <a:srgbClr val="F1E9DB"/>
          </a:solidFill>
          <a:ln xmlns:a="http://schemas.openxmlformats.org/drawingml/2006/main" w="9525">
            <a:solidFill>
              <a:srgbClr val="CBD5DA"/>
            </a:solidFill>
            <a:prstDash val="solid"/>
          </a:ln>
        </p:spPr>
      </p:sp>
      <p:sp>
        <p:nvSpPr>
          <p:cNvPr id="15" name="Rectangle 14">
            <a:extLst xmlns:a="http://schemas.openxmlformats.org/drawingml/2006/main">
              <a:ext uri="{FF2B5EF4-FFF2-40B4-BE49-F238E27FC236}">
                <a16:creationId xmlns:a16="http://schemas.microsoft.com/office/drawing/2014/main" id="{20FC560E-9E4C-4883-AEE4-B6E351941AAC}"/>
              </a:ext>
            </a:extLst>
          </p:cNvPr>
          <p:cNvSpPr>
            <a:spLocks xmlns:a="http://schemas.openxmlformats.org/drawingml/2006/main" noGrp="1"/>
          </p:cNvSpPr>
          <p:nvPr/>
        </p:nvSpPr>
        <p:spPr>
          <a:xfrm xmlns:a="http://schemas.openxmlformats.org/drawingml/2006/main">
            <a:off x="6381750" y="2114550"/>
            <a:ext cx="2105025" cy="3333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a:bodyPr>
          <a:lstStyle xmlns:a="http://schemas.openxmlformats.org/drawingml/2006/main">
            <a:defPPr algn="ctr">
              <a:defRPr sz="1500" b="1">
                <a:solidFill>
                  <a:srgbClr val="243A50"/>
                </a:solidFill>
                <a:latin typeface="Helvetica Neue"/>
                <a:ea typeface="Helvetica Neue"/>
                <a:cs typeface="Helvetica Neue"/>
              </a:defRPr>
            </a:defPPr>
            <a:lvl1pPr algn="ctr">
              <a:buNone/>
              <a:defRPr sz="1500" b="1">
                <a:solidFill>
                  <a:srgbClr val="243A50"/>
                </a:solidFill>
                <a:latin typeface="Helvetica Neue"/>
                <a:ea typeface="Helvetica Neue"/>
                <a:cs typeface="Helvetica Neue"/>
              </a:defRPr>
            </a:lvl1pPr>
            <a:lvl2pPr algn="ctr">
              <a:buNone/>
              <a:defRPr sz="1500" b="1">
                <a:solidFill>
                  <a:srgbClr val="243A50"/>
                </a:solidFill>
                <a:latin typeface="Helvetica Neue"/>
                <a:ea typeface="Helvetica Neue"/>
                <a:cs typeface="Helvetica Neue"/>
              </a:defRPr>
            </a:lvl2pPr>
            <a:lvl3pPr algn="ctr">
              <a:buNone/>
              <a:defRPr sz="1500" b="1">
                <a:solidFill>
                  <a:srgbClr val="243A50"/>
                </a:solidFill>
                <a:latin typeface="Helvetica Neue"/>
                <a:ea typeface="Helvetica Neue"/>
                <a:cs typeface="Helvetica Neue"/>
              </a:defRPr>
            </a:lvl3pPr>
            <a:lvl4pPr algn="ctr">
              <a:buNone/>
              <a:defRPr sz="1500" b="1">
                <a:solidFill>
                  <a:srgbClr val="243A50"/>
                </a:solidFill>
                <a:latin typeface="Helvetica Neue"/>
                <a:ea typeface="Helvetica Neue"/>
                <a:cs typeface="Helvetica Neue"/>
              </a:defRPr>
            </a:lvl4pPr>
            <a:lvl5pPr algn="ctr">
              <a:buNone/>
              <a:defRPr sz="1500" b="1">
                <a:solidFill>
                  <a:srgbClr val="243A50"/>
                </a:solidFill>
                <a:latin typeface="Helvetica Neue"/>
                <a:ea typeface="Helvetica Neue"/>
                <a:cs typeface="Helvetica Neue"/>
              </a:defRPr>
            </a:lvl5pPr>
            <a:lvl6pPr algn="ctr">
              <a:buNone/>
              <a:defRPr sz="1500" b="1">
                <a:solidFill>
                  <a:srgbClr val="243A50"/>
                </a:solidFill>
                <a:latin typeface="Helvetica Neue"/>
                <a:ea typeface="Helvetica Neue"/>
                <a:cs typeface="Helvetica Neue"/>
              </a:defRPr>
            </a:lvl6pPr>
            <a:lvl7pPr algn="ctr">
              <a:buNone/>
              <a:defRPr sz="1500" b="1">
                <a:solidFill>
                  <a:srgbClr val="243A50"/>
                </a:solidFill>
                <a:latin typeface="Helvetica Neue"/>
                <a:ea typeface="Helvetica Neue"/>
                <a:cs typeface="Helvetica Neue"/>
              </a:defRPr>
            </a:lvl7pPr>
            <a:lvl8pPr algn="ctr">
              <a:buNone/>
              <a:defRPr sz="1500" b="1">
                <a:solidFill>
                  <a:srgbClr val="243A50"/>
                </a:solidFill>
                <a:latin typeface="Helvetica Neue"/>
                <a:ea typeface="Helvetica Neue"/>
                <a:cs typeface="Helvetica Neue"/>
              </a:defRPr>
            </a:lvl8pPr>
            <a:lvl9pPr algn="ctr">
              <a:buNone/>
              <a:defRPr sz="1500" b="1">
                <a:solidFill>
                  <a:srgbClr val="243A50"/>
                </a:solidFill>
                <a:latin typeface="Helvetica Neue"/>
                <a:ea typeface="Helvetica Neue"/>
                <a:cs typeface="Helvetica Neue"/>
              </a:defRPr>
            </a:lvl9pPr>
          </a:lstStyle>
          <a:p xmlns:a="http://schemas.openxmlformats.org/drawingml/2006/main">
            <a:pPr algn="ctr">
              <a:buNone/>
              <a:defRPr sz="1500" b="1">
                <a:solidFill>
                  <a:srgbClr val="243A50"/>
                </a:solidFill>
                <a:latin typeface="Helvetica Neue"/>
                <a:ea typeface="Helvetica Neue"/>
                <a:cs typeface="Helvetica Neue"/>
              </a:defRPr>
            </a:pPr>
            <a:r>
              <a:rPr sz="1500" b="1">
                <a:solidFill>
                  <a:srgbClr val="243A50"/>
                </a:solidFill>
                <a:latin typeface="Helvetica Neue"/>
                <a:ea typeface="Helvetica Neue"/>
                <a:cs typeface="Helvetica Neue"/>
              </a:rPr>
              <a:t>Three ML tasks</a:t>
            </a:r>
          </a:p>
        </p:txBody>
      </p:sp>
      <p:sp>
        <p:nvSpPr>
          <p:cNvPr id="16" name="Rectangle 15">
            <a:extLst xmlns:a="http://schemas.openxmlformats.org/drawingml/2006/main">
              <a:ext uri="{FF2B5EF4-FFF2-40B4-BE49-F238E27FC236}">
                <a16:creationId xmlns:a16="http://schemas.microsoft.com/office/drawing/2014/main" id="{7313D90A-3A9C-4F26-8918-977367AD1BCD}"/>
              </a:ext>
            </a:extLst>
          </p:cNvPr>
          <p:cNvSpPr>
            <a:spLocks xmlns:a="http://schemas.openxmlformats.org/drawingml/2006/main" noGrp="1"/>
          </p:cNvSpPr>
          <p:nvPr/>
        </p:nvSpPr>
        <p:spPr>
          <a:xfrm xmlns:a="http://schemas.openxmlformats.org/drawingml/2006/main">
            <a:off x="6400800" y="2514600"/>
            <a:ext cx="2066925" cy="914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a:bodyPr>
          <a:lstStyle xmlns:a="http://schemas.openxmlformats.org/drawingml/2006/main">
            <a:defPPr algn="ctr">
              <a:defRPr sz="1200" b="0">
                <a:solidFill>
                  <a:srgbClr val="33485D"/>
                </a:solidFill>
                <a:latin typeface="Helvetica Neue"/>
                <a:ea typeface="Helvetica Neue"/>
                <a:cs typeface="Helvetica Neue"/>
              </a:defRPr>
            </a:defPPr>
            <a:lvl1pPr algn="ctr">
              <a:buNone/>
              <a:defRPr sz="1200" b="0">
                <a:solidFill>
                  <a:srgbClr val="33485D"/>
                </a:solidFill>
                <a:latin typeface="Helvetica Neue"/>
                <a:ea typeface="Helvetica Neue"/>
                <a:cs typeface="Helvetica Neue"/>
              </a:defRPr>
            </a:lvl1pPr>
            <a:lvl2pPr algn="ctr">
              <a:buNone/>
              <a:defRPr sz="1200" b="0">
                <a:solidFill>
                  <a:srgbClr val="33485D"/>
                </a:solidFill>
                <a:latin typeface="Helvetica Neue"/>
                <a:ea typeface="Helvetica Neue"/>
                <a:cs typeface="Helvetica Neue"/>
              </a:defRPr>
            </a:lvl2pPr>
            <a:lvl3pPr algn="ctr">
              <a:buNone/>
              <a:defRPr sz="1200" b="0">
                <a:solidFill>
                  <a:srgbClr val="33485D"/>
                </a:solidFill>
                <a:latin typeface="Helvetica Neue"/>
                <a:ea typeface="Helvetica Neue"/>
                <a:cs typeface="Helvetica Neue"/>
              </a:defRPr>
            </a:lvl3pPr>
            <a:lvl4pPr algn="ctr">
              <a:buNone/>
              <a:defRPr sz="1200" b="0">
                <a:solidFill>
                  <a:srgbClr val="33485D"/>
                </a:solidFill>
                <a:latin typeface="Helvetica Neue"/>
                <a:ea typeface="Helvetica Neue"/>
                <a:cs typeface="Helvetica Neue"/>
              </a:defRPr>
            </a:lvl4pPr>
            <a:lvl5pPr algn="ctr">
              <a:buNone/>
              <a:defRPr sz="1200" b="0">
                <a:solidFill>
                  <a:srgbClr val="33485D"/>
                </a:solidFill>
                <a:latin typeface="Helvetica Neue"/>
                <a:ea typeface="Helvetica Neue"/>
                <a:cs typeface="Helvetica Neue"/>
              </a:defRPr>
            </a:lvl5pPr>
            <a:lvl6pPr algn="ctr">
              <a:buNone/>
              <a:defRPr sz="1200" b="0">
                <a:solidFill>
                  <a:srgbClr val="33485D"/>
                </a:solidFill>
                <a:latin typeface="Helvetica Neue"/>
                <a:ea typeface="Helvetica Neue"/>
                <a:cs typeface="Helvetica Neue"/>
              </a:defRPr>
            </a:lvl6pPr>
            <a:lvl7pPr algn="ctr">
              <a:buNone/>
              <a:defRPr sz="1200" b="0">
                <a:solidFill>
                  <a:srgbClr val="33485D"/>
                </a:solidFill>
                <a:latin typeface="Helvetica Neue"/>
                <a:ea typeface="Helvetica Neue"/>
                <a:cs typeface="Helvetica Neue"/>
              </a:defRPr>
            </a:lvl7pPr>
            <a:lvl8pPr algn="ctr">
              <a:buNone/>
              <a:defRPr sz="1200" b="0">
                <a:solidFill>
                  <a:srgbClr val="33485D"/>
                </a:solidFill>
                <a:latin typeface="Helvetica Neue"/>
                <a:ea typeface="Helvetica Neue"/>
                <a:cs typeface="Helvetica Neue"/>
              </a:defRPr>
            </a:lvl8pPr>
            <a:lvl9pPr algn="ctr">
              <a:buNone/>
              <a:defRPr sz="1200" b="0">
                <a:solidFill>
                  <a:srgbClr val="33485D"/>
                </a:solidFill>
                <a:latin typeface="Helvetica Neue"/>
                <a:ea typeface="Helvetica Neue"/>
                <a:cs typeface="Helvetica Neue"/>
              </a:defRPr>
            </a:lvl9pPr>
          </a:lstStyle>
          <a:p xmlns:a="http://schemas.openxmlformats.org/drawingml/2006/main">
            <a:pPr algn="ctr">
              <a:buNone/>
              <a:defRPr sz="1200" b="0">
                <a:solidFill>
                  <a:srgbClr val="33485D"/>
                </a:solidFill>
                <a:latin typeface="Helvetica Neue"/>
                <a:ea typeface="Helvetica Neue"/>
                <a:cs typeface="Helvetica Neue"/>
              </a:defRPr>
            </a:pPr>
            <a:r>
              <a:rPr sz="1200" b="0">
                <a:solidFill>
                  <a:srgbClr val="33485D"/>
                </a:solidFill>
                <a:latin typeface="Helvetica Neue"/>
                <a:ea typeface="Helvetica Neue"/>
                <a:cs typeface="Helvetica Neue"/>
              </a:rPr>
              <a:t>building class · floor class</a:t>
            </a:r>
          </a:p>
          <a:p xmlns:a="http://schemas.openxmlformats.org/drawingml/2006/main">
            <a:pPr algn="ctr">
              <a:buNone/>
              <a:defRPr sz="1200" b="0">
                <a:solidFill>
                  <a:srgbClr val="33485D"/>
                </a:solidFill>
                <a:latin typeface="Helvetica Neue"/>
                <a:ea typeface="Helvetica Neue"/>
                <a:cs typeface="Helvetica Neue"/>
              </a:defRPr>
            </a:pPr>
            <a:r>
              <a:rPr sz="1200" b="0">
                <a:solidFill>
                  <a:srgbClr val="33485D"/>
                </a:solidFill>
                <a:latin typeface="Helvetica Neue"/>
                <a:ea typeface="Helvetica Neue"/>
                <a:cs typeface="Helvetica Neue"/>
              </a:rPr>
              <a:t>longitude + latitude</a:t>
            </a:r>
          </a:p>
        </p:txBody>
      </p:sp>
      <p:sp>
        <p:nvSpPr>
          <p:cNvPr id="17" name="Right Arrow 16">
            <a:extLst xmlns:a="http://schemas.openxmlformats.org/drawingml/2006/main">
              <a:ext uri="{FF2B5EF4-FFF2-40B4-BE49-F238E27FC236}">
                <a16:creationId xmlns:a16="http://schemas.microsoft.com/office/drawing/2014/main" id="{810C2E32-63D8-41A5-B287-C3C220CEC92A}"/>
              </a:ext>
            </a:extLst>
          </p:cNvPr>
          <p:cNvSpPr>
            <a:spLocks xmlns:a="http://schemas.openxmlformats.org/drawingml/2006/main" noGrp="1"/>
          </p:cNvSpPr>
          <p:nvPr/>
        </p:nvSpPr>
        <p:spPr>
          <a:xfrm xmlns:a="http://schemas.openxmlformats.org/drawingml/2006/main">
            <a:off x="8734425" y="2686050"/>
            <a:ext cx="400050" cy="152400"/>
          </a:xfrm>
          <a:prstGeom xmlns:a="http://schemas.openxmlformats.org/drawingml/2006/main" prst="rightArrow">
            <a:avLst/>
          </a:prstGeom>
          <a:solidFill xmlns:a="http://schemas.openxmlformats.org/drawingml/2006/main">
            <a:srgbClr val="64877F"/>
          </a:solidFill>
          <a:ln xmlns:a="http://schemas.openxmlformats.org/drawingml/2006/main" w="0">
            <a:noFill/>
            <a:prstDash val="solid"/>
          </a:ln>
        </p:spPr>
      </p:sp>
      <p:sp>
        <p:nvSpPr>
          <p:cNvPr id="18" name="Rounded Rectangle 17">
            <a:extLst xmlns:a="http://schemas.openxmlformats.org/drawingml/2006/main">
              <a:ext uri="{FF2B5EF4-FFF2-40B4-BE49-F238E27FC236}">
                <a16:creationId xmlns:a16="http://schemas.microsoft.com/office/drawing/2014/main" id="{7EA6F375-3BB2-4046-8244-9BE9B1F10C54}"/>
              </a:ext>
            </a:extLst>
          </p:cNvPr>
          <p:cNvSpPr>
            <a:spLocks xmlns:a="http://schemas.openxmlformats.org/drawingml/2006/main" noGrp="1"/>
          </p:cNvSpPr>
          <p:nvPr/>
        </p:nvSpPr>
        <p:spPr>
          <a:xfrm xmlns:a="http://schemas.openxmlformats.org/drawingml/2006/main">
            <a:off x="9315450" y="2000250"/>
            <a:ext cx="2228850" cy="1524000"/>
          </a:xfrm>
          <a:prstGeom xmlns:a="http://schemas.openxmlformats.org/drawingml/2006/main" prst="roundRect">
            <a:avLst>
              <a:gd name="adj" fmla="val 5000"/>
            </a:avLst>
          </a:prstGeom>
          <a:solidFill xmlns:a="http://schemas.openxmlformats.org/drawingml/2006/main">
            <a:srgbClr val="DCE7ED"/>
          </a:solidFill>
          <a:ln xmlns:a="http://schemas.openxmlformats.org/drawingml/2006/main" w="9525">
            <a:solidFill>
              <a:srgbClr val="CBD5DA"/>
            </a:solidFill>
            <a:prstDash val="solid"/>
          </a:ln>
        </p:spPr>
      </p:sp>
      <p:sp>
        <p:nvSpPr>
          <p:cNvPr id="19" name="Rectangle 18">
            <a:extLst xmlns:a="http://schemas.openxmlformats.org/drawingml/2006/main">
              <a:ext uri="{FF2B5EF4-FFF2-40B4-BE49-F238E27FC236}">
                <a16:creationId xmlns:a16="http://schemas.microsoft.com/office/drawing/2014/main" id="{58672B06-8B07-424C-AF5D-4A635C91DD18}"/>
              </a:ext>
            </a:extLst>
          </p:cNvPr>
          <p:cNvSpPr>
            <a:spLocks xmlns:a="http://schemas.openxmlformats.org/drawingml/2006/main" noGrp="1"/>
          </p:cNvSpPr>
          <p:nvPr/>
        </p:nvSpPr>
        <p:spPr>
          <a:xfrm xmlns:a="http://schemas.openxmlformats.org/drawingml/2006/main">
            <a:off x="9429750" y="2114550"/>
            <a:ext cx="2000250" cy="3333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a:bodyPr>
          <a:lstStyle xmlns:a="http://schemas.openxmlformats.org/drawingml/2006/main">
            <a:defPPr algn="ctr">
              <a:defRPr sz="1500" b="1">
                <a:solidFill>
                  <a:srgbClr val="243A50"/>
                </a:solidFill>
                <a:latin typeface="Helvetica Neue"/>
                <a:ea typeface="Helvetica Neue"/>
                <a:cs typeface="Helvetica Neue"/>
              </a:defRPr>
            </a:defPPr>
            <a:lvl1pPr algn="ctr">
              <a:buNone/>
              <a:defRPr sz="1500" b="1">
                <a:solidFill>
                  <a:srgbClr val="243A50"/>
                </a:solidFill>
                <a:latin typeface="Helvetica Neue"/>
                <a:ea typeface="Helvetica Neue"/>
                <a:cs typeface="Helvetica Neue"/>
              </a:defRPr>
            </a:lvl1pPr>
            <a:lvl2pPr algn="ctr">
              <a:buNone/>
              <a:defRPr sz="1500" b="1">
                <a:solidFill>
                  <a:srgbClr val="243A50"/>
                </a:solidFill>
                <a:latin typeface="Helvetica Neue"/>
                <a:ea typeface="Helvetica Neue"/>
                <a:cs typeface="Helvetica Neue"/>
              </a:defRPr>
            </a:lvl2pPr>
            <a:lvl3pPr algn="ctr">
              <a:buNone/>
              <a:defRPr sz="1500" b="1">
                <a:solidFill>
                  <a:srgbClr val="243A50"/>
                </a:solidFill>
                <a:latin typeface="Helvetica Neue"/>
                <a:ea typeface="Helvetica Neue"/>
                <a:cs typeface="Helvetica Neue"/>
              </a:defRPr>
            </a:lvl3pPr>
            <a:lvl4pPr algn="ctr">
              <a:buNone/>
              <a:defRPr sz="1500" b="1">
                <a:solidFill>
                  <a:srgbClr val="243A50"/>
                </a:solidFill>
                <a:latin typeface="Helvetica Neue"/>
                <a:ea typeface="Helvetica Neue"/>
                <a:cs typeface="Helvetica Neue"/>
              </a:defRPr>
            </a:lvl4pPr>
            <a:lvl5pPr algn="ctr">
              <a:buNone/>
              <a:defRPr sz="1500" b="1">
                <a:solidFill>
                  <a:srgbClr val="243A50"/>
                </a:solidFill>
                <a:latin typeface="Helvetica Neue"/>
                <a:ea typeface="Helvetica Neue"/>
                <a:cs typeface="Helvetica Neue"/>
              </a:defRPr>
            </a:lvl5pPr>
            <a:lvl6pPr algn="ctr">
              <a:buNone/>
              <a:defRPr sz="1500" b="1">
                <a:solidFill>
                  <a:srgbClr val="243A50"/>
                </a:solidFill>
                <a:latin typeface="Helvetica Neue"/>
                <a:ea typeface="Helvetica Neue"/>
                <a:cs typeface="Helvetica Neue"/>
              </a:defRPr>
            </a:lvl6pPr>
            <a:lvl7pPr algn="ctr">
              <a:buNone/>
              <a:defRPr sz="1500" b="1">
                <a:solidFill>
                  <a:srgbClr val="243A50"/>
                </a:solidFill>
                <a:latin typeface="Helvetica Neue"/>
                <a:ea typeface="Helvetica Neue"/>
                <a:cs typeface="Helvetica Neue"/>
              </a:defRPr>
            </a:lvl7pPr>
            <a:lvl8pPr algn="ctr">
              <a:buNone/>
              <a:defRPr sz="1500" b="1">
                <a:solidFill>
                  <a:srgbClr val="243A50"/>
                </a:solidFill>
                <a:latin typeface="Helvetica Neue"/>
                <a:ea typeface="Helvetica Neue"/>
                <a:cs typeface="Helvetica Neue"/>
              </a:defRPr>
            </a:lvl8pPr>
            <a:lvl9pPr algn="ctr">
              <a:buNone/>
              <a:defRPr sz="1500" b="1">
                <a:solidFill>
                  <a:srgbClr val="243A50"/>
                </a:solidFill>
                <a:latin typeface="Helvetica Neue"/>
                <a:ea typeface="Helvetica Neue"/>
                <a:cs typeface="Helvetica Neue"/>
              </a:defRPr>
            </a:lvl9pPr>
          </a:lstStyle>
          <a:p xmlns:a="http://schemas.openxmlformats.org/drawingml/2006/main">
            <a:pPr algn="ctr">
              <a:buNone/>
              <a:defRPr sz="1500" b="1">
                <a:solidFill>
                  <a:srgbClr val="243A50"/>
                </a:solidFill>
                <a:latin typeface="Helvetica Neue"/>
                <a:ea typeface="Helvetica Neue"/>
                <a:cs typeface="Helvetica Neue"/>
              </a:defRPr>
            </a:pPr>
            <a:r>
              <a:rPr sz="1500" b="1">
                <a:solidFill>
                  <a:srgbClr val="243A50"/>
                </a:solidFill>
                <a:latin typeface="Helvetica Neue"/>
                <a:ea typeface="Helvetica Neue"/>
                <a:cs typeface="Helvetica Neue"/>
              </a:rPr>
              <a:t>One evaluation</a:t>
            </a:r>
          </a:p>
        </p:txBody>
      </p:sp>
      <p:sp>
        <p:nvSpPr>
          <p:cNvPr id="20" name="Rectangle 19">
            <a:extLst xmlns:a="http://schemas.openxmlformats.org/drawingml/2006/main">
              <a:ext uri="{FF2B5EF4-FFF2-40B4-BE49-F238E27FC236}">
                <a16:creationId xmlns:a16="http://schemas.microsoft.com/office/drawing/2014/main" id="{8AA2AFCC-7D9C-474D-9B56-A24070D3ED80}"/>
              </a:ext>
            </a:extLst>
          </p:cNvPr>
          <p:cNvSpPr>
            <a:spLocks xmlns:a="http://schemas.openxmlformats.org/drawingml/2006/main" noGrp="1"/>
          </p:cNvSpPr>
          <p:nvPr/>
        </p:nvSpPr>
        <p:spPr>
          <a:xfrm xmlns:a="http://schemas.openxmlformats.org/drawingml/2006/main">
            <a:off x="9448800" y="2514600"/>
            <a:ext cx="1962150" cy="914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a:bodyPr>
          <a:lstStyle xmlns:a="http://schemas.openxmlformats.org/drawingml/2006/main">
            <a:defPPr algn="ctr">
              <a:defRPr sz="1200" b="0">
                <a:solidFill>
                  <a:srgbClr val="33485D"/>
                </a:solidFill>
                <a:latin typeface="Helvetica Neue"/>
                <a:ea typeface="Helvetica Neue"/>
                <a:cs typeface="Helvetica Neue"/>
              </a:defRPr>
            </a:defPPr>
            <a:lvl1pPr algn="ctr">
              <a:buNone/>
              <a:defRPr sz="1200" b="0">
                <a:solidFill>
                  <a:srgbClr val="33485D"/>
                </a:solidFill>
                <a:latin typeface="Helvetica Neue"/>
                <a:ea typeface="Helvetica Neue"/>
                <a:cs typeface="Helvetica Neue"/>
              </a:defRPr>
            </a:lvl1pPr>
            <a:lvl2pPr algn="ctr">
              <a:buNone/>
              <a:defRPr sz="1200" b="0">
                <a:solidFill>
                  <a:srgbClr val="33485D"/>
                </a:solidFill>
                <a:latin typeface="Helvetica Neue"/>
                <a:ea typeface="Helvetica Neue"/>
                <a:cs typeface="Helvetica Neue"/>
              </a:defRPr>
            </a:lvl2pPr>
            <a:lvl3pPr algn="ctr">
              <a:buNone/>
              <a:defRPr sz="1200" b="0">
                <a:solidFill>
                  <a:srgbClr val="33485D"/>
                </a:solidFill>
                <a:latin typeface="Helvetica Neue"/>
                <a:ea typeface="Helvetica Neue"/>
                <a:cs typeface="Helvetica Neue"/>
              </a:defRPr>
            </a:lvl3pPr>
            <a:lvl4pPr algn="ctr">
              <a:buNone/>
              <a:defRPr sz="1200" b="0">
                <a:solidFill>
                  <a:srgbClr val="33485D"/>
                </a:solidFill>
                <a:latin typeface="Helvetica Neue"/>
                <a:ea typeface="Helvetica Neue"/>
                <a:cs typeface="Helvetica Neue"/>
              </a:defRPr>
            </a:lvl4pPr>
            <a:lvl5pPr algn="ctr">
              <a:buNone/>
              <a:defRPr sz="1200" b="0">
                <a:solidFill>
                  <a:srgbClr val="33485D"/>
                </a:solidFill>
                <a:latin typeface="Helvetica Neue"/>
                <a:ea typeface="Helvetica Neue"/>
                <a:cs typeface="Helvetica Neue"/>
              </a:defRPr>
            </a:lvl5pPr>
            <a:lvl6pPr algn="ctr">
              <a:buNone/>
              <a:defRPr sz="1200" b="0">
                <a:solidFill>
                  <a:srgbClr val="33485D"/>
                </a:solidFill>
                <a:latin typeface="Helvetica Neue"/>
                <a:ea typeface="Helvetica Neue"/>
                <a:cs typeface="Helvetica Neue"/>
              </a:defRPr>
            </a:lvl6pPr>
            <a:lvl7pPr algn="ctr">
              <a:buNone/>
              <a:defRPr sz="1200" b="0">
                <a:solidFill>
                  <a:srgbClr val="33485D"/>
                </a:solidFill>
                <a:latin typeface="Helvetica Neue"/>
                <a:ea typeface="Helvetica Neue"/>
                <a:cs typeface="Helvetica Neue"/>
              </a:defRPr>
            </a:lvl7pPr>
            <a:lvl8pPr algn="ctr">
              <a:buNone/>
              <a:defRPr sz="1200" b="0">
                <a:solidFill>
                  <a:srgbClr val="33485D"/>
                </a:solidFill>
                <a:latin typeface="Helvetica Neue"/>
                <a:ea typeface="Helvetica Neue"/>
                <a:cs typeface="Helvetica Neue"/>
              </a:defRPr>
            </a:lvl8pPr>
            <a:lvl9pPr algn="ctr">
              <a:buNone/>
              <a:defRPr sz="1200" b="0">
                <a:solidFill>
                  <a:srgbClr val="33485D"/>
                </a:solidFill>
                <a:latin typeface="Helvetica Neue"/>
                <a:ea typeface="Helvetica Neue"/>
                <a:cs typeface="Helvetica Neue"/>
              </a:defRPr>
            </a:lvl9pPr>
          </a:lstStyle>
          <a:p xmlns:a="http://schemas.openxmlformats.org/drawingml/2006/main">
            <a:pPr algn="ctr">
              <a:buNone/>
              <a:defRPr sz="1200" b="0">
                <a:solidFill>
                  <a:srgbClr val="33485D"/>
                </a:solidFill>
                <a:latin typeface="Helvetica Neue"/>
                <a:ea typeface="Helvetica Neue"/>
                <a:cs typeface="Helvetica Neue"/>
              </a:defRPr>
            </a:pPr>
            <a:r>
              <a:rPr sz="1200" b="0">
                <a:solidFill>
                  <a:srgbClr val="33485D"/>
                </a:solidFill>
                <a:latin typeface="Helvetica Neue"/>
                <a:ea typeface="Helvetica Neue"/>
                <a:cs typeface="Helvetica Neue"/>
              </a:rPr>
              <a:t>held-out task scores</a:t>
            </a:r>
          </a:p>
          <a:p xmlns:a="http://schemas.openxmlformats.org/drawingml/2006/main">
            <a:pPr algn="ctr">
              <a:buNone/>
              <a:defRPr sz="1200" b="0">
                <a:solidFill>
                  <a:srgbClr val="33485D"/>
                </a:solidFill>
                <a:latin typeface="Helvetica Neue"/>
                <a:ea typeface="Helvetica Neue"/>
                <a:cs typeface="Helvetica Neue"/>
              </a:defRPr>
            </a:pPr>
            <a:r>
              <a:rPr sz="1200" b="0">
                <a:solidFill>
                  <a:srgbClr val="33485D"/>
                </a:solidFill>
                <a:latin typeface="Helvetica Neue"/>
                <a:ea typeface="Helvetica Neue"/>
                <a:cs typeface="Helvetica Neue"/>
              </a:rPr>
              <a:t>+ joint error analysis</a:t>
            </a:r>
          </a:p>
        </p:txBody>
      </p:sp>
      <p:sp>
        <p:nvSpPr>
          <p:cNvPr id="21" name="Rectangle 20">
            <a:extLst xmlns:a="http://schemas.openxmlformats.org/drawingml/2006/main">
              <a:ext uri="{FF2B5EF4-FFF2-40B4-BE49-F238E27FC236}">
                <a16:creationId xmlns:a16="http://schemas.microsoft.com/office/drawing/2014/main" id="{7E009C4C-BC1D-42FC-B4F0-7520A4182316}"/>
              </a:ext>
            </a:extLst>
          </p:cNvPr>
          <p:cNvSpPr>
            <a:spLocks xmlns:a="http://schemas.openxmlformats.org/drawingml/2006/main" noGrp="1"/>
          </p:cNvSpPr>
          <p:nvPr/>
        </p:nvSpPr>
        <p:spPr>
          <a:xfrm xmlns:a="http://schemas.openxmlformats.org/drawingml/2006/main">
            <a:off x="742950" y="4095750"/>
            <a:ext cx="1809750" cy="523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a:bodyPr>
          <a:lstStyle xmlns:a="http://schemas.openxmlformats.org/drawingml/2006/main">
            <a:defPPr algn="l">
              <a:defRPr sz="3000" b="1">
                <a:solidFill>
                  <a:srgbClr val="243A50"/>
                </a:solidFill>
                <a:latin typeface="Helvetica Neue"/>
                <a:ea typeface="Helvetica Neue"/>
                <a:cs typeface="Helvetica Neue"/>
              </a:defRPr>
            </a:defPPr>
            <a:lvl1pPr algn="l">
              <a:buNone/>
              <a:defRPr sz="3000" b="1">
                <a:solidFill>
                  <a:srgbClr val="243A50"/>
                </a:solidFill>
                <a:latin typeface="Helvetica Neue"/>
                <a:ea typeface="Helvetica Neue"/>
                <a:cs typeface="Helvetica Neue"/>
              </a:defRPr>
            </a:lvl1pPr>
            <a:lvl2pPr algn="l">
              <a:buNone/>
              <a:defRPr sz="3000" b="1">
                <a:solidFill>
                  <a:srgbClr val="243A50"/>
                </a:solidFill>
                <a:latin typeface="Helvetica Neue"/>
                <a:ea typeface="Helvetica Neue"/>
                <a:cs typeface="Helvetica Neue"/>
              </a:defRPr>
            </a:lvl2pPr>
            <a:lvl3pPr algn="l">
              <a:buNone/>
              <a:defRPr sz="3000" b="1">
                <a:solidFill>
                  <a:srgbClr val="243A50"/>
                </a:solidFill>
                <a:latin typeface="Helvetica Neue"/>
                <a:ea typeface="Helvetica Neue"/>
                <a:cs typeface="Helvetica Neue"/>
              </a:defRPr>
            </a:lvl3pPr>
            <a:lvl4pPr algn="l">
              <a:buNone/>
              <a:defRPr sz="3000" b="1">
                <a:solidFill>
                  <a:srgbClr val="243A50"/>
                </a:solidFill>
                <a:latin typeface="Helvetica Neue"/>
                <a:ea typeface="Helvetica Neue"/>
                <a:cs typeface="Helvetica Neue"/>
              </a:defRPr>
            </a:lvl4pPr>
            <a:lvl5pPr algn="l">
              <a:buNone/>
              <a:defRPr sz="3000" b="1">
                <a:solidFill>
                  <a:srgbClr val="243A50"/>
                </a:solidFill>
                <a:latin typeface="Helvetica Neue"/>
                <a:ea typeface="Helvetica Neue"/>
                <a:cs typeface="Helvetica Neue"/>
              </a:defRPr>
            </a:lvl5pPr>
            <a:lvl6pPr algn="l">
              <a:buNone/>
              <a:defRPr sz="3000" b="1">
                <a:solidFill>
                  <a:srgbClr val="243A50"/>
                </a:solidFill>
                <a:latin typeface="Helvetica Neue"/>
                <a:ea typeface="Helvetica Neue"/>
                <a:cs typeface="Helvetica Neue"/>
              </a:defRPr>
            </a:lvl6pPr>
            <a:lvl7pPr algn="l">
              <a:buNone/>
              <a:defRPr sz="3000" b="1">
                <a:solidFill>
                  <a:srgbClr val="243A50"/>
                </a:solidFill>
                <a:latin typeface="Helvetica Neue"/>
                <a:ea typeface="Helvetica Neue"/>
                <a:cs typeface="Helvetica Neue"/>
              </a:defRPr>
            </a:lvl7pPr>
            <a:lvl8pPr algn="l">
              <a:buNone/>
              <a:defRPr sz="3000" b="1">
                <a:solidFill>
                  <a:srgbClr val="243A50"/>
                </a:solidFill>
                <a:latin typeface="Helvetica Neue"/>
                <a:ea typeface="Helvetica Neue"/>
                <a:cs typeface="Helvetica Neue"/>
              </a:defRPr>
            </a:lvl8pPr>
            <a:lvl9pPr algn="l">
              <a:buNone/>
              <a:defRPr sz="3000" b="1">
                <a:solidFill>
                  <a:srgbClr val="243A50"/>
                </a:solidFill>
                <a:latin typeface="Helvetica Neue"/>
                <a:ea typeface="Helvetica Neue"/>
                <a:cs typeface="Helvetica Neue"/>
              </a:defRPr>
            </a:lvl9pPr>
          </a:lstStyle>
          <a:p xmlns:a="http://schemas.openxmlformats.org/drawingml/2006/main">
            <a:pPr algn="l">
              <a:buNone/>
              <a:defRPr sz="3000" b="1">
                <a:solidFill>
                  <a:srgbClr val="243A50"/>
                </a:solidFill>
                <a:latin typeface="Helvetica Neue"/>
                <a:ea typeface="Helvetica Neue"/>
                <a:cs typeface="Helvetica Neue"/>
              </a:defRPr>
            </a:pPr>
            <a:r>
              <a:rPr sz="3000" b="1">
                <a:solidFill>
                  <a:srgbClr val="243A50"/>
                </a:solidFill>
                <a:latin typeface="Helvetica Neue"/>
                <a:ea typeface="Helvetica Neue"/>
                <a:cs typeface="Helvetica Neue"/>
              </a:rPr>
              <a:t>19,937</a:t>
            </a:r>
          </a:p>
        </p:txBody>
      </p:sp>
      <p:sp>
        <p:nvSpPr>
          <p:cNvPr id="22" name="Rectangle 21">
            <a:extLst xmlns:a="http://schemas.openxmlformats.org/drawingml/2006/main">
              <a:ext uri="{FF2B5EF4-FFF2-40B4-BE49-F238E27FC236}">
                <a16:creationId xmlns:a16="http://schemas.microsoft.com/office/drawing/2014/main" id="{16A97BB0-3453-49A4-A432-267BA89C0BEB}"/>
              </a:ext>
            </a:extLst>
          </p:cNvPr>
          <p:cNvSpPr>
            <a:spLocks xmlns:a="http://schemas.openxmlformats.org/drawingml/2006/main" noGrp="1"/>
          </p:cNvSpPr>
          <p:nvPr/>
        </p:nvSpPr>
        <p:spPr>
          <a:xfrm xmlns:a="http://schemas.openxmlformats.org/drawingml/2006/main">
            <a:off x="742950" y="4610100"/>
            <a:ext cx="22860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a:bodyPr>
          <a:lstStyle xmlns:a="http://schemas.openxmlformats.org/drawingml/2006/main">
            <a:defPPr algn="l">
              <a:defRPr sz="1200" b="0">
                <a:solidFill>
                  <a:srgbClr val="63788A"/>
                </a:solidFill>
                <a:latin typeface="Helvetica Neue"/>
                <a:ea typeface="Helvetica Neue"/>
                <a:cs typeface="Helvetica Neue"/>
              </a:defRPr>
            </a:defPPr>
            <a:lvl1pPr algn="l">
              <a:buNone/>
              <a:defRPr sz="1200" b="0">
                <a:solidFill>
                  <a:srgbClr val="63788A"/>
                </a:solidFill>
                <a:latin typeface="Helvetica Neue"/>
                <a:ea typeface="Helvetica Neue"/>
                <a:cs typeface="Helvetica Neue"/>
              </a:defRPr>
            </a:lvl1pPr>
            <a:lvl2pPr algn="l">
              <a:buNone/>
              <a:defRPr sz="1200" b="0">
                <a:solidFill>
                  <a:srgbClr val="63788A"/>
                </a:solidFill>
                <a:latin typeface="Helvetica Neue"/>
                <a:ea typeface="Helvetica Neue"/>
                <a:cs typeface="Helvetica Neue"/>
              </a:defRPr>
            </a:lvl2pPr>
            <a:lvl3pPr algn="l">
              <a:buNone/>
              <a:defRPr sz="1200" b="0">
                <a:solidFill>
                  <a:srgbClr val="63788A"/>
                </a:solidFill>
                <a:latin typeface="Helvetica Neue"/>
                <a:ea typeface="Helvetica Neue"/>
                <a:cs typeface="Helvetica Neue"/>
              </a:defRPr>
            </a:lvl3pPr>
            <a:lvl4pPr algn="l">
              <a:buNone/>
              <a:defRPr sz="1200" b="0">
                <a:solidFill>
                  <a:srgbClr val="63788A"/>
                </a:solidFill>
                <a:latin typeface="Helvetica Neue"/>
                <a:ea typeface="Helvetica Neue"/>
                <a:cs typeface="Helvetica Neue"/>
              </a:defRPr>
            </a:lvl4pPr>
            <a:lvl5pPr algn="l">
              <a:buNone/>
              <a:defRPr sz="1200" b="0">
                <a:solidFill>
                  <a:srgbClr val="63788A"/>
                </a:solidFill>
                <a:latin typeface="Helvetica Neue"/>
                <a:ea typeface="Helvetica Neue"/>
                <a:cs typeface="Helvetica Neue"/>
              </a:defRPr>
            </a:lvl5pPr>
            <a:lvl6pPr algn="l">
              <a:buNone/>
              <a:defRPr sz="1200" b="0">
                <a:solidFill>
                  <a:srgbClr val="63788A"/>
                </a:solidFill>
                <a:latin typeface="Helvetica Neue"/>
                <a:ea typeface="Helvetica Neue"/>
                <a:cs typeface="Helvetica Neue"/>
              </a:defRPr>
            </a:lvl6pPr>
            <a:lvl7pPr algn="l">
              <a:buNone/>
              <a:defRPr sz="1200" b="0">
                <a:solidFill>
                  <a:srgbClr val="63788A"/>
                </a:solidFill>
                <a:latin typeface="Helvetica Neue"/>
                <a:ea typeface="Helvetica Neue"/>
                <a:cs typeface="Helvetica Neue"/>
              </a:defRPr>
            </a:lvl7pPr>
            <a:lvl8pPr algn="l">
              <a:buNone/>
              <a:defRPr sz="1200" b="0">
                <a:solidFill>
                  <a:srgbClr val="63788A"/>
                </a:solidFill>
                <a:latin typeface="Helvetica Neue"/>
                <a:ea typeface="Helvetica Neue"/>
                <a:cs typeface="Helvetica Neue"/>
              </a:defRPr>
            </a:lvl8pPr>
            <a:lvl9pPr algn="l">
              <a:buNone/>
              <a:defRPr sz="1200" b="0">
                <a:solidFill>
                  <a:srgbClr val="63788A"/>
                </a:solidFill>
                <a:latin typeface="Helvetica Neue"/>
                <a:ea typeface="Helvetica Neue"/>
                <a:cs typeface="Helvetica Neue"/>
              </a:defRPr>
            </a:lvl9pPr>
          </a:lstStyle>
          <a:p xmlns:a="http://schemas.openxmlformats.org/drawingml/2006/main">
            <a:pPr algn="l">
              <a:buNone/>
              <a:defRPr sz="1200" b="0">
                <a:solidFill>
                  <a:srgbClr val="63788A"/>
                </a:solidFill>
                <a:latin typeface="Helvetica Neue"/>
                <a:ea typeface="Helvetica Neue"/>
                <a:cs typeface="Helvetica Neue"/>
              </a:defRPr>
            </a:pPr>
            <a:r>
              <a:rPr sz="1200" b="0">
                <a:solidFill>
                  <a:srgbClr val="63788A"/>
                </a:solidFill>
                <a:latin typeface="Helvetica Neue"/>
                <a:ea typeface="Helvetica Neue"/>
                <a:cs typeface="Helvetica Neue"/>
              </a:rPr>
              <a:t>training/reference rows</a:t>
            </a:r>
          </a:p>
        </p:txBody>
      </p:sp>
      <p:sp>
        <p:nvSpPr>
          <p:cNvPr id="23" name="Rectangle 22">
            <a:extLst xmlns:a="http://schemas.openxmlformats.org/drawingml/2006/main">
              <a:ext uri="{FF2B5EF4-FFF2-40B4-BE49-F238E27FC236}">
                <a16:creationId xmlns:a16="http://schemas.microsoft.com/office/drawing/2014/main" id="{FD942200-34EF-4629-A4DC-DCD8EBE0E5F2}"/>
              </a:ext>
            </a:extLst>
          </p:cNvPr>
          <p:cNvSpPr>
            <a:spLocks xmlns:a="http://schemas.openxmlformats.org/drawingml/2006/main" noGrp="1"/>
          </p:cNvSpPr>
          <p:nvPr/>
        </p:nvSpPr>
        <p:spPr>
          <a:xfrm xmlns:a="http://schemas.openxmlformats.org/drawingml/2006/main">
            <a:off x="3581400" y="4095750"/>
            <a:ext cx="1809750" cy="523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a:bodyPr>
          <a:lstStyle xmlns:a="http://schemas.openxmlformats.org/drawingml/2006/main">
            <a:defPPr algn="l">
              <a:defRPr sz="3000" b="1">
                <a:solidFill>
                  <a:srgbClr val="243A50"/>
                </a:solidFill>
                <a:latin typeface="Helvetica Neue"/>
                <a:ea typeface="Helvetica Neue"/>
                <a:cs typeface="Helvetica Neue"/>
              </a:defRPr>
            </a:defPPr>
            <a:lvl1pPr algn="l">
              <a:buNone/>
              <a:defRPr sz="3000" b="1">
                <a:solidFill>
                  <a:srgbClr val="243A50"/>
                </a:solidFill>
                <a:latin typeface="Helvetica Neue"/>
                <a:ea typeface="Helvetica Neue"/>
                <a:cs typeface="Helvetica Neue"/>
              </a:defRPr>
            </a:lvl1pPr>
            <a:lvl2pPr algn="l">
              <a:buNone/>
              <a:defRPr sz="3000" b="1">
                <a:solidFill>
                  <a:srgbClr val="243A50"/>
                </a:solidFill>
                <a:latin typeface="Helvetica Neue"/>
                <a:ea typeface="Helvetica Neue"/>
                <a:cs typeface="Helvetica Neue"/>
              </a:defRPr>
            </a:lvl2pPr>
            <a:lvl3pPr algn="l">
              <a:buNone/>
              <a:defRPr sz="3000" b="1">
                <a:solidFill>
                  <a:srgbClr val="243A50"/>
                </a:solidFill>
                <a:latin typeface="Helvetica Neue"/>
                <a:ea typeface="Helvetica Neue"/>
                <a:cs typeface="Helvetica Neue"/>
              </a:defRPr>
            </a:lvl3pPr>
            <a:lvl4pPr algn="l">
              <a:buNone/>
              <a:defRPr sz="3000" b="1">
                <a:solidFill>
                  <a:srgbClr val="243A50"/>
                </a:solidFill>
                <a:latin typeface="Helvetica Neue"/>
                <a:ea typeface="Helvetica Neue"/>
                <a:cs typeface="Helvetica Neue"/>
              </a:defRPr>
            </a:lvl4pPr>
            <a:lvl5pPr algn="l">
              <a:buNone/>
              <a:defRPr sz="3000" b="1">
                <a:solidFill>
                  <a:srgbClr val="243A50"/>
                </a:solidFill>
                <a:latin typeface="Helvetica Neue"/>
                <a:ea typeface="Helvetica Neue"/>
                <a:cs typeface="Helvetica Neue"/>
              </a:defRPr>
            </a:lvl5pPr>
            <a:lvl6pPr algn="l">
              <a:buNone/>
              <a:defRPr sz="3000" b="1">
                <a:solidFill>
                  <a:srgbClr val="243A50"/>
                </a:solidFill>
                <a:latin typeface="Helvetica Neue"/>
                <a:ea typeface="Helvetica Neue"/>
                <a:cs typeface="Helvetica Neue"/>
              </a:defRPr>
            </a:lvl6pPr>
            <a:lvl7pPr algn="l">
              <a:buNone/>
              <a:defRPr sz="3000" b="1">
                <a:solidFill>
                  <a:srgbClr val="243A50"/>
                </a:solidFill>
                <a:latin typeface="Helvetica Neue"/>
                <a:ea typeface="Helvetica Neue"/>
                <a:cs typeface="Helvetica Neue"/>
              </a:defRPr>
            </a:lvl7pPr>
            <a:lvl8pPr algn="l">
              <a:buNone/>
              <a:defRPr sz="3000" b="1">
                <a:solidFill>
                  <a:srgbClr val="243A50"/>
                </a:solidFill>
                <a:latin typeface="Helvetica Neue"/>
                <a:ea typeface="Helvetica Neue"/>
                <a:cs typeface="Helvetica Neue"/>
              </a:defRPr>
            </a:lvl8pPr>
            <a:lvl9pPr algn="l">
              <a:buNone/>
              <a:defRPr sz="3000" b="1">
                <a:solidFill>
                  <a:srgbClr val="243A50"/>
                </a:solidFill>
                <a:latin typeface="Helvetica Neue"/>
                <a:ea typeface="Helvetica Neue"/>
                <a:cs typeface="Helvetica Neue"/>
              </a:defRPr>
            </a:lvl9pPr>
          </a:lstStyle>
          <a:p xmlns:a="http://schemas.openxmlformats.org/drawingml/2006/main">
            <a:pPr algn="l">
              <a:buNone/>
              <a:defRPr sz="3000" b="1">
                <a:solidFill>
                  <a:srgbClr val="243A50"/>
                </a:solidFill>
                <a:latin typeface="Helvetica Neue"/>
                <a:ea typeface="Helvetica Neue"/>
                <a:cs typeface="Helvetica Neue"/>
              </a:defRPr>
            </a:pPr>
            <a:r>
              <a:rPr sz="3000" b="1">
                <a:solidFill>
                  <a:srgbClr val="243A50"/>
                </a:solidFill>
                <a:latin typeface="Helvetica Neue"/>
                <a:ea typeface="Helvetica Neue"/>
                <a:cs typeface="Helvetica Neue"/>
              </a:rPr>
              <a:t>1,111</a:t>
            </a:r>
          </a:p>
        </p:txBody>
      </p:sp>
      <p:sp>
        <p:nvSpPr>
          <p:cNvPr id="24" name="Rectangle 23">
            <a:extLst xmlns:a="http://schemas.openxmlformats.org/drawingml/2006/main">
              <a:ext uri="{FF2B5EF4-FFF2-40B4-BE49-F238E27FC236}">
                <a16:creationId xmlns:a16="http://schemas.microsoft.com/office/drawing/2014/main" id="{79B474D0-0713-4098-AFEE-B2DA412200CF}"/>
              </a:ext>
            </a:extLst>
          </p:cNvPr>
          <p:cNvSpPr>
            <a:spLocks xmlns:a="http://schemas.openxmlformats.org/drawingml/2006/main" noGrp="1"/>
          </p:cNvSpPr>
          <p:nvPr/>
        </p:nvSpPr>
        <p:spPr>
          <a:xfrm xmlns:a="http://schemas.openxmlformats.org/drawingml/2006/main">
            <a:off x="3581400" y="4610100"/>
            <a:ext cx="2476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a:bodyPr>
          <a:lstStyle xmlns:a="http://schemas.openxmlformats.org/drawingml/2006/main">
            <a:defPPr algn="l">
              <a:defRPr sz="1200" b="0">
                <a:solidFill>
                  <a:srgbClr val="63788A"/>
                </a:solidFill>
                <a:latin typeface="Helvetica Neue"/>
                <a:ea typeface="Helvetica Neue"/>
                <a:cs typeface="Helvetica Neue"/>
              </a:defRPr>
            </a:defPPr>
            <a:lvl1pPr algn="l">
              <a:buNone/>
              <a:defRPr sz="1200" b="0">
                <a:solidFill>
                  <a:srgbClr val="63788A"/>
                </a:solidFill>
                <a:latin typeface="Helvetica Neue"/>
                <a:ea typeface="Helvetica Neue"/>
                <a:cs typeface="Helvetica Neue"/>
              </a:defRPr>
            </a:lvl1pPr>
            <a:lvl2pPr algn="l">
              <a:buNone/>
              <a:defRPr sz="1200" b="0">
                <a:solidFill>
                  <a:srgbClr val="63788A"/>
                </a:solidFill>
                <a:latin typeface="Helvetica Neue"/>
                <a:ea typeface="Helvetica Neue"/>
                <a:cs typeface="Helvetica Neue"/>
              </a:defRPr>
            </a:lvl2pPr>
            <a:lvl3pPr algn="l">
              <a:buNone/>
              <a:defRPr sz="1200" b="0">
                <a:solidFill>
                  <a:srgbClr val="63788A"/>
                </a:solidFill>
                <a:latin typeface="Helvetica Neue"/>
                <a:ea typeface="Helvetica Neue"/>
                <a:cs typeface="Helvetica Neue"/>
              </a:defRPr>
            </a:lvl3pPr>
            <a:lvl4pPr algn="l">
              <a:buNone/>
              <a:defRPr sz="1200" b="0">
                <a:solidFill>
                  <a:srgbClr val="63788A"/>
                </a:solidFill>
                <a:latin typeface="Helvetica Neue"/>
                <a:ea typeface="Helvetica Neue"/>
                <a:cs typeface="Helvetica Neue"/>
              </a:defRPr>
            </a:lvl4pPr>
            <a:lvl5pPr algn="l">
              <a:buNone/>
              <a:defRPr sz="1200" b="0">
                <a:solidFill>
                  <a:srgbClr val="63788A"/>
                </a:solidFill>
                <a:latin typeface="Helvetica Neue"/>
                <a:ea typeface="Helvetica Neue"/>
                <a:cs typeface="Helvetica Neue"/>
              </a:defRPr>
            </a:lvl5pPr>
            <a:lvl6pPr algn="l">
              <a:buNone/>
              <a:defRPr sz="1200" b="0">
                <a:solidFill>
                  <a:srgbClr val="63788A"/>
                </a:solidFill>
                <a:latin typeface="Helvetica Neue"/>
                <a:ea typeface="Helvetica Neue"/>
                <a:cs typeface="Helvetica Neue"/>
              </a:defRPr>
            </a:lvl6pPr>
            <a:lvl7pPr algn="l">
              <a:buNone/>
              <a:defRPr sz="1200" b="0">
                <a:solidFill>
                  <a:srgbClr val="63788A"/>
                </a:solidFill>
                <a:latin typeface="Helvetica Neue"/>
                <a:ea typeface="Helvetica Neue"/>
                <a:cs typeface="Helvetica Neue"/>
              </a:defRPr>
            </a:lvl7pPr>
            <a:lvl8pPr algn="l">
              <a:buNone/>
              <a:defRPr sz="1200" b="0">
                <a:solidFill>
                  <a:srgbClr val="63788A"/>
                </a:solidFill>
                <a:latin typeface="Helvetica Neue"/>
                <a:ea typeface="Helvetica Neue"/>
                <a:cs typeface="Helvetica Neue"/>
              </a:defRPr>
            </a:lvl8pPr>
            <a:lvl9pPr algn="l">
              <a:buNone/>
              <a:defRPr sz="1200" b="0">
                <a:solidFill>
                  <a:srgbClr val="63788A"/>
                </a:solidFill>
                <a:latin typeface="Helvetica Neue"/>
                <a:ea typeface="Helvetica Neue"/>
                <a:cs typeface="Helvetica Neue"/>
              </a:defRPr>
            </a:lvl9pPr>
          </a:lstStyle>
          <a:p xmlns:a="http://schemas.openxmlformats.org/drawingml/2006/main">
            <a:pPr algn="l">
              <a:buNone/>
              <a:defRPr sz="1200" b="0">
                <a:solidFill>
                  <a:srgbClr val="63788A"/>
                </a:solidFill>
                <a:latin typeface="Helvetica Neue"/>
                <a:ea typeface="Helvetica Neue"/>
                <a:cs typeface="Helvetica Neue"/>
              </a:defRPr>
            </a:pPr>
            <a:r>
              <a:rPr sz="1200" b="0">
                <a:solidFill>
                  <a:srgbClr val="63788A"/>
                </a:solidFill>
                <a:latin typeface="Helvetica Neue"/>
                <a:ea typeface="Helvetica Neue"/>
                <a:cs typeface="Helvetica Neue"/>
              </a:rPr>
              <a:t>supplied held-out rows</a:t>
            </a:r>
          </a:p>
        </p:txBody>
      </p:sp>
      <p:sp>
        <p:nvSpPr>
          <p:cNvPr id="25" name="Rectangle 24">
            <a:extLst xmlns:a="http://schemas.openxmlformats.org/drawingml/2006/main">
              <a:ext uri="{FF2B5EF4-FFF2-40B4-BE49-F238E27FC236}">
                <a16:creationId xmlns:a16="http://schemas.microsoft.com/office/drawing/2014/main" id="{ED2120C5-39D0-48A7-A011-0114432BC214}"/>
              </a:ext>
            </a:extLst>
          </p:cNvPr>
          <p:cNvSpPr>
            <a:spLocks xmlns:a="http://schemas.openxmlformats.org/drawingml/2006/main" noGrp="1"/>
          </p:cNvSpPr>
          <p:nvPr/>
        </p:nvSpPr>
        <p:spPr>
          <a:xfrm xmlns:a="http://schemas.openxmlformats.org/drawingml/2006/main">
            <a:off x="6534150" y="4191000"/>
            <a:ext cx="4524375"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a:bodyPr>
          <a:lstStyle xmlns:a="http://schemas.openxmlformats.org/drawingml/2006/main">
            <a:defPPr algn="l">
              <a:defRPr sz="1650" b="1">
                <a:solidFill>
                  <a:srgbClr val="243A50"/>
                </a:solidFill>
                <a:latin typeface="Helvetica Neue"/>
                <a:ea typeface="Helvetica Neue"/>
                <a:cs typeface="Helvetica Neue"/>
              </a:defRPr>
            </a:defPPr>
            <a:lvl1pPr algn="l">
              <a:buNone/>
              <a:defRPr sz="1650" b="1">
                <a:solidFill>
                  <a:srgbClr val="243A50"/>
                </a:solidFill>
                <a:latin typeface="Helvetica Neue"/>
                <a:ea typeface="Helvetica Neue"/>
                <a:cs typeface="Helvetica Neue"/>
              </a:defRPr>
            </a:lvl1pPr>
            <a:lvl2pPr algn="l">
              <a:buNone/>
              <a:defRPr sz="1650" b="1">
                <a:solidFill>
                  <a:srgbClr val="243A50"/>
                </a:solidFill>
                <a:latin typeface="Helvetica Neue"/>
                <a:ea typeface="Helvetica Neue"/>
                <a:cs typeface="Helvetica Neue"/>
              </a:defRPr>
            </a:lvl2pPr>
            <a:lvl3pPr algn="l">
              <a:buNone/>
              <a:defRPr sz="1650" b="1">
                <a:solidFill>
                  <a:srgbClr val="243A50"/>
                </a:solidFill>
                <a:latin typeface="Helvetica Neue"/>
                <a:ea typeface="Helvetica Neue"/>
                <a:cs typeface="Helvetica Neue"/>
              </a:defRPr>
            </a:lvl3pPr>
            <a:lvl4pPr algn="l">
              <a:buNone/>
              <a:defRPr sz="1650" b="1">
                <a:solidFill>
                  <a:srgbClr val="243A50"/>
                </a:solidFill>
                <a:latin typeface="Helvetica Neue"/>
                <a:ea typeface="Helvetica Neue"/>
                <a:cs typeface="Helvetica Neue"/>
              </a:defRPr>
            </a:lvl4pPr>
            <a:lvl5pPr algn="l">
              <a:buNone/>
              <a:defRPr sz="1650" b="1">
                <a:solidFill>
                  <a:srgbClr val="243A50"/>
                </a:solidFill>
                <a:latin typeface="Helvetica Neue"/>
                <a:ea typeface="Helvetica Neue"/>
                <a:cs typeface="Helvetica Neue"/>
              </a:defRPr>
            </a:lvl5pPr>
            <a:lvl6pPr algn="l">
              <a:buNone/>
              <a:defRPr sz="1650" b="1">
                <a:solidFill>
                  <a:srgbClr val="243A50"/>
                </a:solidFill>
                <a:latin typeface="Helvetica Neue"/>
                <a:ea typeface="Helvetica Neue"/>
                <a:cs typeface="Helvetica Neue"/>
              </a:defRPr>
            </a:lvl6pPr>
            <a:lvl7pPr algn="l">
              <a:buNone/>
              <a:defRPr sz="1650" b="1">
                <a:solidFill>
                  <a:srgbClr val="243A50"/>
                </a:solidFill>
                <a:latin typeface="Helvetica Neue"/>
                <a:ea typeface="Helvetica Neue"/>
                <a:cs typeface="Helvetica Neue"/>
              </a:defRPr>
            </a:lvl7pPr>
            <a:lvl8pPr algn="l">
              <a:buNone/>
              <a:defRPr sz="1650" b="1">
                <a:solidFill>
                  <a:srgbClr val="243A50"/>
                </a:solidFill>
                <a:latin typeface="Helvetica Neue"/>
                <a:ea typeface="Helvetica Neue"/>
                <a:cs typeface="Helvetica Neue"/>
              </a:defRPr>
            </a:lvl8pPr>
            <a:lvl9pPr algn="l">
              <a:buNone/>
              <a:defRPr sz="1650" b="1">
                <a:solidFill>
                  <a:srgbClr val="243A50"/>
                </a:solidFill>
                <a:latin typeface="Helvetica Neue"/>
                <a:ea typeface="Helvetica Neue"/>
                <a:cs typeface="Helvetica Neue"/>
              </a:defRPr>
            </a:lvl9pPr>
          </a:lstStyle>
          <a:p xmlns:a="http://schemas.openxmlformats.org/drawingml/2006/main">
            <a:pPr algn="l">
              <a:buNone/>
              <a:defRPr sz="1650" b="1">
                <a:solidFill>
                  <a:srgbClr val="243A50"/>
                </a:solidFill>
                <a:latin typeface="Helvetica Neue"/>
                <a:ea typeface="Helvetica Neue"/>
                <a:cs typeface="Helvetica Neue"/>
              </a:defRPr>
            </a:pPr>
            <a:r>
              <a:rPr sz="1650" b="1">
                <a:solidFill>
                  <a:srgbClr val="243A50"/>
                </a:solidFill>
                <a:latin typeface="Helvetica Neue"/>
                <a:ea typeface="Helvetica Neue"/>
                <a:cs typeface="Helvetica Neue"/>
              </a:rPr>
              <a:t>UJIIndoorLoc · 529 columns</a:t>
            </a:r>
          </a:p>
        </p:txBody>
      </p:sp>
      <p:sp>
        <p:nvSpPr>
          <p:cNvPr id="26" name="Rectangle 25">
            <a:extLst xmlns:a="http://schemas.openxmlformats.org/drawingml/2006/main">
              <a:ext uri="{FF2B5EF4-FFF2-40B4-BE49-F238E27FC236}">
                <a16:creationId xmlns:a16="http://schemas.microsoft.com/office/drawing/2014/main" id="{ED9FD415-7AED-4998-9FCB-3D4316C23086}"/>
              </a:ext>
            </a:extLst>
          </p:cNvPr>
          <p:cNvSpPr>
            <a:spLocks xmlns:a="http://schemas.openxmlformats.org/drawingml/2006/main" noGrp="1"/>
          </p:cNvSpPr>
          <p:nvPr/>
        </p:nvSpPr>
        <p:spPr>
          <a:xfrm xmlns:a="http://schemas.openxmlformats.org/drawingml/2006/main">
            <a:off x="6534150" y="4610100"/>
            <a:ext cx="47625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a:bodyPr>
          <a:lstStyle xmlns:a="http://schemas.openxmlformats.org/drawingml/2006/main">
            <a:defPPr algn="l">
              <a:defRPr sz="1275" b="0">
                <a:solidFill>
                  <a:srgbClr val="63788A"/>
                </a:solidFill>
                <a:latin typeface="Helvetica Neue"/>
                <a:ea typeface="Helvetica Neue"/>
                <a:cs typeface="Helvetica Neue"/>
              </a:defRPr>
            </a:defPPr>
            <a:lvl1pPr algn="l">
              <a:buNone/>
              <a:defRPr sz="1275" b="0">
                <a:solidFill>
                  <a:srgbClr val="63788A"/>
                </a:solidFill>
                <a:latin typeface="Helvetica Neue"/>
                <a:ea typeface="Helvetica Neue"/>
                <a:cs typeface="Helvetica Neue"/>
              </a:defRPr>
            </a:lvl1pPr>
            <a:lvl2pPr algn="l">
              <a:buNone/>
              <a:defRPr sz="1275" b="0">
                <a:solidFill>
                  <a:srgbClr val="63788A"/>
                </a:solidFill>
                <a:latin typeface="Helvetica Neue"/>
                <a:ea typeface="Helvetica Neue"/>
                <a:cs typeface="Helvetica Neue"/>
              </a:defRPr>
            </a:lvl2pPr>
            <a:lvl3pPr algn="l">
              <a:buNone/>
              <a:defRPr sz="1275" b="0">
                <a:solidFill>
                  <a:srgbClr val="63788A"/>
                </a:solidFill>
                <a:latin typeface="Helvetica Neue"/>
                <a:ea typeface="Helvetica Neue"/>
                <a:cs typeface="Helvetica Neue"/>
              </a:defRPr>
            </a:lvl3pPr>
            <a:lvl4pPr algn="l">
              <a:buNone/>
              <a:defRPr sz="1275" b="0">
                <a:solidFill>
                  <a:srgbClr val="63788A"/>
                </a:solidFill>
                <a:latin typeface="Helvetica Neue"/>
                <a:ea typeface="Helvetica Neue"/>
                <a:cs typeface="Helvetica Neue"/>
              </a:defRPr>
            </a:lvl4pPr>
            <a:lvl5pPr algn="l">
              <a:buNone/>
              <a:defRPr sz="1275" b="0">
                <a:solidFill>
                  <a:srgbClr val="63788A"/>
                </a:solidFill>
                <a:latin typeface="Helvetica Neue"/>
                <a:ea typeface="Helvetica Neue"/>
                <a:cs typeface="Helvetica Neue"/>
              </a:defRPr>
            </a:lvl5pPr>
            <a:lvl6pPr algn="l">
              <a:buNone/>
              <a:defRPr sz="1275" b="0">
                <a:solidFill>
                  <a:srgbClr val="63788A"/>
                </a:solidFill>
                <a:latin typeface="Helvetica Neue"/>
                <a:ea typeface="Helvetica Neue"/>
                <a:cs typeface="Helvetica Neue"/>
              </a:defRPr>
            </a:lvl6pPr>
            <a:lvl7pPr algn="l">
              <a:buNone/>
              <a:defRPr sz="1275" b="0">
                <a:solidFill>
                  <a:srgbClr val="63788A"/>
                </a:solidFill>
                <a:latin typeface="Helvetica Neue"/>
                <a:ea typeface="Helvetica Neue"/>
                <a:cs typeface="Helvetica Neue"/>
              </a:defRPr>
            </a:lvl7pPr>
            <a:lvl8pPr algn="l">
              <a:buNone/>
              <a:defRPr sz="1275" b="0">
                <a:solidFill>
                  <a:srgbClr val="63788A"/>
                </a:solidFill>
                <a:latin typeface="Helvetica Neue"/>
                <a:ea typeface="Helvetica Neue"/>
                <a:cs typeface="Helvetica Neue"/>
              </a:defRPr>
            </a:lvl8pPr>
            <a:lvl9pPr algn="l">
              <a:buNone/>
              <a:defRPr sz="1275" b="0">
                <a:solidFill>
                  <a:srgbClr val="63788A"/>
                </a:solidFill>
                <a:latin typeface="Helvetica Neue"/>
                <a:ea typeface="Helvetica Neue"/>
                <a:cs typeface="Helvetica Neue"/>
              </a:defRPr>
            </a:lvl9pPr>
          </a:lstStyle>
          <a:p xmlns:a="http://schemas.openxmlformats.org/drawingml/2006/main">
            <a:pPr algn="l">
              <a:buNone/>
              <a:defRPr sz="1275" b="0">
                <a:solidFill>
                  <a:srgbClr val="63788A"/>
                </a:solidFill>
                <a:latin typeface="Helvetica Neue"/>
                <a:ea typeface="Helvetica Neue"/>
                <a:cs typeface="Helvetica Neue"/>
              </a:defRPr>
            </a:pPr>
            <a:r>
              <a:rPr sz="1275" b="0">
                <a:solidFill>
                  <a:srgbClr val="63788A"/>
                </a:solidFill>
                <a:latin typeface="Helvetica Neue"/>
                <a:ea typeface="Helvetica Neue"/>
                <a:cs typeface="Helvetica Neue"/>
              </a:rPr>
              <a:t>520 WAP fields · 4 targets · 5 metadata fields</a:t>
            </a:r>
          </a:p>
        </p:txBody>
      </p:sp>
    </p:spTree>
    <p:extLst>
      <p:ext uri="{BB962C8B-B14F-4D97-AF65-F5344CB8AC3E}">
        <p14:creationId xmlns:p14="http://schemas.microsoft.com/office/powerpoint/2010/main" val="1818882778"/>
      </p:ext>
    </p:extLst>
  </p:cSld>
</p:sld>
</file>

<file path=ppt/slides/slide3.xml><?xml version="1.0" encoding="utf-8"?>
<p:sld xmlns:p="http://schemas.openxmlformats.org/presentationml/2006/main">
  <p:cSld>
    <p:bg>
      <p:bgPr>
        <a:solidFill xmlns:a="http://schemas.openxmlformats.org/drawingml/2006/main">
          <a:srgbClr val="FAF9F6"/>
        </a:solidFill>
      </p:bgPr>
    </p:bg>
    <p:spTree>
      <p:nvGrpSpPr>
        <p:cNvPr id="1" name=""/>
        <p:cNvGrpSpPr/>
        <p:nvPr/>
      </p:nvGrpSpPr>
      <p:grpSpPr>
        <a:xfrm xmlns:a="http://schemas.openxmlformats.org/drawingml/2006/main"/>
      </p:grpSpPr>
      <p:sp>
        <p:nvSpPr>
          <p:cNvPr id="27" name="Rectangle 26">
            <a:extLst xmlns:a="http://schemas.openxmlformats.org/drawingml/2006/main">
              <a:ext uri="{FF2B5EF4-FFF2-40B4-BE49-F238E27FC236}">
                <a16:creationId xmlns:a16="http://schemas.microsoft.com/office/drawing/2014/main" id="{16097A18-8E3B-462E-B98E-246EF460F5BD}"/>
              </a:ext>
            </a:extLst>
          </p:cNvPr>
          <p:cNvSpPr>
            <a:spLocks xmlns:a="http://schemas.openxmlformats.org/drawingml/2006/main" noGrp="1"/>
          </p:cNvSpPr>
          <p:nvPr/>
        </p:nvSpPr>
        <p:spPr>
          <a:xfrm xmlns:a="http://schemas.openxmlformats.org/drawingml/2006/main">
            <a:off x="0" y="0"/>
            <a:ext cx="12192000" cy="104775"/>
          </a:xfrm>
          <a:prstGeom xmlns:a="http://schemas.openxmlformats.org/drawingml/2006/main" prst="rect">
            <a:avLst/>
          </a:prstGeom>
          <a:solidFill xmlns:a="http://schemas.openxmlformats.org/drawingml/2006/main">
            <a:srgbClr val="C7DBD1"/>
          </a:solidFill>
          <a:ln xmlns:a="http://schemas.openxmlformats.org/drawingml/2006/main" w="0">
            <a:noFill/>
            <a:prstDash val="solid"/>
          </a:ln>
        </p:spPr>
      </p:sp>
      <p:sp>
        <p:nvSpPr>
          <p:cNvPr id="2" name="Rectangle 1">
            <a:extLst xmlns:a="http://schemas.openxmlformats.org/drawingml/2006/main">
              <a:ext uri="{FF2B5EF4-FFF2-40B4-BE49-F238E27FC236}">
                <a16:creationId xmlns:a16="http://schemas.microsoft.com/office/drawing/2014/main" id="{CA39C72C-71EB-41D2-B3C7-446E3233FEF8}"/>
              </a:ext>
            </a:extLst>
          </p:cNvPr>
          <p:cNvSpPr>
            <a:spLocks xmlns:a="http://schemas.openxmlformats.org/drawingml/2006/main" noGrp="1"/>
          </p:cNvSpPr>
          <p:nvPr/>
        </p:nvSpPr>
        <p:spPr>
          <a:xfrm xmlns:a="http://schemas.openxmlformats.org/drawingml/2006/main">
            <a:off x="609600" y="371475"/>
            <a:ext cx="1097280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a:bodyPr>
          <a:lstStyle xmlns:a="http://schemas.openxmlformats.org/drawingml/2006/main">
            <a:defPPr algn="l">
              <a:defRPr sz="2625" b="1">
                <a:solidFill>
                  <a:srgbClr val="243A50"/>
                </a:solidFill>
                <a:latin typeface="Helvetica Neue"/>
                <a:ea typeface="Helvetica Neue"/>
                <a:cs typeface="Helvetica Neue"/>
              </a:defRPr>
            </a:defPPr>
            <a:lvl1pPr algn="l">
              <a:buNone/>
              <a:defRPr sz="2625" b="1">
                <a:solidFill>
                  <a:srgbClr val="243A50"/>
                </a:solidFill>
                <a:latin typeface="Helvetica Neue"/>
                <a:ea typeface="Helvetica Neue"/>
                <a:cs typeface="Helvetica Neue"/>
              </a:defRPr>
            </a:lvl1pPr>
            <a:lvl2pPr algn="l">
              <a:buNone/>
              <a:defRPr sz="2625" b="1">
                <a:solidFill>
                  <a:srgbClr val="243A50"/>
                </a:solidFill>
                <a:latin typeface="Helvetica Neue"/>
                <a:ea typeface="Helvetica Neue"/>
                <a:cs typeface="Helvetica Neue"/>
              </a:defRPr>
            </a:lvl2pPr>
            <a:lvl3pPr algn="l">
              <a:buNone/>
              <a:defRPr sz="2625" b="1">
                <a:solidFill>
                  <a:srgbClr val="243A50"/>
                </a:solidFill>
                <a:latin typeface="Helvetica Neue"/>
                <a:ea typeface="Helvetica Neue"/>
                <a:cs typeface="Helvetica Neue"/>
              </a:defRPr>
            </a:lvl3pPr>
            <a:lvl4pPr algn="l">
              <a:buNone/>
              <a:defRPr sz="2625" b="1">
                <a:solidFill>
                  <a:srgbClr val="243A50"/>
                </a:solidFill>
                <a:latin typeface="Helvetica Neue"/>
                <a:ea typeface="Helvetica Neue"/>
                <a:cs typeface="Helvetica Neue"/>
              </a:defRPr>
            </a:lvl4pPr>
            <a:lvl5pPr algn="l">
              <a:buNone/>
              <a:defRPr sz="2625" b="1">
                <a:solidFill>
                  <a:srgbClr val="243A50"/>
                </a:solidFill>
                <a:latin typeface="Helvetica Neue"/>
                <a:ea typeface="Helvetica Neue"/>
                <a:cs typeface="Helvetica Neue"/>
              </a:defRPr>
            </a:lvl5pPr>
            <a:lvl6pPr algn="l">
              <a:buNone/>
              <a:defRPr sz="2625" b="1">
                <a:solidFill>
                  <a:srgbClr val="243A50"/>
                </a:solidFill>
                <a:latin typeface="Helvetica Neue"/>
                <a:ea typeface="Helvetica Neue"/>
                <a:cs typeface="Helvetica Neue"/>
              </a:defRPr>
            </a:lvl6pPr>
            <a:lvl7pPr algn="l">
              <a:buNone/>
              <a:defRPr sz="2625" b="1">
                <a:solidFill>
                  <a:srgbClr val="243A50"/>
                </a:solidFill>
                <a:latin typeface="Helvetica Neue"/>
                <a:ea typeface="Helvetica Neue"/>
                <a:cs typeface="Helvetica Neue"/>
              </a:defRPr>
            </a:lvl7pPr>
            <a:lvl8pPr algn="l">
              <a:buNone/>
              <a:defRPr sz="2625" b="1">
                <a:solidFill>
                  <a:srgbClr val="243A50"/>
                </a:solidFill>
                <a:latin typeface="Helvetica Neue"/>
                <a:ea typeface="Helvetica Neue"/>
                <a:cs typeface="Helvetica Neue"/>
              </a:defRPr>
            </a:lvl8pPr>
            <a:lvl9pPr algn="l">
              <a:buNone/>
              <a:defRPr sz="2625" b="1">
                <a:solidFill>
                  <a:srgbClr val="243A50"/>
                </a:solidFill>
                <a:latin typeface="Helvetica Neue"/>
                <a:ea typeface="Helvetica Neue"/>
                <a:cs typeface="Helvetica Neue"/>
              </a:defRPr>
            </a:lvl9pPr>
          </a:lstStyle>
          <a:p xmlns:a="http://schemas.openxmlformats.org/drawingml/2006/main">
            <a:pPr algn="l">
              <a:buNone/>
              <a:defRPr sz="2625" b="1">
                <a:solidFill>
                  <a:srgbClr val="243A50"/>
                </a:solidFill>
                <a:latin typeface="Helvetica Neue"/>
                <a:ea typeface="Helvetica Neue"/>
                <a:cs typeface="Helvetica Neue"/>
              </a:defRPr>
            </a:pPr>
            <a:r>
              <a:rPr sz="2625" b="1">
                <a:solidFill>
                  <a:srgbClr val="243A50"/>
                </a:solidFill>
                <a:latin typeface="Helvetica Neue"/>
                <a:ea typeface="Helvetica Neue"/>
                <a:cs typeface="Helvetica Neue"/>
              </a:rPr>
              <a:t>Evaluation design and held-out boundary</a:t>
            </a:r>
          </a:p>
        </p:txBody>
      </p:sp>
      <p:sp>
        <p:nvSpPr>
          <p:cNvPr id="3" name="Rectangle 2">
            <a:extLst xmlns:a="http://schemas.openxmlformats.org/drawingml/2006/main">
              <a:ext uri="{FF2B5EF4-FFF2-40B4-BE49-F238E27FC236}">
                <a16:creationId xmlns:a16="http://schemas.microsoft.com/office/drawing/2014/main" id="{9D57DEA3-106D-424A-9F07-E051B9839DB1}"/>
              </a:ext>
            </a:extLst>
          </p:cNvPr>
          <p:cNvSpPr>
            <a:spLocks xmlns:a="http://schemas.openxmlformats.org/drawingml/2006/main" noGrp="1"/>
          </p:cNvSpPr>
          <p:nvPr/>
        </p:nvSpPr>
        <p:spPr>
          <a:xfrm xmlns:a="http://schemas.openxmlformats.org/drawingml/2006/main">
            <a:off x="628650" y="904875"/>
            <a:ext cx="108394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a:bodyPr>
          <a:lstStyle xmlns:a="http://schemas.openxmlformats.org/drawingml/2006/main">
            <a:defPPr algn="l">
              <a:defRPr sz="1350" b="0">
                <a:solidFill>
                  <a:srgbClr val="63788A"/>
                </a:solidFill>
                <a:latin typeface="Helvetica Neue"/>
                <a:ea typeface="Helvetica Neue"/>
                <a:cs typeface="Helvetica Neue"/>
              </a:defRPr>
            </a:defPPr>
            <a:lvl1pPr algn="l">
              <a:buNone/>
              <a:defRPr sz="1350" b="0">
                <a:solidFill>
                  <a:srgbClr val="63788A"/>
                </a:solidFill>
                <a:latin typeface="Helvetica Neue"/>
                <a:ea typeface="Helvetica Neue"/>
                <a:cs typeface="Helvetica Neue"/>
              </a:defRPr>
            </a:lvl1pPr>
            <a:lvl2pPr algn="l">
              <a:buNone/>
              <a:defRPr sz="1350" b="0">
                <a:solidFill>
                  <a:srgbClr val="63788A"/>
                </a:solidFill>
                <a:latin typeface="Helvetica Neue"/>
                <a:ea typeface="Helvetica Neue"/>
                <a:cs typeface="Helvetica Neue"/>
              </a:defRPr>
            </a:lvl2pPr>
            <a:lvl3pPr algn="l">
              <a:buNone/>
              <a:defRPr sz="1350" b="0">
                <a:solidFill>
                  <a:srgbClr val="63788A"/>
                </a:solidFill>
                <a:latin typeface="Helvetica Neue"/>
                <a:ea typeface="Helvetica Neue"/>
                <a:cs typeface="Helvetica Neue"/>
              </a:defRPr>
            </a:lvl3pPr>
            <a:lvl4pPr algn="l">
              <a:buNone/>
              <a:defRPr sz="1350" b="0">
                <a:solidFill>
                  <a:srgbClr val="63788A"/>
                </a:solidFill>
                <a:latin typeface="Helvetica Neue"/>
                <a:ea typeface="Helvetica Neue"/>
                <a:cs typeface="Helvetica Neue"/>
              </a:defRPr>
            </a:lvl4pPr>
            <a:lvl5pPr algn="l">
              <a:buNone/>
              <a:defRPr sz="1350" b="0">
                <a:solidFill>
                  <a:srgbClr val="63788A"/>
                </a:solidFill>
                <a:latin typeface="Helvetica Neue"/>
                <a:ea typeface="Helvetica Neue"/>
                <a:cs typeface="Helvetica Neue"/>
              </a:defRPr>
            </a:lvl5pPr>
            <a:lvl6pPr algn="l">
              <a:buNone/>
              <a:defRPr sz="1350" b="0">
                <a:solidFill>
                  <a:srgbClr val="63788A"/>
                </a:solidFill>
                <a:latin typeface="Helvetica Neue"/>
                <a:ea typeface="Helvetica Neue"/>
                <a:cs typeface="Helvetica Neue"/>
              </a:defRPr>
            </a:lvl6pPr>
            <a:lvl7pPr algn="l">
              <a:buNone/>
              <a:defRPr sz="1350" b="0">
                <a:solidFill>
                  <a:srgbClr val="63788A"/>
                </a:solidFill>
                <a:latin typeface="Helvetica Neue"/>
                <a:ea typeface="Helvetica Neue"/>
                <a:cs typeface="Helvetica Neue"/>
              </a:defRPr>
            </a:lvl7pPr>
            <a:lvl8pPr algn="l">
              <a:buNone/>
              <a:defRPr sz="1350" b="0">
                <a:solidFill>
                  <a:srgbClr val="63788A"/>
                </a:solidFill>
                <a:latin typeface="Helvetica Neue"/>
                <a:ea typeface="Helvetica Neue"/>
                <a:cs typeface="Helvetica Neue"/>
              </a:defRPr>
            </a:lvl8pPr>
            <a:lvl9pPr algn="l">
              <a:buNone/>
              <a:defRPr sz="1350" b="0">
                <a:solidFill>
                  <a:srgbClr val="63788A"/>
                </a:solidFill>
                <a:latin typeface="Helvetica Neue"/>
                <a:ea typeface="Helvetica Neue"/>
                <a:cs typeface="Helvetica Neue"/>
              </a:defRPr>
            </a:lvl9pPr>
          </a:lstStyle>
          <a:p xmlns:a="http://schemas.openxmlformats.org/drawingml/2006/main">
            <a:pPr algn="l">
              <a:buNone/>
              <a:defRPr sz="1350" b="0">
                <a:solidFill>
                  <a:srgbClr val="63788A"/>
                </a:solidFill>
                <a:latin typeface="Helvetica Neue"/>
                <a:ea typeface="Helvetica Neue"/>
                <a:cs typeface="Helvetica Neue"/>
              </a:defRPr>
            </a:pPr>
            <a:r>
              <a:rPr sz="1350" b="0">
                <a:solidFill>
                  <a:srgbClr val="63788A"/>
                </a:solidFill>
                <a:latin typeface="Helvetica Neue"/>
                <a:ea typeface="Helvetica Neue"/>
                <a:cs typeface="Helvetica Neue"/>
              </a:rPr>
              <a:t>Use internal validation to select settings; reserve the supplied file for final reporting.</a:t>
            </a:r>
          </a:p>
        </p:txBody>
      </p:sp>
      <p:sp>
        <p:nvSpPr>
          <p:cNvPr id="4" name="Straight Connector 3">
            <a:extLst xmlns:a="http://schemas.openxmlformats.org/drawingml/2006/main">
              <a:ext uri="{FF2B5EF4-FFF2-40B4-BE49-F238E27FC236}">
                <a16:creationId xmlns:a16="http://schemas.microsoft.com/office/drawing/2014/main" id="{81F3E2D4-3A70-4D45-AC07-BCC7D6F7538D}"/>
              </a:ext>
            </a:extLst>
          </p:cNvPr>
          <p:cNvSpPr>
            <a:spLocks xmlns:a="http://schemas.openxmlformats.org/drawingml/2006/main" noGrp="1"/>
          </p:cNvSpPr>
          <p:nvPr/>
        </p:nvSpPr>
        <p:spPr>
          <a:xfrm xmlns:a="http://schemas.openxmlformats.org/drawingml/2006/main">
            <a:off x="609600" y="6381750"/>
            <a:ext cx="10972800" cy="0"/>
          </a:xfrm>
          <a:prstGeom xmlns:a="http://schemas.openxmlformats.org/drawingml/2006/main" prst="line">
            <a:avLst/>
          </a:prstGeom>
          <a:noFill xmlns:a="http://schemas.openxmlformats.org/drawingml/2006/main"/>
          <a:ln xmlns:a="http://schemas.openxmlformats.org/drawingml/2006/main" w="9525">
            <a:solidFill>
              <a:srgbClr val="CBD5DA"/>
            </a:solidFill>
            <a:prstDash val="solid"/>
          </a:ln>
        </p:spPr>
      </p:sp>
      <p:sp>
        <p:nvSpPr>
          <p:cNvPr id="5" name="Rectangle 4">
            <a:extLst xmlns:a="http://schemas.openxmlformats.org/drawingml/2006/main">
              <a:ext uri="{FF2B5EF4-FFF2-40B4-BE49-F238E27FC236}">
                <a16:creationId xmlns:a16="http://schemas.microsoft.com/office/drawing/2014/main" id="{656CD33F-9DA4-4466-A37A-EF9AA5C9375A}"/>
              </a:ext>
            </a:extLst>
          </p:cNvPr>
          <p:cNvSpPr>
            <a:spLocks xmlns:a="http://schemas.openxmlformats.org/drawingml/2006/main" noGrp="1"/>
          </p:cNvSpPr>
          <p:nvPr/>
        </p:nvSpPr>
        <p:spPr>
          <a:xfrm xmlns:a="http://schemas.openxmlformats.org/drawingml/2006/main">
            <a:off x="609600" y="6477000"/>
            <a:ext cx="109728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a:bodyPr>
          <a:lstStyle xmlns:a="http://schemas.openxmlformats.org/drawingml/2006/main">
            <a:defPPr algn="r">
              <a:defRPr sz="900" b="0">
                <a:solidFill>
                  <a:srgbClr val="63788A"/>
                </a:solidFill>
                <a:latin typeface="Helvetica Neue"/>
                <a:ea typeface="Helvetica Neue"/>
                <a:cs typeface="Helvetica Neue"/>
              </a:defRPr>
            </a:defPPr>
            <a:lvl1pPr algn="r">
              <a:buNone/>
              <a:defRPr sz="900" b="0">
                <a:solidFill>
                  <a:srgbClr val="63788A"/>
                </a:solidFill>
                <a:latin typeface="Helvetica Neue"/>
                <a:ea typeface="Helvetica Neue"/>
                <a:cs typeface="Helvetica Neue"/>
              </a:defRPr>
            </a:lvl1pPr>
            <a:lvl2pPr algn="r">
              <a:buNone/>
              <a:defRPr sz="900" b="0">
                <a:solidFill>
                  <a:srgbClr val="63788A"/>
                </a:solidFill>
                <a:latin typeface="Helvetica Neue"/>
                <a:ea typeface="Helvetica Neue"/>
                <a:cs typeface="Helvetica Neue"/>
              </a:defRPr>
            </a:lvl2pPr>
            <a:lvl3pPr algn="r">
              <a:buNone/>
              <a:defRPr sz="900" b="0">
                <a:solidFill>
                  <a:srgbClr val="63788A"/>
                </a:solidFill>
                <a:latin typeface="Helvetica Neue"/>
                <a:ea typeface="Helvetica Neue"/>
                <a:cs typeface="Helvetica Neue"/>
              </a:defRPr>
            </a:lvl3pPr>
            <a:lvl4pPr algn="r">
              <a:buNone/>
              <a:defRPr sz="900" b="0">
                <a:solidFill>
                  <a:srgbClr val="63788A"/>
                </a:solidFill>
                <a:latin typeface="Helvetica Neue"/>
                <a:ea typeface="Helvetica Neue"/>
                <a:cs typeface="Helvetica Neue"/>
              </a:defRPr>
            </a:lvl4pPr>
            <a:lvl5pPr algn="r">
              <a:buNone/>
              <a:defRPr sz="900" b="0">
                <a:solidFill>
                  <a:srgbClr val="63788A"/>
                </a:solidFill>
                <a:latin typeface="Helvetica Neue"/>
                <a:ea typeface="Helvetica Neue"/>
                <a:cs typeface="Helvetica Neue"/>
              </a:defRPr>
            </a:lvl5pPr>
            <a:lvl6pPr algn="r">
              <a:buNone/>
              <a:defRPr sz="900" b="0">
                <a:solidFill>
                  <a:srgbClr val="63788A"/>
                </a:solidFill>
                <a:latin typeface="Helvetica Neue"/>
                <a:ea typeface="Helvetica Neue"/>
                <a:cs typeface="Helvetica Neue"/>
              </a:defRPr>
            </a:lvl6pPr>
            <a:lvl7pPr algn="r">
              <a:buNone/>
              <a:defRPr sz="900" b="0">
                <a:solidFill>
                  <a:srgbClr val="63788A"/>
                </a:solidFill>
                <a:latin typeface="Helvetica Neue"/>
                <a:ea typeface="Helvetica Neue"/>
                <a:cs typeface="Helvetica Neue"/>
              </a:defRPr>
            </a:lvl7pPr>
            <a:lvl8pPr algn="r">
              <a:buNone/>
              <a:defRPr sz="900" b="0">
                <a:solidFill>
                  <a:srgbClr val="63788A"/>
                </a:solidFill>
                <a:latin typeface="Helvetica Neue"/>
                <a:ea typeface="Helvetica Neue"/>
                <a:cs typeface="Helvetica Neue"/>
              </a:defRPr>
            </a:lvl8pPr>
            <a:lvl9pPr algn="r">
              <a:buNone/>
              <a:defRPr sz="900" b="0">
                <a:solidFill>
                  <a:srgbClr val="63788A"/>
                </a:solidFill>
                <a:latin typeface="Helvetica Neue"/>
                <a:ea typeface="Helvetica Neue"/>
                <a:cs typeface="Helvetica Neue"/>
              </a:defRPr>
            </a:lvl9pPr>
          </a:lstStyle>
          <a:p xmlns:a="http://schemas.openxmlformats.org/drawingml/2006/main">
            <a:pPr algn="r">
              <a:buNone/>
              <a:defRPr sz="900" b="0">
                <a:solidFill>
                  <a:srgbClr val="63788A"/>
                </a:solidFill>
                <a:latin typeface="Helvetica Neue"/>
                <a:ea typeface="Helvetica Neue"/>
                <a:cs typeface="Helvetica Neue"/>
              </a:defRPr>
            </a:pPr>
            <a:r>
              <a:rPr sz="900" b="0">
                <a:solidFill>
                  <a:srgbClr val="63788A"/>
                </a:solidFill>
                <a:latin typeface="Helvetica Neue"/>
                <a:ea typeface="Helvetica Neue"/>
                <a:cs typeface="Helvetica Neue"/>
              </a:rPr>
              <a:t>PROJECT 9  •  AML VIVA  •  03</a:t>
            </a:r>
          </a:p>
        </p:txBody>
      </p:sp>
      <p:sp>
        <p:nvSpPr>
          <p:cNvPr id="6" name="Rounded Rectangle 5">
            <a:extLst xmlns:a="http://schemas.openxmlformats.org/drawingml/2006/main">
              <a:ext uri="{FF2B5EF4-FFF2-40B4-BE49-F238E27FC236}">
                <a16:creationId xmlns:a16="http://schemas.microsoft.com/office/drawing/2014/main" id="{CCBBE506-C881-48A1-88B9-FFF4C9D11D59}"/>
              </a:ext>
            </a:extLst>
          </p:cNvPr>
          <p:cNvSpPr>
            <a:spLocks xmlns:a="http://schemas.openxmlformats.org/drawingml/2006/main" noGrp="1"/>
          </p:cNvSpPr>
          <p:nvPr/>
        </p:nvSpPr>
        <p:spPr>
          <a:xfrm xmlns:a="http://schemas.openxmlformats.org/drawingml/2006/main">
            <a:off x="647700" y="1924050"/>
            <a:ext cx="2286000" cy="1466850"/>
          </a:xfrm>
          <a:prstGeom xmlns:a="http://schemas.openxmlformats.org/drawingml/2006/main" prst="roundRect">
            <a:avLst>
              <a:gd name="adj" fmla="val 5195"/>
            </a:avLst>
          </a:prstGeom>
          <a:solidFill xmlns:a="http://schemas.openxmlformats.org/drawingml/2006/main">
            <a:srgbClr val="E8EFF4"/>
          </a:solidFill>
          <a:ln xmlns:a="http://schemas.openxmlformats.org/drawingml/2006/main" w="9525">
            <a:solidFill>
              <a:srgbClr val="CBD5DA"/>
            </a:solidFill>
            <a:prstDash val="solid"/>
          </a:ln>
        </p:spPr>
      </p:sp>
      <p:sp>
        <p:nvSpPr>
          <p:cNvPr id="7" name="Rectangle 6">
            <a:extLst xmlns:a="http://schemas.openxmlformats.org/drawingml/2006/main">
              <a:ext uri="{FF2B5EF4-FFF2-40B4-BE49-F238E27FC236}">
                <a16:creationId xmlns:a16="http://schemas.microsoft.com/office/drawing/2014/main" id="{336E30ED-247F-49E4-B81F-992074F2974B}"/>
              </a:ext>
            </a:extLst>
          </p:cNvPr>
          <p:cNvSpPr>
            <a:spLocks xmlns:a="http://schemas.openxmlformats.org/drawingml/2006/main" noGrp="1"/>
          </p:cNvSpPr>
          <p:nvPr/>
        </p:nvSpPr>
        <p:spPr>
          <a:xfrm xmlns:a="http://schemas.openxmlformats.org/drawingml/2006/main">
            <a:off x="762000" y="2038350"/>
            <a:ext cx="2057400" cy="3333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a:bodyPr>
          <a:lstStyle xmlns:a="http://schemas.openxmlformats.org/drawingml/2006/main">
            <a:defPPr algn="ctr">
              <a:defRPr sz="1500" b="1">
                <a:solidFill>
                  <a:srgbClr val="243A50"/>
                </a:solidFill>
                <a:latin typeface="Helvetica Neue"/>
                <a:ea typeface="Helvetica Neue"/>
                <a:cs typeface="Helvetica Neue"/>
              </a:defRPr>
            </a:defPPr>
            <a:lvl1pPr algn="ctr">
              <a:buNone/>
              <a:defRPr sz="1500" b="1">
                <a:solidFill>
                  <a:srgbClr val="243A50"/>
                </a:solidFill>
                <a:latin typeface="Helvetica Neue"/>
                <a:ea typeface="Helvetica Neue"/>
                <a:cs typeface="Helvetica Neue"/>
              </a:defRPr>
            </a:lvl1pPr>
            <a:lvl2pPr algn="ctr">
              <a:buNone/>
              <a:defRPr sz="1500" b="1">
                <a:solidFill>
                  <a:srgbClr val="243A50"/>
                </a:solidFill>
                <a:latin typeface="Helvetica Neue"/>
                <a:ea typeface="Helvetica Neue"/>
                <a:cs typeface="Helvetica Neue"/>
              </a:defRPr>
            </a:lvl2pPr>
            <a:lvl3pPr algn="ctr">
              <a:buNone/>
              <a:defRPr sz="1500" b="1">
                <a:solidFill>
                  <a:srgbClr val="243A50"/>
                </a:solidFill>
                <a:latin typeface="Helvetica Neue"/>
                <a:ea typeface="Helvetica Neue"/>
                <a:cs typeface="Helvetica Neue"/>
              </a:defRPr>
            </a:lvl3pPr>
            <a:lvl4pPr algn="ctr">
              <a:buNone/>
              <a:defRPr sz="1500" b="1">
                <a:solidFill>
                  <a:srgbClr val="243A50"/>
                </a:solidFill>
                <a:latin typeface="Helvetica Neue"/>
                <a:ea typeface="Helvetica Neue"/>
                <a:cs typeface="Helvetica Neue"/>
              </a:defRPr>
            </a:lvl4pPr>
            <a:lvl5pPr algn="ctr">
              <a:buNone/>
              <a:defRPr sz="1500" b="1">
                <a:solidFill>
                  <a:srgbClr val="243A50"/>
                </a:solidFill>
                <a:latin typeface="Helvetica Neue"/>
                <a:ea typeface="Helvetica Neue"/>
                <a:cs typeface="Helvetica Neue"/>
              </a:defRPr>
            </a:lvl5pPr>
            <a:lvl6pPr algn="ctr">
              <a:buNone/>
              <a:defRPr sz="1500" b="1">
                <a:solidFill>
                  <a:srgbClr val="243A50"/>
                </a:solidFill>
                <a:latin typeface="Helvetica Neue"/>
                <a:ea typeface="Helvetica Neue"/>
                <a:cs typeface="Helvetica Neue"/>
              </a:defRPr>
            </a:lvl6pPr>
            <a:lvl7pPr algn="ctr">
              <a:buNone/>
              <a:defRPr sz="1500" b="1">
                <a:solidFill>
                  <a:srgbClr val="243A50"/>
                </a:solidFill>
                <a:latin typeface="Helvetica Neue"/>
                <a:ea typeface="Helvetica Neue"/>
                <a:cs typeface="Helvetica Neue"/>
              </a:defRPr>
            </a:lvl7pPr>
            <a:lvl8pPr algn="ctr">
              <a:buNone/>
              <a:defRPr sz="1500" b="1">
                <a:solidFill>
                  <a:srgbClr val="243A50"/>
                </a:solidFill>
                <a:latin typeface="Helvetica Neue"/>
                <a:ea typeface="Helvetica Neue"/>
                <a:cs typeface="Helvetica Neue"/>
              </a:defRPr>
            </a:lvl8pPr>
            <a:lvl9pPr algn="ctr">
              <a:buNone/>
              <a:defRPr sz="1500" b="1">
                <a:solidFill>
                  <a:srgbClr val="243A50"/>
                </a:solidFill>
                <a:latin typeface="Helvetica Neue"/>
                <a:ea typeface="Helvetica Neue"/>
                <a:cs typeface="Helvetica Neue"/>
              </a:defRPr>
            </a:lvl9pPr>
          </a:lstStyle>
          <a:p xmlns:a="http://schemas.openxmlformats.org/drawingml/2006/main">
            <a:pPr algn="ctr">
              <a:buNone/>
              <a:defRPr sz="1500" b="1">
                <a:solidFill>
                  <a:srgbClr val="243A50"/>
                </a:solidFill>
                <a:latin typeface="Helvetica Neue"/>
                <a:ea typeface="Helvetica Neue"/>
                <a:cs typeface="Helvetica Neue"/>
              </a:defRPr>
            </a:pPr>
            <a:r>
              <a:rPr sz="1500" b="1">
                <a:solidFill>
                  <a:srgbClr val="243A50"/>
                </a:solidFill>
                <a:latin typeface="Helvetica Neue"/>
                <a:ea typeface="Helvetica Neue"/>
                <a:cs typeface="Helvetica Neue"/>
              </a:rPr>
              <a:t>Training/reference</a:t>
            </a:r>
          </a:p>
        </p:txBody>
      </p:sp>
      <p:sp>
        <p:nvSpPr>
          <p:cNvPr id="8" name="Rectangle 7">
            <a:extLst xmlns:a="http://schemas.openxmlformats.org/drawingml/2006/main">
              <a:ext uri="{FF2B5EF4-FFF2-40B4-BE49-F238E27FC236}">
                <a16:creationId xmlns:a16="http://schemas.microsoft.com/office/drawing/2014/main" id="{A66C6C11-8F3C-4127-94A4-9960AD36E2C0}"/>
              </a:ext>
            </a:extLst>
          </p:cNvPr>
          <p:cNvSpPr>
            <a:spLocks xmlns:a="http://schemas.openxmlformats.org/drawingml/2006/main" noGrp="1"/>
          </p:cNvSpPr>
          <p:nvPr/>
        </p:nvSpPr>
        <p:spPr>
          <a:xfrm xmlns:a="http://schemas.openxmlformats.org/drawingml/2006/main">
            <a:off x="781050" y="2438400"/>
            <a:ext cx="2019300"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a:bodyPr>
          <a:lstStyle xmlns:a="http://schemas.openxmlformats.org/drawingml/2006/main">
            <a:defPPr algn="ctr">
              <a:defRPr sz="1200" b="0">
                <a:solidFill>
                  <a:srgbClr val="33485D"/>
                </a:solidFill>
                <a:latin typeface="Helvetica Neue"/>
                <a:ea typeface="Helvetica Neue"/>
                <a:cs typeface="Helvetica Neue"/>
              </a:defRPr>
            </a:defPPr>
            <a:lvl1pPr algn="ctr">
              <a:buNone/>
              <a:defRPr sz="1200" b="0">
                <a:solidFill>
                  <a:srgbClr val="33485D"/>
                </a:solidFill>
                <a:latin typeface="Helvetica Neue"/>
                <a:ea typeface="Helvetica Neue"/>
                <a:cs typeface="Helvetica Neue"/>
              </a:defRPr>
            </a:lvl1pPr>
            <a:lvl2pPr algn="ctr">
              <a:buNone/>
              <a:defRPr sz="1200" b="0">
                <a:solidFill>
                  <a:srgbClr val="33485D"/>
                </a:solidFill>
                <a:latin typeface="Helvetica Neue"/>
                <a:ea typeface="Helvetica Neue"/>
                <a:cs typeface="Helvetica Neue"/>
              </a:defRPr>
            </a:lvl2pPr>
            <a:lvl3pPr algn="ctr">
              <a:buNone/>
              <a:defRPr sz="1200" b="0">
                <a:solidFill>
                  <a:srgbClr val="33485D"/>
                </a:solidFill>
                <a:latin typeface="Helvetica Neue"/>
                <a:ea typeface="Helvetica Neue"/>
                <a:cs typeface="Helvetica Neue"/>
              </a:defRPr>
            </a:lvl3pPr>
            <a:lvl4pPr algn="ctr">
              <a:buNone/>
              <a:defRPr sz="1200" b="0">
                <a:solidFill>
                  <a:srgbClr val="33485D"/>
                </a:solidFill>
                <a:latin typeface="Helvetica Neue"/>
                <a:ea typeface="Helvetica Neue"/>
                <a:cs typeface="Helvetica Neue"/>
              </a:defRPr>
            </a:lvl4pPr>
            <a:lvl5pPr algn="ctr">
              <a:buNone/>
              <a:defRPr sz="1200" b="0">
                <a:solidFill>
                  <a:srgbClr val="33485D"/>
                </a:solidFill>
                <a:latin typeface="Helvetica Neue"/>
                <a:ea typeface="Helvetica Neue"/>
                <a:cs typeface="Helvetica Neue"/>
              </a:defRPr>
            </a:lvl5pPr>
            <a:lvl6pPr algn="ctr">
              <a:buNone/>
              <a:defRPr sz="1200" b="0">
                <a:solidFill>
                  <a:srgbClr val="33485D"/>
                </a:solidFill>
                <a:latin typeface="Helvetica Neue"/>
                <a:ea typeface="Helvetica Neue"/>
                <a:cs typeface="Helvetica Neue"/>
              </a:defRPr>
            </a:lvl6pPr>
            <a:lvl7pPr algn="ctr">
              <a:buNone/>
              <a:defRPr sz="1200" b="0">
                <a:solidFill>
                  <a:srgbClr val="33485D"/>
                </a:solidFill>
                <a:latin typeface="Helvetica Neue"/>
                <a:ea typeface="Helvetica Neue"/>
                <a:cs typeface="Helvetica Neue"/>
              </a:defRPr>
            </a:lvl7pPr>
            <a:lvl8pPr algn="ctr">
              <a:buNone/>
              <a:defRPr sz="1200" b="0">
                <a:solidFill>
                  <a:srgbClr val="33485D"/>
                </a:solidFill>
                <a:latin typeface="Helvetica Neue"/>
                <a:ea typeface="Helvetica Neue"/>
                <a:cs typeface="Helvetica Neue"/>
              </a:defRPr>
            </a:lvl8pPr>
            <a:lvl9pPr algn="ctr">
              <a:buNone/>
              <a:defRPr sz="1200" b="0">
                <a:solidFill>
                  <a:srgbClr val="33485D"/>
                </a:solidFill>
                <a:latin typeface="Helvetica Neue"/>
                <a:ea typeface="Helvetica Neue"/>
                <a:cs typeface="Helvetica Neue"/>
              </a:defRPr>
            </a:lvl9pPr>
          </a:lstStyle>
          <a:p xmlns:a="http://schemas.openxmlformats.org/drawingml/2006/main">
            <a:pPr algn="ctr">
              <a:buNone/>
              <a:defRPr sz="1200" b="0">
                <a:solidFill>
                  <a:srgbClr val="33485D"/>
                </a:solidFill>
                <a:latin typeface="Helvetica Neue"/>
                <a:ea typeface="Helvetica Neue"/>
                <a:cs typeface="Helvetica Neue"/>
              </a:defRPr>
            </a:pPr>
            <a:r>
              <a:rPr sz="1200" b="0">
                <a:solidFill>
                  <a:srgbClr val="33485D"/>
                </a:solidFill>
                <a:latin typeface="Helvetica Neue"/>
                <a:ea typeface="Helvetica Neue"/>
                <a:cs typeface="Helvetica Neue"/>
              </a:rPr>
              <a:t>19,937 supplied rows</a:t>
            </a:r>
          </a:p>
        </p:txBody>
      </p:sp>
      <p:sp>
        <p:nvSpPr>
          <p:cNvPr id="9" name="Right Arrow 8">
            <a:extLst xmlns:a="http://schemas.openxmlformats.org/drawingml/2006/main">
              <a:ext uri="{FF2B5EF4-FFF2-40B4-BE49-F238E27FC236}">
                <a16:creationId xmlns:a16="http://schemas.microsoft.com/office/drawing/2014/main" id="{15BE7376-1388-4D75-8786-5AAE4FC0825E}"/>
              </a:ext>
            </a:extLst>
          </p:cNvPr>
          <p:cNvSpPr>
            <a:spLocks xmlns:a="http://schemas.openxmlformats.org/drawingml/2006/main" noGrp="1"/>
          </p:cNvSpPr>
          <p:nvPr/>
        </p:nvSpPr>
        <p:spPr>
          <a:xfrm xmlns:a="http://schemas.openxmlformats.org/drawingml/2006/main">
            <a:off x="3067050" y="2571750"/>
            <a:ext cx="457200" cy="152400"/>
          </a:xfrm>
          <a:prstGeom xmlns:a="http://schemas.openxmlformats.org/drawingml/2006/main" prst="rightArrow">
            <a:avLst/>
          </a:prstGeom>
          <a:solidFill xmlns:a="http://schemas.openxmlformats.org/drawingml/2006/main">
            <a:srgbClr val="64877F"/>
          </a:solidFill>
          <a:ln xmlns:a="http://schemas.openxmlformats.org/drawingml/2006/main" w="0">
            <a:noFill/>
            <a:prstDash val="solid"/>
          </a:ln>
        </p:spPr>
      </p:sp>
      <p:sp>
        <p:nvSpPr>
          <p:cNvPr id="10" name="Rounded Rectangle 9">
            <a:extLst xmlns:a="http://schemas.openxmlformats.org/drawingml/2006/main">
              <a:ext uri="{FF2B5EF4-FFF2-40B4-BE49-F238E27FC236}">
                <a16:creationId xmlns:a16="http://schemas.microsoft.com/office/drawing/2014/main" id="{DB124094-A09E-4975-99FE-79A2EC295D78}"/>
              </a:ext>
            </a:extLst>
          </p:cNvPr>
          <p:cNvSpPr>
            <a:spLocks xmlns:a="http://schemas.openxmlformats.org/drawingml/2006/main" noGrp="1"/>
          </p:cNvSpPr>
          <p:nvPr/>
        </p:nvSpPr>
        <p:spPr>
          <a:xfrm xmlns:a="http://schemas.openxmlformats.org/drawingml/2006/main">
            <a:off x="3714750" y="1714500"/>
            <a:ext cx="2400300" cy="1276350"/>
          </a:xfrm>
          <a:prstGeom xmlns:a="http://schemas.openxmlformats.org/drawingml/2006/main" prst="roundRect">
            <a:avLst>
              <a:gd name="adj" fmla="val 5970"/>
            </a:avLst>
          </a:prstGeom>
          <a:solidFill xmlns:a="http://schemas.openxmlformats.org/drawingml/2006/main">
            <a:srgbClr val="C7DBD1"/>
          </a:solidFill>
          <a:ln xmlns:a="http://schemas.openxmlformats.org/drawingml/2006/main" w="9525">
            <a:solidFill>
              <a:srgbClr val="CBD5DA"/>
            </a:solidFill>
            <a:prstDash val="solid"/>
          </a:ln>
        </p:spPr>
      </p:sp>
      <p:sp>
        <p:nvSpPr>
          <p:cNvPr id="11" name="Rectangle 10">
            <a:extLst xmlns:a="http://schemas.openxmlformats.org/drawingml/2006/main">
              <a:ext uri="{FF2B5EF4-FFF2-40B4-BE49-F238E27FC236}">
                <a16:creationId xmlns:a16="http://schemas.microsoft.com/office/drawing/2014/main" id="{B37377E8-1AB4-4469-8773-C9570BDE6EF1}"/>
              </a:ext>
            </a:extLst>
          </p:cNvPr>
          <p:cNvSpPr>
            <a:spLocks xmlns:a="http://schemas.openxmlformats.org/drawingml/2006/main" noGrp="1"/>
          </p:cNvSpPr>
          <p:nvPr/>
        </p:nvSpPr>
        <p:spPr>
          <a:xfrm xmlns:a="http://schemas.openxmlformats.org/drawingml/2006/main">
            <a:off x="3829050" y="1828800"/>
            <a:ext cx="2171700" cy="3333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a:bodyPr>
          <a:lstStyle xmlns:a="http://schemas.openxmlformats.org/drawingml/2006/main">
            <a:defPPr algn="ctr">
              <a:defRPr sz="1500" b="1">
                <a:solidFill>
                  <a:srgbClr val="243A50"/>
                </a:solidFill>
                <a:latin typeface="Helvetica Neue"/>
                <a:ea typeface="Helvetica Neue"/>
                <a:cs typeface="Helvetica Neue"/>
              </a:defRPr>
            </a:defPPr>
            <a:lvl1pPr algn="ctr">
              <a:buNone/>
              <a:defRPr sz="1500" b="1">
                <a:solidFill>
                  <a:srgbClr val="243A50"/>
                </a:solidFill>
                <a:latin typeface="Helvetica Neue"/>
                <a:ea typeface="Helvetica Neue"/>
                <a:cs typeface="Helvetica Neue"/>
              </a:defRPr>
            </a:lvl1pPr>
            <a:lvl2pPr algn="ctr">
              <a:buNone/>
              <a:defRPr sz="1500" b="1">
                <a:solidFill>
                  <a:srgbClr val="243A50"/>
                </a:solidFill>
                <a:latin typeface="Helvetica Neue"/>
                <a:ea typeface="Helvetica Neue"/>
                <a:cs typeface="Helvetica Neue"/>
              </a:defRPr>
            </a:lvl2pPr>
            <a:lvl3pPr algn="ctr">
              <a:buNone/>
              <a:defRPr sz="1500" b="1">
                <a:solidFill>
                  <a:srgbClr val="243A50"/>
                </a:solidFill>
                <a:latin typeface="Helvetica Neue"/>
                <a:ea typeface="Helvetica Neue"/>
                <a:cs typeface="Helvetica Neue"/>
              </a:defRPr>
            </a:lvl3pPr>
            <a:lvl4pPr algn="ctr">
              <a:buNone/>
              <a:defRPr sz="1500" b="1">
                <a:solidFill>
                  <a:srgbClr val="243A50"/>
                </a:solidFill>
                <a:latin typeface="Helvetica Neue"/>
                <a:ea typeface="Helvetica Neue"/>
                <a:cs typeface="Helvetica Neue"/>
              </a:defRPr>
            </a:lvl4pPr>
            <a:lvl5pPr algn="ctr">
              <a:buNone/>
              <a:defRPr sz="1500" b="1">
                <a:solidFill>
                  <a:srgbClr val="243A50"/>
                </a:solidFill>
                <a:latin typeface="Helvetica Neue"/>
                <a:ea typeface="Helvetica Neue"/>
                <a:cs typeface="Helvetica Neue"/>
              </a:defRPr>
            </a:lvl5pPr>
            <a:lvl6pPr algn="ctr">
              <a:buNone/>
              <a:defRPr sz="1500" b="1">
                <a:solidFill>
                  <a:srgbClr val="243A50"/>
                </a:solidFill>
                <a:latin typeface="Helvetica Neue"/>
                <a:ea typeface="Helvetica Neue"/>
                <a:cs typeface="Helvetica Neue"/>
              </a:defRPr>
            </a:lvl6pPr>
            <a:lvl7pPr algn="ctr">
              <a:buNone/>
              <a:defRPr sz="1500" b="1">
                <a:solidFill>
                  <a:srgbClr val="243A50"/>
                </a:solidFill>
                <a:latin typeface="Helvetica Neue"/>
                <a:ea typeface="Helvetica Neue"/>
                <a:cs typeface="Helvetica Neue"/>
              </a:defRPr>
            </a:lvl7pPr>
            <a:lvl8pPr algn="ctr">
              <a:buNone/>
              <a:defRPr sz="1500" b="1">
                <a:solidFill>
                  <a:srgbClr val="243A50"/>
                </a:solidFill>
                <a:latin typeface="Helvetica Neue"/>
                <a:ea typeface="Helvetica Neue"/>
                <a:cs typeface="Helvetica Neue"/>
              </a:defRPr>
            </a:lvl8pPr>
            <a:lvl9pPr algn="ctr">
              <a:buNone/>
              <a:defRPr sz="1500" b="1">
                <a:solidFill>
                  <a:srgbClr val="243A50"/>
                </a:solidFill>
                <a:latin typeface="Helvetica Neue"/>
                <a:ea typeface="Helvetica Neue"/>
                <a:cs typeface="Helvetica Neue"/>
              </a:defRPr>
            </a:lvl9pPr>
          </a:lstStyle>
          <a:p xmlns:a="http://schemas.openxmlformats.org/drawingml/2006/main">
            <a:pPr algn="ctr">
              <a:buNone/>
              <a:defRPr sz="1500" b="1">
                <a:solidFill>
                  <a:srgbClr val="243A50"/>
                </a:solidFill>
                <a:latin typeface="Helvetica Neue"/>
                <a:ea typeface="Helvetica Neue"/>
                <a:cs typeface="Helvetica Neue"/>
              </a:defRPr>
            </a:pPr>
            <a:r>
              <a:rPr sz="1500" b="1">
                <a:solidFill>
                  <a:srgbClr val="243A50"/>
                </a:solidFill>
                <a:latin typeface="Helvetica Neue"/>
                <a:ea typeface="Helvetica Neue"/>
                <a:cs typeface="Helvetica Neue"/>
              </a:rPr>
              <a:t>Internal training</a:t>
            </a:r>
          </a:p>
        </p:txBody>
      </p:sp>
      <p:sp>
        <p:nvSpPr>
          <p:cNvPr id="12" name="Rectangle 11">
            <a:extLst xmlns:a="http://schemas.openxmlformats.org/drawingml/2006/main">
              <a:ext uri="{FF2B5EF4-FFF2-40B4-BE49-F238E27FC236}">
                <a16:creationId xmlns:a16="http://schemas.microsoft.com/office/drawing/2014/main" id="{943E1009-4956-4815-850E-C4EC3BA60AA6}"/>
              </a:ext>
            </a:extLst>
          </p:cNvPr>
          <p:cNvSpPr>
            <a:spLocks xmlns:a="http://schemas.openxmlformats.org/drawingml/2006/main" noGrp="1"/>
          </p:cNvSpPr>
          <p:nvPr/>
        </p:nvSpPr>
        <p:spPr>
          <a:xfrm xmlns:a="http://schemas.openxmlformats.org/drawingml/2006/main">
            <a:off x="3848100" y="2228850"/>
            <a:ext cx="213360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a:bodyPr>
          <a:lstStyle xmlns:a="http://schemas.openxmlformats.org/drawingml/2006/main">
            <a:defPPr algn="ctr">
              <a:defRPr sz="1200" b="0">
                <a:solidFill>
                  <a:srgbClr val="33485D"/>
                </a:solidFill>
                <a:latin typeface="Helvetica Neue"/>
                <a:ea typeface="Helvetica Neue"/>
                <a:cs typeface="Helvetica Neue"/>
              </a:defRPr>
            </a:defPPr>
            <a:lvl1pPr algn="ctr">
              <a:buNone/>
              <a:defRPr sz="1200" b="0">
                <a:solidFill>
                  <a:srgbClr val="33485D"/>
                </a:solidFill>
                <a:latin typeface="Helvetica Neue"/>
                <a:ea typeface="Helvetica Neue"/>
                <a:cs typeface="Helvetica Neue"/>
              </a:defRPr>
            </a:lvl1pPr>
            <a:lvl2pPr algn="ctr">
              <a:buNone/>
              <a:defRPr sz="1200" b="0">
                <a:solidFill>
                  <a:srgbClr val="33485D"/>
                </a:solidFill>
                <a:latin typeface="Helvetica Neue"/>
                <a:ea typeface="Helvetica Neue"/>
                <a:cs typeface="Helvetica Neue"/>
              </a:defRPr>
            </a:lvl2pPr>
            <a:lvl3pPr algn="ctr">
              <a:buNone/>
              <a:defRPr sz="1200" b="0">
                <a:solidFill>
                  <a:srgbClr val="33485D"/>
                </a:solidFill>
                <a:latin typeface="Helvetica Neue"/>
                <a:ea typeface="Helvetica Neue"/>
                <a:cs typeface="Helvetica Neue"/>
              </a:defRPr>
            </a:lvl3pPr>
            <a:lvl4pPr algn="ctr">
              <a:buNone/>
              <a:defRPr sz="1200" b="0">
                <a:solidFill>
                  <a:srgbClr val="33485D"/>
                </a:solidFill>
                <a:latin typeface="Helvetica Neue"/>
                <a:ea typeface="Helvetica Neue"/>
                <a:cs typeface="Helvetica Neue"/>
              </a:defRPr>
            </a:lvl4pPr>
            <a:lvl5pPr algn="ctr">
              <a:buNone/>
              <a:defRPr sz="1200" b="0">
                <a:solidFill>
                  <a:srgbClr val="33485D"/>
                </a:solidFill>
                <a:latin typeface="Helvetica Neue"/>
                <a:ea typeface="Helvetica Neue"/>
                <a:cs typeface="Helvetica Neue"/>
              </a:defRPr>
            </a:lvl5pPr>
            <a:lvl6pPr algn="ctr">
              <a:buNone/>
              <a:defRPr sz="1200" b="0">
                <a:solidFill>
                  <a:srgbClr val="33485D"/>
                </a:solidFill>
                <a:latin typeface="Helvetica Neue"/>
                <a:ea typeface="Helvetica Neue"/>
                <a:cs typeface="Helvetica Neue"/>
              </a:defRPr>
            </a:lvl6pPr>
            <a:lvl7pPr algn="ctr">
              <a:buNone/>
              <a:defRPr sz="1200" b="0">
                <a:solidFill>
                  <a:srgbClr val="33485D"/>
                </a:solidFill>
                <a:latin typeface="Helvetica Neue"/>
                <a:ea typeface="Helvetica Neue"/>
                <a:cs typeface="Helvetica Neue"/>
              </a:defRPr>
            </a:lvl7pPr>
            <a:lvl8pPr algn="ctr">
              <a:buNone/>
              <a:defRPr sz="1200" b="0">
                <a:solidFill>
                  <a:srgbClr val="33485D"/>
                </a:solidFill>
                <a:latin typeface="Helvetica Neue"/>
                <a:ea typeface="Helvetica Neue"/>
                <a:cs typeface="Helvetica Neue"/>
              </a:defRPr>
            </a:lvl8pPr>
            <a:lvl9pPr algn="ctr">
              <a:buNone/>
              <a:defRPr sz="1200" b="0">
                <a:solidFill>
                  <a:srgbClr val="33485D"/>
                </a:solidFill>
                <a:latin typeface="Helvetica Neue"/>
                <a:ea typeface="Helvetica Neue"/>
                <a:cs typeface="Helvetica Neue"/>
              </a:defRPr>
            </a:lvl9pPr>
          </a:lstStyle>
          <a:p xmlns:a="http://schemas.openxmlformats.org/drawingml/2006/main">
            <a:pPr algn="ctr">
              <a:buNone/>
              <a:defRPr sz="1200" b="0">
                <a:solidFill>
                  <a:srgbClr val="33485D"/>
                </a:solidFill>
                <a:latin typeface="Helvetica Neue"/>
                <a:ea typeface="Helvetica Neue"/>
                <a:cs typeface="Helvetica Neue"/>
              </a:defRPr>
            </a:pPr>
            <a:r>
              <a:rPr sz="1200" b="0">
                <a:solidFill>
                  <a:srgbClr val="33485D"/>
                </a:solidFill>
                <a:latin typeface="Helvetica Neue"/>
                <a:ea typeface="Helvetica Neue"/>
                <a:cs typeface="Helvetica Neue"/>
              </a:rPr>
              <a:t>16,085 rows · fit scaler</a:t>
            </a:r>
          </a:p>
          <a:p xmlns:a="http://schemas.openxmlformats.org/drawingml/2006/main">
            <a:pPr algn="ctr">
              <a:buNone/>
              <a:defRPr sz="1200" b="0">
                <a:solidFill>
                  <a:srgbClr val="33485D"/>
                </a:solidFill>
                <a:latin typeface="Helvetica Neue"/>
                <a:ea typeface="Helvetica Neue"/>
                <a:cs typeface="Helvetica Neue"/>
              </a:defRPr>
            </a:pPr>
            <a:r>
              <a:rPr sz="1200" b="0">
                <a:solidFill>
                  <a:srgbClr val="33485D"/>
                </a:solidFill>
                <a:latin typeface="Helvetica Neue"/>
                <a:ea typeface="Helvetica Neue"/>
                <a:cs typeface="Helvetica Neue"/>
              </a:rPr>
              <a:t>and estimator</a:t>
            </a:r>
          </a:p>
        </p:txBody>
      </p:sp>
      <p:sp>
        <p:nvSpPr>
          <p:cNvPr id="13" name="Rounded Rectangle 12">
            <a:extLst xmlns:a="http://schemas.openxmlformats.org/drawingml/2006/main">
              <a:ext uri="{FF2B5EF4-FFF2-40B4-BE49-F238E27FC236}">
                <a16:creationId xmlns:a16="http://schemas.microsoft.com/office/drawing/2014/main" id="{EDAF29B6-4209-41C5-9411-3FD1703CFA54}"/>
              </a:ext>
            </a:extLst>
          </p:cNvPr>
          <p:cNvSpPr>
            <a:spLocks xmlns:a="http://schemas.openxmlformats.org/drawingml/2006/main" noGrp="1"/>
          </p:cNvSpPr>
          <p:nvPr/>
        </p:nvSpPr>
        <p:spPr>
          <a:xfrm xmlns:a="http://schemas.openxmlformats.org/drawingml/2006/main">
            <a:off x="3714750" y="3238500"/>
            <a:ext cx="2400300" cy="1276350"/>
          </a:xfrm>
          <a:prstGeom xmlns:a="http://schemas.openxmlformats.org/drawingml/2006/main" prst="roundRect">
            <a:avLst>
              <a:gd name="adj" fmla="val 5970"/>
            </a:avLst>
          </a:prstGeom>
          <a:solidFill xmlns:a="http://schemas.openxmlformats.org/drawingml/2006/main">
            <a:srgbClr val="F1E9DB"/>
          </a:solidFill>
          <a:ln xmlns:a="http://schemas.openxmlformats.org/drawingml/2006/main" w="9525">
            <a:solidFill>
              <a:srgbClr val="CBD5DA"/>
            </a:solidFill>
            <a:prstDash val="solid"/>
          </a:ln>
        </p:spPr>
      </p:sp>
      <p:sp>
        <p:nvSpPr>
          <p:cNvPr id="14" name="Rectangle 13">
            <a:extLst xmlns:a="http://schemas.openxmlformats.org/drawingml/2006/main">
              <a:ext uri="{FF2B5EF4-FFF2-40B4-BE49-F238E27FC236}">
                <a16:creationId xmlns:a16="http://schemas.microsoft.com/office/drawing/2014/main" id="{EC6B7F43-19C1-400F-B9BA-09B5A57D59B3}"/>
              </a:ext>
            </a:extLst>
          </p:cNvPr>
          <p:cNvSpPr>
            <a:spLocks xmlns:a="http://schemas.openxmlformats.org/drawingml/2006/main" noGrp="1"/>
          </p:cNvSpPr>
          <p:nvPr/>
        </p:nvSpPr>
        <p:spPr>
          <a:xfrm xmlns:a="http://schemas.openxmlformats.org/drawingml/2006/main">
            <a:off x="3829050" y="3352800"/>
            <a:ext cx="2171700" cy="3333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a:bodyPr>
          <a:lstStyle xmlns:a="http://schemas.openxmlformats.org/drawingml/2006/main">
            <a:defPPr algn="ctr">
              <a:defRPr sz="1500" b="1">
                <a:solidFill>
                  <a:srgbClr val="243A50"/>
                </a:solidFill>
                <a:latin typeface="Helvetica Neue"/>
                <a:ea typeface="Helvetica Neue"/>
                <a:cs typeface="Helvetica Neue"/>
              </a:defRPr>
            </a:defPPr>
            <a:lvl1pPr algn="ctr">
              <a:buNone/>
              <a:defRPr sz="1500" b="1">
                <a:solidFill>
                  <a:srgbClr val="243A50"/>
                </a:solidFill>
                <a:latin typeface="Helvetica Neue"/>
                <a:ea typeface="Helvetica Neue"/>
                <a:cs typeface="Helvetica Neue"/>
              </a:defRPr>
            </a:lvl1pPr>
            <a:lvl2pPr algn="ctr">
              <a:buNone/>
              <a:defRPr sz="1500" b="1">
                <a:solidFill>
                  <a:srgbClr val="243A50"/>
                </a:solidFill>
                <a:latin typeface="Helvetica Neue"/>
                <a:ea typeface="Helvetica Neue"/>
                <a:cs typeface="Helvetica Neue"/>
              </a:defRPr>
            </a:lvl2pPr>
            <a:lvl3pPr algn="ctr">
              <a:buNone/>
              <a:defRPr sz="1500" b="1">
                <a:solidFill>
                  <a:srgbClr val="243A50"/>
                </a:solidFill>
                <a:latin typeface="Helvetica Neue"/>
                <a:ea typeface="Helvetica Neue"/>
                <a:cs typeface="Helvetica Neue"/>
              </a:defRPr>
            </a:lvl3pPr>
            <a:lvl4pPr algn="ctr">
              <a:buNone/>
              <a:defRPr sz="1500" b="1">
                <a:solidFill>
                  <a:srgbClr val="243A50"/>
                </a:solidFill>
                <a:latin typeface="Helvetica Neue"/>
                <a:ea typeface="Helvetica Neue"/>
                <a:cs typeface="Helvetica Neue"/>
              </a:defRPr>
            </a:lvl4pPr>
            <a:lvl5pPr algn="ctr">
              <a:buNone/>
              <a:defRPr sz="1500" b="1">
                <a:solidFill>
                  <a:srgbClr val="243A50"/>
                </a:solidFill>
                <a:latin typeface="Helvetica Neue"/>
                <a:ea typeface="Helvetica Neue"/>
                <a:cs typeface="Helvetica Neue"/>
              </a:defRPr>
            </a:lvl5pPr>
            <a:lvl6pPr algn="ctr">
              <a:buNone/>
              <a:defRPr sz="1500" b="1">
                <a:solidFill>
                  <a:srgbClr val="243A50"/>
                </a:solidFill>
                <a:latin typeface="Helvetica Neue"/>
                <a:ea typeface="Helvetica Neue"/>
                <a:cs typeface="Helvetica Neue"/>
              </a:defRPr>
            </a:lvl6pPr>
            <a:lvl7pPr algn="ctr">
              <a:buNone/>
              <a:defRPr sz="1500" b="1">
                <a:solidFill>
                  <a:srgbClr val="243A50"/>
                </a:solidFill>
                <a:latin typeface="Helvetica Neue"/>
                <a:ea typeface="Helvetica Neue"/>
                <a:cs typeface="Helvetica Neue"/>
              </a:defRPr>
            </a:lvl7pPr>
            <a:lvl8pPr algn="ctr">
              <a:buNone/>
              <a:defRPr sz="1500" b="1">
                <a:solidFill>
                  <a:srgbClr val="243A50"/>
                </a:solidFill>
                <a:latin typeface="Helvetica Neue"/>
                <a:ea typeface="Helvetica Neue"/>
                <a:cs typeface="Helvetica Neue"/>
              </a:defRPr>
            </a:lvl8pPr>
            <a:lvl9pPr algn="ctr">
              <a:buNone/>
              <a:defRPr sz="1500" b="1">
                <a:solidFill>
                  <a:srgbClr val="243A50"/>
                </a:solidFill>
                <a:latin typeface="Helvetica Neue"/>
                <a:ea typeface="Helvetica Neue"/>
                <a:cs typeface="Helvetica Neue"/>
              </a:defRPr>
            </a:lvl9pPr>
          </a:lstStyle>
          <a:p xmlns:a="http://schemas.openxmlformats.org/drawingml/2006/main">
            <a:pPr algn="ctr">
              <a:buNone/>
              <a:defRPr sz="1500" b="1">
                <a:solidFill>
                  <a:srgbClr val="243A50"/>
                </a:solidFill>
                <a:latin typeface="Helvetica Neue"/>
                <a:ea typeface="Helvetica Neue"/>
                <a:cs typeface="Helvetica Neue"/>
              </a:defRPr>
            </a:pPr>
            <a:r>
              <a:rPr sz="1500" b="1">
                <a:solidFill>
                  <a:srgbClr val="243A50"/>
                </a:solidFill>
                <a:latin typeface="Helvetica Neue"/>
                <a:ea typeface="Helvetica Neue"/>
                <a:cs typeface="Helvetica Neue"/>
              </a:rPr>
              <a:t>Internal validation</a:t>
            </a:r>
          </a:p>
        </p:txBody>
      </p:sp>
      <p:sp>
        <p:nvSpPr>
          <p:cNvPr id="15" name="Rectangle 14">
            <a:extLst xmlns:a="http://schemas.openxmlformats.org/drawingml/2006/main">
              <a:ext uri="{FF2B5EF4-FFF2-40B4-BE49-F238E27FC236}">
                <a16:creationId xmlns:a16="http://schemas.microsoft.com/office/drawing/2014/main" id="{E8D2C3BA-3DA8-42C8-875C-98F97A9BBEBC}"/>
              </a:ext>
            </a:extLst>
          </p:cNvPr>
          <p:cNvSpPr>
            <a:spLocks xmlns:a="http://schemas.openxmlformats.org/drawingml/2006/main" noGrp="1"/>
          </p:cNvSpPr>
          <p:nvPr/>
        </p:nvSpPr>
        <p:spPr>
          <a:xfrm xmlns:a="http://schemas.openxmlformats.org/drawingml/2006/main">
            <a:off x="3848100" y="3752850"/>
            <a:ext cx="213360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a:bodyPr>
          <a:lstStyle xmlns:a="http://schemas.openxmlformats.org/drawingml/2006/main">
            <a:defPPr algn="ctr">
              <a:defRPr sz="1200" b="0">
                <a:solidFill>
                  <a:srgbClr val="33485D"/>
                </a:solidFill>
                <a:latin typeface="Helvetica Neue"/>
                <a:ea typeface="Helvetica Neue"/>
                <a:cs typeface="Helvetica Neue"/>
              </a:defRPr>
            </a:defPPr>
            <a:lvl1pPr algn="ctr">
              <a:buNone/>
              <a:defRPr sz="1200" b="0">
                <a:solidFill>
                  <a:srgbClr val="33485D"/>
                </a:solidFill>
                <a:latin typeface="Helvetica Neue"/>
                <a:ea typeface="Helvetica Neue"/>
                <a:cs typeface="Helvetica Neue"/>
              </a:defRPr>
            </a:lvl1pPr>
            <a:lvl2pPr algn="ctr">
              <a:buNone/>
              <a:defRPr sz="1200" b="0">
                <a:solidFill>
                  <a:srgbClr val="33485D"/>
                </a:solidFill>
                <a:latin typeface="Helvetica Neue"/>
                <a:ea typeface="Helvetica Neue"/>
                <a:cs typeface="Helvetica Neue"/>
              </a:defRPr>
            </a:lvl2pPr>
            <a:lvl3pPr algn="ctr">
              <a:buNone/>
              <a:defRPr sz="1200" b="0">
                <a:solidFill>
                  <a:srgbClr val="33485D"/>
                </a:solidFill>
                <a:latin typeface="Helvetica Neue"/>
                <a:ea typeface="Helvetica Neue"/>
                <a:cs typeface="Helvetica Neue"/>
              </a:defRPr>
            </a:lvl3pPr>
            <a:lvl4pPr algn="ctr">
              <a:buNone/>
              <a:defRPr sz="1200" b="0">
                <a:solidFill>
                  <a:srgbClr val="33485D"/>
                </a:solidFill>
                <a:latin typeface="Helvetica Neue"/>
                <a:ea typeface="Helvetica Neue"/>
                <a:cs typeface="Helvetica Neue"/>
              </a:defRPr>
            </a:lvl4pPr>
            <a:lvl5pPr algn="ctr">
              <a:buNone/>
              <a:defRPr sz="1200" b="0">
                <a:solidFill>
                  <a:srgbClr val="33485D"/>
                </a:solidFill>
                <a:latin typeface="Helvetica Neue"/>
                <a:ea typeface="Helvetica Neue"/>
                <a:cs typeface="Helvetica Neue"/>
              </a:defRPr>
            </a:lvl5pPr>
            <a:lvl6pPr algn="ctr">
              <a:buNone/>
              <a:defRPr sz="1200" b="0">
                <a:solidFill>
                  <a:srgbClr val="33485D"/>
                </a:solidFill>
                <a:latin typeface="Helvetica Neue"/>
                <a:ea typeface="Helvetica Neue"/>
                <a:cs typeface="Helvetica Neue"/>
              </a:defRPr>
            </a:lvl6pPr>
            <a:lvl7pPr algn="ctr">
              <a:buNone/>
              <a:defRPr sz="1200" b="0">
                <a:solidFill>
                  <a:srgbClr val="33485D"/>
                </a:solidFill>
                <a:latin typeface="Helvetica Neue"/>
                <a:ea typeface="Helvetica Neue"/>
                <a:cs typeface="Helvetica Neue"/>
              </a:defRPr>
            </a:lvl7pPr>
            <a:lvl8pPr algn="ctr">
              <a:buNone/>
              <a:defRPr sz="1200" b="0">
                <a:solidFill>
                  <a:srgbClr val="33485D"/>
                </a:solidFill>
                <a:latin typeface="Helvetica Neue"/>
                <a:ea typeface="Helvetica Neue"/>
                <a:cs typeface="Helvetica Neue"/>
              </a:defRPr>
            </a:lvl8pPr>
            <a:lvl9pPr algn="ctr">
              <a:buNone/>
              <a:defRPr sz="1200" b="0">
                <a:solidFill>
                  <a:srgbClr val="33485D"/>
                </a:solidFill>
                <a:latin typeface="Helvetica Neue"/>
                <a:ea typeface="Helvetica Neue"/>
                <a:cs typeface="Helvetica Neue"/>
              </a:defRPr>
            </a:lvl9pPr>
          </a:lstStyle>
          <a:p xmlns:a="http://schemas.openxmlformats.org/drawingml/2006/main">
            <a:pPr algn="ctr">
              <a:buNone/>
              <a:defRPr sz="1200" b="0">
                <a:solidFill>
                  <a:srgbClr val="33485D"/>
                </a:solidFill>
                <a:latin typeface="Helvetica Neue"/>
                <a:ea typeface="Helvetica Neue"/>
                <a:cs typeface="Helvetica Neue"/>
              </a:defRPr>
            </a:pPr>
            <a:r>
              <a:rPr sz="1200" b="0">
                <a:solidFill>
                  <a:srgbClr val="33485D"/>
                </a:solidFill>
                <a:latin typeface="Helvetica Neue"/>
                <a:ea typeface="Helvetica Neue"/>
                <a:cs typeface="Helvetica Neue"/>
              </a:rPr>
              <a:t>3,852 rows · compare</a:t>
            </a:r>
          </a:p>
          <a:p xmlns:a="http://schemas.openxmlformats.org/drawingml/2006/main">
            <a:pPr algn="ctr">
              <a:buNone/>
              <a:defRPr sz="1200" b="0">
                <a:solidFill>
                  <a:srgbClr val="33485D"/>
                </a:solidFill>
                <a:latin typeface="Helvetica Neue"/>
                <a:ea typeface="Helvetica Neue"/>
                <a:cs typeface="Helvetica Neue"/>
              </a:defRPr>
            </a:pPr>
            <a:r>
              <a:rPr sz="1200" b="0">
                <a:solidFill>
                  <a:srgbClr val="33485D"/>
                </a:solidFill>
                <a:latin typeface="Helvetica Neue"/>
                <a:ea typeface="Helvetica Neue"/>
                <a:cs typeface="Helvetica Neue"/>
              </a:rPr>
              <a:t>candidates</a:t>
            </a:r>
          </a:p>
        </p:txBody>
      </p:sp>
      <p:sp>
        <p:nvSpPr>
          <p:cNvPr id="16" name="Right Arrow 15">
            <a:extLst xmlns:a="http://schemas.openxmlformats.org/drawingml/2006/main">
              <a:ext uri="{FF2B5EF4-FFF2-40B4-BE49-F238E27FC236}">
                <a16:creationId xmlns:a16="http://schemas.microsoft.com/office/drawing/2014/main" id="{71A28E90-E01B-4E75-BA56-9F484A92BE2C}"/>
              </a:ext>
            </a:extLst>
          </p:cNvPr>
          <p:cNvSpPr>
            <a:spLocks xmlns:a="http://schemas.openxmlformats.org/drawingml/2006/main" noGrp="1"/>
          </p:cNvSpPr>
          <p:nvPr/>
        </p:nvSpPr>
        <p:spPr>
          <a:xfrm xmlns:a="http://schemas.openxmlformats.org/drawingml/2006/main">
            <a:off x="6219825" y="2171700"/>
            <a:ext cx="419100" cy="152400"/>
          </a:xfrm>
          <a:prstGeom xmlns:a="http://schemas.openxmlformats.org/drawingml/2006/main" prst="rightArrow">
            <a:avLst/>
          </a:prstGeom>
          <a:solidFill xmlns:a="http://schemas.openxmlformats.org/drawingml/2006/main">
            <a:srgbClr val="64877F"/>
          </a:solidFill>
          <a:ln xmlns:a="http://schemas.openxmlformats.org/drawingml/2006/main" w="0">
            <a:noFill/>
            <a:prstDash val="solid"/>
          </a:ln>
        </p:spPr>
      </p:sp>
      <p:sp>
        <p:nvSpPr>
          <p:cNvPr id="17" name="Right Arrow 16">
            <a:extLst xmlns:a="http://schemas.openxmlformats.org/drawingml/2006/main">
              <a:ext uri="{FF2B5EF4-FFF2-40B4-BE49-F238E27FC236}">
                <a16:creationId xmlns:a16="http://schemas.microsoft.com/office/drawing/2014/main" id="{6B4BE43D-A215-45D2-ADDD-E28E37FB891F}"/>
              </a:ext>
            </a:extLst>
          </p:cNvPr>
          <p:cNvSpPr>
            <a:spLocks xmlns:a="http://schemas.openxmlformats.org/drawingml/2006/main" noGrp="1"/>
          </p:cNvSpPr>
          <p:nvPr/>
        </p:nvSpPr>
        <p:spPr>
          <a:xfrm xmlns:a="http://schemas.openxmlformats.org/drawingml/2006/main">
            <a:off x="6219825" y="3705225"/>
            <a:ext cx="419100" cy="152400"/>
          </a:xfrm>
          <a:prstGeom xmlns:a="http://schemas.openxmlformats.org/drawingml/2006/main" prst="rightArrow">
            <a:avLst/>
          </a:prstGeom>
          <a:solidFill xmlns:a="http://schemas.openxmlformats.org/drawingml/2006/main">
            <a:srgbClr val="64877F"/>
          </a:solidFill>
          <a:ln xmlns:a="http://schemas.openxmlformats.org/drawingml/2006/main" w="0">
            <a:noFill/>
            <a:prstDash val="solid"/>
          </a:ln>
        </p:spPr>
      </p:sp>
      <p:sp>
        <p:nvSpPr>
          <p:cNvPr id="18" name="Rounded Rectangle 17">
            <a:extLst xmlns:a="http://schemas.openxmlformats.org/drawingml/2006/main">
              <a:ext uri="{FF2B5EF4-FFF2-40B4-BE49-F238E27FC236}">
                <a16:creationId xmlns:a16="http://schemas.microsoft.com/office/drawing/2014/main" id="{1376721D-3593-4927-AEAE-BC11E39D38A9}"/>
              </a:ext>
            </a:extLst>
          </p:cNvPr>
          <p:cNvSpPr>
            <a:spLocks xmlns:a="http://schemas.openxmlformats.org/drawingml/2006/main" noGrp="1"/>
          </p:cNvSpPr>
          <p:nvPr/>
        </p:nvSpPr>
        <p:spPr>
          <a:xfrm xmlns:a="http://schemas.openxmlformats.org/drawingml/2006/main">
            <a:off x="6762750" y="2381250"/>
            <a:ext cx="2095500" cy="1381125"/>
          </a:xfrm>
          <a:prstGeom xmlns:a="http://schemas.openxmlformats.org/drawingml/2006/main" prst="roundRect">
            <a:avLst>
              <a:gd name="adj" fmla="val 5517"/>
            </a:avLst>
          </a:prstGeom>
          <a:solidFill xmlns:a="http://schemas.openxmlformats.org/drawingml/2006/main">
            <a:srgbClr val="DCE7ED"/>
          </a:solidFill>
          <a:ln xmlns:a="http://schemas.openxmlformats.org/drawingml/2006/main" w="9525">
            <a:solidFill>
              <a:srgbClr val="CBD5DA"/>
            </a:solidFill>
            <a:prstDash val="solid"/>
          </a:ln>
        </p:spPr>
      </p:sp>
      <p:sp>
        <p:nvSpPr>
          <p:cNvPr id="19" name="Rectangle 18">
            <a:extLst xmlns:a="http://schemas.openxmlformats.org/drawingml/2006/main">
              <a:ext uri="{FF2B5EF4-FFF2-40B4-BE49-F238E27FC236}">
                <a16:creationId xmlns:a16="http://schemas.microsoft.com/office/drawing/2014/main" id="{7B56A0E8-0073-410A-BB4E-15AECE598C0D}"/>
              </a:ext>
            </a:extLst>
          </p:cNvPr>
          <p:cNvSpPr>
            <a:spLocks xmlns:a="http://schemas.openxmlformats.org/drawingml/2006/main" noGrp="1"/>
          </p:cNvSpPr>
          <p:nvPr/>
        </p:nvSpPr>
        <p:spPr>
          <a:xfrm xmlns:a="http://schemas.openxmlformats.org/drawingml/2006/main">
            <a:off x="6877050" y="2495550"/>
            <a:ext cx="1866900" cy="3333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a:bodyPr>
          <a:lstStyle xmlns:a="http://schemas.openxmlformats.org/drawingml/2006/main">
            <a:defPPr algn="ctr">
              <a:defRPr sz="1500" b="1">
                <a:solidFill>
                  <a:srgbClr val="243A50"/>
                </a:solidFill>
                <a:latin typeface="Helvetica Neue"/>
                <a:ea typeface="Helvetica Neue"/>
                <a:cs typeface="Helvetica Neue"/>
              </a:defRPr>
            </a:defPPr>
            <a:lvl1pPr algn="ctr">
              <a:buNone/>
              <a:defRPr sz="1500" b="1">
                <a:solidFill>
                  <a:srgbClr val="243A50"/>
                </a:solidFill>
                <a:latin typeface="Helvetica Neue"/>
                <a:ea typeface="Helvetica Neue"/>
                <a:cs typeface="Helvetica Neue"/>
              </a:defRPr>
            </a:lvl1pPr>
            <a:lvl2pPr algn="ctr">
              <a:buNone/>
              <a:defRPr sz="1500" b="1">
                <a:solidFill>
                  <a:srgbClr val="243A50"/>
                </a:solidFill>
                <a:latin typeface="Helvetica Neue"/>
                <a:ea typeface="Helvetica Neue"/>
                <a:cs typeface="Helvetica Neue"/>
              </a:defRPr>
            </a:lvl2pPr>
            <a:lvl3pPr algn="ctr">
              <a:buNone/>
              <a:defRPr sz="1500" b="1">
                <a:solidFill>
                  <a:srgbClr val="243A50"/>
                </a:solidFill>
                <a:latin typeface="Helvetica Neue"/>
                <a:ea typeface="Helvetica Neue"/>
                <a:cs typeface="Helvetica Neue"/>
              </a:defRPr>
            </a:lvl3pPr>
            <a:lvl4pPr algn="ctr">
              <a:buNone/>
              <a:defRPr sz="1500" b="1">
                <a:solidFill>
                  <a:srgbClr val="243A50"/>
                </a:solidFill>
                <a:latin typeface="Helvetica Neue"/>
                <a:ea typeface="Helvetica Neue"/>
                <a:cs typeface="Helvetica Neue"/>
              </a:defRPr>
            </a:lvl4pPr>
            <a:lvl5pPr algn="ctr">
              <a:buNone/>
              <a:defRPr sz="1500" b="1">
                <a:solidFill>
                  <a:srgbClr val="243A50"/>
                </a:solidFill>
                <a:latin typeface="Helvetica Neue"/>
                <a:ea typeface="Helvetica Neue"/>
                <a:cs typeface="Helvetica Neue"/>
              </a:defRPr>
            </a:lvl5pPr>
            <a:lvl6pPr algn="ctr">
              <a:buNone/>
              <a:defRPr sz="1500" b="1">
                <a:solidFill>
                  <a:srgbClr val="243A50"/>
                </a:solidFill>
                <a:latin typeface="Helvetica Neue"/>
                <a:ea typeface="Helvetica Neue"/>
                <a:cs typeface="Helvetica Neue"/>
              </a:defRPr>
            </a:lvl6pPr>
            <a:lvl7pPr algn="ctr">
              <a:buNone/>
              <a:defRPr sz="1500" b="1">
                <a:solidFill>
                  <a:srgbClr val="243A50"/>
                </a:solidFill>
                <a:latin typeface="Helvetica Neue"/>
                <a:ea typeface="Helvetica Neue"/>
                <a:cs typeface="Helvetica Neue"/>
              </a:defRPr>
            </a:lvl7pPr>
            <a:lvl8pPr algn="ctr">
              <a:buNone/>
              <a:defRPr sz="1500" b="1">
                <a:solidFill>
                  <a:srgbClr val="243A50"/>
                </a:solidFill>
                <a:latin typeface="Helvetica Neue"/>
                <a:ea typeface="Helvetica Neue"/>
                <a:cs typeface="Helvetica Neue"/>
              </a:defRPr>
            </a:lvl8pPr>
            <a:lvl9pPr algn="ctr">
              <a:buNone/>
              <a:defRPr sz="1500" b="1">
                <a:solidFill>
                  <a:srgbClr val="243A50"/>
                </a:solidFill>
                <a:latin typeface="Helvetica Neue"/>
                <a:ea typeface="Helvetica Neue"/>
                <a:cs typeface="Helvetica Neue"/>
              </a:defRPr>
            </a:lvl9pPr>
          </a:lstStyle>
          <a:p xmlns:a="http://schemas.openxmlformats.org/drawingml/2006/main">
            <a:pPr algn="ctr">
              <a:buNone/>
              <a:defRPr sz="1500" b="1">
                <a:solidFill>
                  <a:srgbClr val="243A50"/>
                </a:solidFill>
                <a:latin typeface="Helvetica Neue"/>
                <a:ea typeface="Helvetica Neue"/>
                <a:cs typeface="Helvetica Neue"/>
              </a:defRPr>
            </a:pPr>
            <a:r>
              <a:rPr sz="1500" b="1">
                <a:solidFill>
                  <a:srgbClr val="243A50"/>
                </a:solidFill>
                <a:latin typeface="Helvetica Neue"/>
                <a:ea typeface="Helvetica Neue"/>
                <a:cs typeface="Helvetica Neue"/>
              </a:rPr>
              <a:t>Freeze settings</a:t>
            </a:r>
          </a:p>
        </p:txBody>
      </p:sp>
      <p:sp>
        <p:nvSpPr>
          <p:cNvPr id="20" name="Rectangle 19">
            <a:extLst xmlns:a="http://schemas.openxmlformats.org/drawingml/2006/main">
              <a:ext uri="{FF2B5EF4-FFF2-40B4-BE49-F238E27FC236}">
                <a16:creationId xmlns:a16="http://schemas.microsoft.com/office/drawing/2014/main" id="{1F42E3B0-D213-4E1E-B53D-649C40B6F031}"/>
              </a:ext>
            </a:extLst>
          </p:cNvPr>
          <p:cNvSpPr>
            <a:spLocks xmlns:a="http://schemas.openxmlformats.org/drawingml/2006/main" noGrp="1"/>
          </p:cNvSpPr>
          <p:nvPr/>
        </p:nvSpPr>
        <p:spPr>
          <a:xfrm xmlns:a="http://schemas.openxmlformats.org/drawingml/2006/main">
            <a:off x="6896100" y="2895600"/>
            <a:ext cx="1828800" cy="7715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a:bodyPr>
          <a:lstStyle xmlns:a="http://schemas.openxmlformats.org/drawingml/2006/main">
            <a:defPPr algn="ctr">
              <a:defRPr sz="1200" b="0">
                <a:solidFill>
                  <a:srgbClr val="33485D"/>
                </a:solidFill>
                <a:latin typeface="Helvetica Neue"/>
                <a:ea typeface="Helvetica Neue"/>
                <a:cs typeface="Helvetica Neue"/>
              </a:defRPr>
            </a:defPPr>
            <a:lvl1pPr algn="ctr">
              <a:buNone/>
              <a:defRPr sz="1200" b="0">
                <a:solidFill>
                  <a:srgbClr val="33485D"/>
                </a:solidFill>
                <a:latin typeface="Helvetica Neue"/>
                <a:ea typeface="Helvetica Neue"/>
                <a:cs typeface="Helvetica Neue"/>
              </a:defRPr>
            </a:lvl1pPr>
            <a:lvl2pPr algn="ctr">
              <a:buNone/>
              <a:defRPr sz="1200" b="0">
                <a:solidFill>
                  <a:srgbClr val="33485D"/>
                </a:solidFill>
                <a:latin typeface="Helvetica Neue"/>
                <a:ea typeface="Helvetica Neue"/>
                <a:cs typeface="Helvetica Neue"/>
              </a:defRPr>
            </a:lvl2pPr>
            <a:lvl3pPr algn="ctr">
              <a:buNone/>
              <a:defRPr sz="1200" b="0">
                <a:solidFill>
                  <a:srgbClr val="33485D"/>
                </a:solidFill>
                <a:latin typeface="Helvetica Neue"/>
                <a:ea typeface="Helvetica Neue"/>
                <a:cs typeface="Helvetica Neue"/>
              </a:defRPr>
            </a:lvl3pPr>
            <a:lvl4pPr algn="ctr">
              <a:buNone/>
              <a:defRPr sz="1200" b="0">
                <a:solidFill>
                  <a:srgbClr val="33485D"/>
                </a:solidFill>
                <a:latin typeface="Helvetica Neue"/>
                <a:ea typeface="Helvetica Neue"/>
                <a:cs typeface="Helvetica Neue"/>
              </a:defRPr>
            </a:lvl4pPr>
            <a:lvl5pPr algn="ctr">
              <a:buNone/>
              <a:defRPr sz="1200" b="0">
                <a:solidFill>
                  <a:srgbClr val="33485D"/>
                </a:solidFill>
                <a:latin typeface="Helvetica Neue"/>
                <a:ea typeface="Helvetica Neue"/>
                <a:cs typeface="Helvetica Neue"/>
              </a:defRPr>
            </a:lvl5pPr>
            <a:lvl6pPr algn="ctr">
              <a:buNone/>
              <a:defRPr sz="1200" b="0">
                <a:solidFill>
                  <a:srgbClr val="33485D"/>
                </a:solidFill>
                <a:latin typeface="Helvetica Neue"/>
                <a:ea typeface="Helvetica Neue"/>
                <a:cs typeface="Helvetica Neue"/>
              </a:defRPr>
            </a:lvl6pPr>
            <a:lvl7pPr algn="ctr">
              <a:buNone/>
              <a:defRPr sz="1200" b="0">
                <a:solidFill>
                  <a:srgbClr val="33485D"/>
                </a:solidFill>
                <a:latin typeface="Helvetica Neue"/>
                <a:ea typeface="Helvetica Neue"/>
                <a:cs typeface="Helvetica Neue"/>
              </a:defRPr>
            </a:lvl7pPr>
            <a:lvl8pPr algn="ctr">
              <a:buNone/>
              <a:defRPr sz="1200" b="0">
                <a:solidFill>
                  <a:srgbClr val="33485D"/>
                </a:solidFill>
                <a:latin typeface="Helvetica Neue"/>
                <a:ea typeface="Helvetica Neue"/>
                <a:cs typeface="Helvetica Neue"/>
              </a:defRPr>
            </a:lvl8pPr>
            <a:lvl9pPr algn="ctr">
              <a:buNone/>
              <a:defRPr sz="1200" b="0">
                <a:solidFill>
                  <a:srgbClr val="33485D"/>
                </a:solidFill>
                <a:latin typeface="Helvetica Neue"/>
                <a:ea typeface="Helvetica Neue"/>
                <a:cs typeface="Helvetica Neue"/>
              </a:defRPr>
            </a:lvl9pPr>
          </a:lstStyle>
          <a:p xmlns:a="http://schemas.openxmlformats.org/drawingml/2006/main">
            <a:pPr algn="ctr">
              <a:buNone/>
              <a:defRPr sz="1200" b="0">
                <a:solidFill>
                  <a:srgbClr val="33485D"/>
                </a:solidFill>
                <a:latin typeface="Helvetica Neue"/>
                <a:ea typeface="Helvetica Neue"/>
                <a:cs typeface="Helvetica Neue"/>
              </a:defRPr>
            </a:pPr>
            <a:r>
              <a:rPr sz="1200" b="0">
                <a:solidFill>
                  <a:srgbClr val="33485D"/>
                </a:solidFill>
                <a:latin typeface="Helvetica Neue"/>
                <a:ea typeface="Helvetica Neue"/>
                <a:cs typeface="Helvetica Neue"/>
              </a:rPr>
              <a:t>Select without using</a:t>
            </a:r>
          </a:p>
          <a:p xmlns:a="http://schemas.openxmlformats.org/drawingml/2006/main">
            <a:pPr algn="ctr">
              <a:buNone/>
              <a:defRPr sz="1200" b="0">
                <a:solidFill>
                  <a:srgbClr val="33485D"/>
                </a:solidFill>
                <a:latin typeface="Helvetica Neue"/>
                <a:ea typeface="Helvetica Neue"/>
                <a:cs typeface="Helvetica Neue"/>
              </a:defRPr>
            </a:pPr>
            <a:r>
              <a:rPr sz="1200" b="0">
                <a:solidFill>
                  <a:srgbClr val="33485D"/>
                </a:solidFill>
                <a:latin typeface="Helvetica Neue"/>
                <a:ea typeface="Helvetica Neue"/>
                <a:cs typeface="Helvetica Neue"/>
              </a:rPr>
              <a:t>final held-out labels</a:t>
            </a:r>
          </a:p>
        </p:txBody>
      </p:sp>
      <p:sp>
        <p:nvSpPr>
          <p:cNvPr id="21" name="Right Arrow 20">
            <a:extLst xmlns:a="http://schemas.openxmlformats.org/drawingml/2006/main">
              <a:ext uri="{FF2B5EF4-FFF2-40B4-BE49-F238E27FC236}">
                <a16:creationId xmlns:a16="http://schemas.microsoft.com/office/drawing/2014/main" id="{6AF2A2A8-16D1-4561-80B1-466B1B14AE23}"/>
              </a:ext>
            </a:extLst>
          </p:cNvPr>
          <p:cNvSpPr>
            <a:spLocks xmlns:a="http://schemas.openxmlformats.org/drawingml/2006/main" noGrp="1"/>
          </p:cNvSpPr>
          <p:nvPr/>
        </p:nvSpPr>
        <p:spPr>
          <a:xfrm xmlns:a="http://schemas.openxmlformats.org/drawingml/2006/main">
            <a:off x="8963025" y="2990850"/>
            <a:ext cx="381000" cy="152400"/>
          </a:xfrm>
          <a:prstGeom xmlns:a="http://schemas.openxmlformats.org/drawingml/2006/main" prst="rightArrow">
            <a:avLst/>
          </a:prstGeom>
          <a:solidFill xmlns:a="http://schemas.openxmlformats.org/drawingml/2006/main">
            <a:srgbClr val="64877F"/>
          </a:solidFill>
          <a:ln xmlns:a="http://schemas.openxmlformats.org/drawingml/2006/main" w="0">
            <a:noFill/>
            <a:prstDash val="solid"/>
          </a:ln>
        </p:spPr>
      </p:sp>
      <p:sp>
        <p:nvSpPr>
          <p:cNvPr id="22" name="Rounded Rectangle 21">
            <a:extLst xmlns:a="http://schemas.openxmlformats.org/drawingml/2006/main">
              <a:ext uri="{FF2B5EF4-FFF2-40B4-BE49-F238E27FC236}">
                <a16:creationId xmlns:a16="http://schemas.microsoft.com/office/drawing/2014/main" id="{F8BD75DB-48C0-45D7-BD28-1900E097C634}"/>
              </a:ext>
            </a:extLst>
          </p:cNvPr>
          <p:cNvSpPr>
            <a:spLocks xmlns:a="http://schemas.openxmlformats.org/drawingml/2006/main" noGrp="1"/>
          </p:cNvSpPr>
          <p:nvPr/>
        </p:nvSpPr>
        <p:spPr>
          <a:xfrm xmlns:a="http://schemas.openxmlformats.org/drawingml/2006/main">
            <a:off x="9496425" y="2381250"/>
            <a:ext cx="2038350" cy="1381125"/>
          </a:xfrm>
          <a:prstGeom xmlns:a="http://schemas.openxmlformats.org/drawingml/2006/main" prst="roundRect">
            <a:avLst>
              <a:gd name="adj" fmla="val 5517"/>
            </a:avLst>
          </a:prstGeom>
          <a:solidFill xmlns:a="http://schemas.openxmlformats.org/drawingml/2006/main">
            <a:srgbClr val="C7DBD1"/>
          </a:solidFill>
          <a:ln xmlns:a="http://schemas.openxmlformats.org/drawingml/2006/main" w="9525">
            <a:solidFill>
              <a:srgbClr val="CBD5DA"/>
            </a:solidFill>
            <a:prstDash val="solid"/>
          </a:ln>
        </p:spPr>
      </p:sp>
      <p:sp>
        <p:nvSpPr>
          <p:cNvPr id="23" name="Rectangle 22">
            <a:extLst xmlns:a="http://schemas.openxmlformats.org/drawingml/2006/main">
              <a:ext uri="{FF2B5EF4-FFF2-40B4-BE49-F238E27FC236}">
                <a16:creationId xmlns:a16="http://schemas.microsoft.com/office/drawing/2014/main" id="{1703B22A-5647-4A5F-9C8D-804ADAC2247E}"/>
              </a:ext>
            </a:extLst>
          </p:cNvPr>
          <p:cNvSpPr>
            <a:spLocks xmlns:a="http://schemas.openxmlformats.org/drawingml/2006/main" noGrp="1"/>
          </p:cNvSpPr>
          <p:nvPr/>
        </p:nvSpPr>
        <p:spPr>
          <a:xfrm xmlns:a="http://schemas.openxmlformats.org/drawingml/2006/main">
            <a:off x="9610725" y="2495550"/>
            <a:ext cx="1809750" cy="3333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a:bodyPr>
          <a:lstStyle xmlns:a="http://schemas.openxmlformats.org/drawingml/2006/main">
            <a:defPPr algn="ctr">
              <a:defRPr sz="1500" b="1">
                <a:solidFill>
                  <a:srgbClr val="243A50"/>
                </a:solidFill>
                <a:latin typeface="Helvetica Neue"/>
                <a:ea typeface="Helvetica Neue"/>
                <a:cs typeface="Helvetica Neue"/>
              </a:defRPr>
            </a:defPPr>
            <a:lvl1pPr algn="ctr">
              <a:buNone/>
              <a:defRPr sz="1500" b="1">
                <a:solidFill>
                  <a:srgbClr val="243A50"/>
                </a:solidFill>
                <a:latin typeface="Helvetica Neue"/>
                <a:ea typeface="Helvetica Neue"/>
                <a:cs typeface="Helvetica Neue"/>
              </a:defRPr>
            </a:lvl1pPr>
            <a:lvl2pPr algn="ctr">
              <a:buNone/>
              <a:defRPr sz="1500" b="1">
                <a:solidFill>
                  <a:srgbClr val="243A50"/>
                </a:solidFill>
                <a:latin typeface="Helvetica Neue"/>
                <a:ea typeface="Helvetica Neue"/>
                <a:cs typeface="Helvetica Neue"/>
              </a:defRPr>
            </a:lvl2pPr>
            <a:lvl3pPr algn="ctr">
              <a:buNone/>
              <a:defRPr sz="1500" b="1">
                <a:solidFill>
                  <a:srgbClr val="243A50"/>
                </a:solidFill>
                <a:latin typeface="Helvetica Neue"/>
                <a:ea typeface="Helvetica Neue"/>
                <a:cs typeface="Helvetica Neue"/>
              </a:defRPr>
            </a:lvl3pPr>
            <a:lvl4pPr algn="ctr">
              <a:buNone/>
              <a:defRPr sz="1500" b="1">
                <a:solidFill>
                  <a:srgbClr val="243A50"/>
                </a:solidFill>
                <a:latin typeface="Helvetica Neue"/>
                <a:ea typeface="Helvetica Neue"/>
                <a:cs typeface="Helvetica Neue"/>
              </a:defRPr>
            </a:lvl4pPr>
            <a:lvl5pPr algn="ctr">
              <a:buNone/>
              <a:defRPr sz="1500" b="1">
                <a:solidFill>
                  <a:srgbClr val="243A50"/>
                </a:solidFill>
                <a:latin typeface="Helvetica Neue"/>
                <a:ea typeface="Helvetica Neue"/>
                <a:cs typeface="Helvetica Neue"/>
              </a:defRPr>
            </a:lvl5pPr>
            <a:lvl6pPr algn="ctr">
              <a:buNone/>
              <a:defRPr sz="1500" b="1">
                <a:solidFill>
                  <a:srgbClr val="243A50"/>
                </a:solidFill>
                <a:latin typeface="Helvetica Neue"/>
                <a:ea typeface="Helvetica Neue"/>
                <a:cs typeface="Helvetica Neue"/>
              </a:defRPr>
            </a:lvl6pPr>
            <a:lvl7pPr algn="ctr">
              <a:buNone/>
              <a:defRPr sz="1500" b="1">
                <a:solidFill>
                  <a:srgbClr val="243A50"/>
                </a:solidFill>
                <a:latin typeface="Helvetica Neue"/>
                <a:ea typeface="Helvetica Neue"/>
                <a:cs typeface="Helvetica Neue"/>
              </a:defRPr>
            </a:lvl7pPr>
            <a:lvl8pPr algn="ctr">
              <a:buNone/>
              <a:defRPr sz="1500" b="1">
                <a:solidFill>
                  <a:srgbClr val="243A50"/>
                </a:solidFill>
                <a:latin typeface="Helvetica Neue"/>
                <a:ea typeface="Helvetica Neue"/>
                <a:cs typeface="Helvetica Neue"/>
              </a:defRPr>
            </a:lvl8pPr>
            <a:lvl9pPr algn="ctr">
              <a:buNone/>
              <a:defRPr sz="1500" b="1">
                <a:solidFill>
                  <a:srgbClr val="243A50"/>
                </a:solidFill>
                <a:latin typeface="Helvetica Neue"/>
                <a:ea typeface="Helvetica Neue"/>
                <a:cs typeface="Helvetica Neue"/>
              </a:defRPr>
            </a:lvl9pPr>
          </a:lstStyle>
          <a:p xmlns:a="http://schemas.openxmlformats.org/drawingml/2006/main">
            <a:pPr algn="ctr">
              <a:buNone/>
              <a:defRPr sz="1500" b="1">
                <a:solidFill>
                  <a:srgbClr val="243A50"/>
                </a:solidFill>
                <a:latin typeface="Helvetica Neue"/>
                <a:ea typeface="Helvetica Neue"/>
                <a:cs typeface="Helvetica Neue"/>
              </a:defRPr>
            </a:pPr>
            <a:r>
              <a:rPr sz="1500" b="1">
                <a:solidFill>
                  <a:srgbClr val="243A50"/>
                </a:solidFill>
                <a:latin typeface="Helvetica Neue"/>
                <a:ea typeface="Helvetica Neue"/>
                <a:cs typeface="Helvetica Neue"/>
              </a:rPr>
              <a:t>Final evaluation</a:t>
            </a:r>
          </a:p>
        </p:txBody>
      </p:sp>
      <p:sp>
        <p:nvSpPr>
          <p:cNvPr id="24" name="Rectangle 23">
            <a:extLst xmlns:a="http://schemas.openxmlformats.org/drawingml/2006/main">
              <a:ext uri="{FF2B5EF4-FFF2-40B4-BE49-F238E27FC236}">
                <a16:creationId xmlns:a16="http://schemas.microsoft.com/office/drawing/2014/main" id="{8E3FD712-969A-4269-8B69-0FBA39ECCC7A}"/>
              </a:ext>
            </a:extLst>
          </p:cNvPr>
          <p:cNvSpPr>
            <a:spLocks xmlns:a="http://schemas.openxmlformats.org/drawingml/2006/main" noGrp="1"/>
          </p:cNvSpPr>
          <p:nvPr/>
        </p:nvSpPr>
        <p:spPr>
          <a:xfrm xmlns:a="http://schemas.openxmlformats.org/drawingml/2006/main">
            <a:off x="9629775" y="2895600"/>
            <a:ext cx="1771650" cy="7715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a:bodyPr>
          <a:lstStyle xmlns:a="http://schemas.openxmlformats.org/drawingml/2006/main">
            <a:defPPr algn="ctr">
              <a:defRPr sz="1200" b="0">
                <a:solidFill>
                  <a:srgbClr val="33485D"/>
                </a:solidFill>
                <a:latin typeface="Helvetica Neue"/>
                <a:ea typeface="Helvetica Neue"/>
                <a:cs typeface="Helvetica Neue"/>
              </a:defRPr>
            </a:defPPr>
            <a:lvl1pPr algn="ctr">
              <a:buNone/>
              <a:defRPr sz="1200" b="0">
                <a:solidFill>
                  <a:srgbClr val="33485D"/>
                </a:solidFill>
                <a:latin typeface="Helvetica Neue"/>
                <a:ea typeface="Helvetica Neue"/>
                <a:cs typeface="Helvetica Neue"/>
              </a:defRPr>
            </a:lvl1pPr>
            <a:lvl2pPr algn="ctr">
              <a:buNone/>
              <a:defRPr sz="1200" b="0">
                <a:solidFill>
                  <a:srgbClr val="33485D"/>
                </a:solidFill>
                <a:latin typeface="Helvetica Neue"/>
                <a:ea typeface="Helvetica Neue"/>
                <a:cs typeface="Helvetica Neue"/>
              </a:defRPr>
            </a:lvl2pPr>
            <a:lvl3pPr algn="ctr">
              <a:buNone/>
              <a:defRPr sz="1200" b="0">
                <a:solidFill>
                  <a:srgbClr val="33485D"/>
                </a:solidFill>
                <a:latin typeface="Helvetica Neue"/>
                <a:ea typeface="Helvetica Neue"/>
                <a:cs typeface="Helvetica Neue"/>
              </a:defRPr>
            </a:lvl3pPr>
            <a:lvl4pPr algn="ctr">
              <a:buNone/>
              <a:defRPr sz="1200" b="0">
                <a:solidFill>
                  <a:srgbClr val="33485D"/>
                </a:solidFill>
                <a:latin typeface="Helvetica Neue"/>
                <a:ea typeface="Helvetica Neue"/>
                <a:cs typeface="Helvetica Neue"/>
              </a:defRPr>
            </a:lvl4pPr>
            <a:lvl5pPr algn="ctr">
              <a:buNone/>
              <a:defRPr sz="1200" b="0">
                <a:solidFill>
                  <a:srgbClr val="33485D"/>
                </a:solidFill>
                <a:latin typeface="Helvetica Neue"/>
                <a:ea typeface="Helvetica Neue"/>
                <a:cs typeface="Helvetica Neue"/>
              </a:defRPr>
            </a:lvl5pPr>
            <a:lvl6pPr algn="ctr">
              <a:buNone/>
              <a:defRPr sz="1200" b="0">
                <a:solidFill>
                  <a:srgbClr val="33485D"/>
                </a:solidFill>
                <a:latin typeface="Helvetica Neue"/>
                <a:ea typeface="Helvetica Neue"/>
                <a:cs typeface="Helvetica Neue"/>
              </a:defRPr>
            </a:lvl6pPr>
            <a:lvl7pPr algn="ctr">
              <a:buNone/>
              <a:defRPr sz="1200" b="0">
                <a:solidFill>
                  <a:srgbClr val="33485D"/>
                </a:solidFill>
                <a:latin typeface="Helvetica Neue"/>
                <a:ea typeface="Helvetica Neue"/>
                <a:cs typeface="Helvetica Neue"/>
              </a:defRPr>
            </a:lvl7pPr>
            <a:lvl8pPr algn="ctr">
              <a:buNone/>
              <a:defRPr sz="1200" b="0">
                <a:solidFill>
                  <a:srgbClr val="33485D"/>
                </a:solidFill>
                <a:latin typeface="Helvetica Neue"/>
                <a:ea typeface="Helvetica Neue"/>
                <a:cs typeface="Helvetica Neue"/>
              </a:defRPr>
            </a:lvl8pPr>
            <a:lvl9pPr algn="ctr">
              <a:buNone/>
              <a:defRPr sz="1200" b="0">
                <a:solidFill>
                  <a:srgbClr val="33485D"/>
                </a:solidFill>
                <a:latin typeface="Helvetica Neue"/>
                <a:ea typeface="Helvetica Neue"/>
                <a:cs typeface="Helvetica Neue"/>
              </a:defRPr>
            </a:lvl9pPr>
          </a:lstStyle>
          <a:p xmlns:a="http://schemas.openxmlformats.org/drawingml/2006/main">
            <a:pPr algn="ctr">
              <a:buNone/>
              <a:defRPr sz="1200" b="0">
                <a:solidFill>
                  <a:srgbClr val="33485D"/>
                </a:solidFill>
                <a:latin typeface="Helvetica Neue"/>
                <a:ea typeface="Helvetica Neue"/>
                <a:cs typeface="Helvetica Neue"/>
              </a:defRPr>
            </a:pPr>
            <a:r>
              <a:rPr sz="1200" b="0">
                <a:solidFill>
                  <a:srgbClr val="33485D"/>
                </a:solidFill>
                <a:latin typeface="Helvetica Neue"/>
                <a:ea typeface="Helvetica Neue"/>
                <a:cs typeface="Helvetica Neue"/>
              </a:rPr>
              <a:t>1,111 supplied</a:t>
            </a:r>
          </a:p>
          <a:p xmlns:a="http://schemas.openxmlformats.org/drawingml/2006/main">
            <a:pPr algn="ctr">
              <a:buNone/>
              <a:defRPr sz="1200" b="0">
                <a:solidFill>
                  <a:srgbClr val="33485D"/>
                </a:solidFill>
                <a:latin typeface="Helvetica Neue"/>
                <a:ea typeface="Helvetica Neue"/>
                <a:cs typeface="Helvetica Neue"/>
              </a:defRPr>
            </a:pPr>
            <a:r>
              <a:rPr sz="1200" b="0">
                <a:solidFill>
                  <a:srgbClr val="33485D"/>
                </a:solidFill>
                <a:latin typeface="Helvetica Neue"/>
                <a:ea typeface="Helvetica Neue"/>
                <a:cs typeface="Helvetica Neue"/>
              </a:rPr>
              <a:t>held-out rows</a:t>
            </a:r>
          </a:p>
        </p:txBody>
      </p:sp>
      <p:sp>
        <p:nvSpPr>
          <p:cNvPr id="25" name="Rectangle 24">
            <a:extLst xmlns:a="http://schemas.openxmlformats.org/drawingml/2006/main">
              <a:ext uri="{FF2B5EF4-FFF2-40B4-BE49-F238E27FC236}">
                <a16:creationId xmlns:a16="http://schemas.microsoft.com/office/drawing/2014/main" id="{D1DFAF94-A8CB-4FD4-8638-00E0E61155CB}"/>
              </a:ext>
            </a:extLst>
          </p:cNvPr>
          <p:cNvSpPr>
            <a:spLocks xmlns:a="http://schemas.openxmlformats.org/drawingml/2006/main" noGrp="1"/>
          </p:cNvSpPr>
          <p:nvPr/>
        </p:nvSpPr>
        <p:spPr>
          <a:xfrm xmlns:a="http://schemas.openxmlformats.org/drawingml/2006/main">
            <a:off x="3028950" y="4829175"/>
            <a:ext cx="5953125"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a:bodyPr>
          <a:lstStyle xmlns:a="http://schemas.openxmlformats.org/drawingml/2006/main">
            <a:defPPr algn="ctr">
              <a:defRPr sz="1575" b="1">
                <a:solidFill>
                  <a:srgbClr val="243A50"/>
                </a:solidFill>
                <a:latin typeface="Helvetica Neue"/>
                <a:ea typeface="Helvetica Neue"/>
                <a:cs typeface="Helvetica Neue"/>
              </a:defRPr>
            </a:defPPr>
            <a:lvl1pPr algn="ctr">
              <a:buNone/>
              <a:defRPr sz="1575" b="1">
                <a:solidFill>
                  <a:srgbClr val="243A50"/>
                </a:solidFill>
                <a:latin typeface="Helvetica Neue"/>
                <a:ea typeface="Helvetica Neue"/>
                <a:cs typeface="Helvetica Neue"/>
              </a:defRPr>
            </a:lvl1pPr>
            <a:lvl2pPr algn="ctr">
              <a:buNone/>
              <a:defRPr sz="1575" b="1">
                <a:solidFill>
                  <a:srgbClr val="243A50"/>
                </a:solidFill>
                <a:latin typeface="Helvetica Neue"/>
                <a:ea typeface="Helvetica Neue"/>
                <a:cs typeface="Helvetica Neue"/>
              </a:defRPr>
            </a:lvl2pPr>
            <a:lvl3pPr algn="ctr">
              <a:buNone/>
              <a:defRPr sz="1575" b="1">
                <a:solidFill>
                  <a:srgbClr val="243A50"/>
                </a:solidFill>
                <a:latin typeface="Helvetica Neue"/>
                <a:ea typeface="Helvetica Neue"/>
                <a:cs typeface="Helvetica Neue"/>
              </a:defRPr>
            </a:lvl3pPr>
            <a:lvl4pPr algn="ctr">
              <a:buNone/>
              <a:defRPr sz="1575" b="1">
                <a:solidFill>
                  <a:srgbClr val="243A50"/>
                </a:solidFill>
                <a:latin typeface="Helvetica Neue"/>
                <a:ea typeface="Helvetica Neue"/>
                <a:cs typeface="Helvetica Neue"/>
              </a:defRPr>
            </a:lvl4pPr>
            <a:lvl5pPr algn="ctr">
              <a:buNone/>
              <a:defRPr sz="1575" b="1">
                <a:solidFill>
                  <a:srgbClr val="243A50"/>
                </a:solidFill>
                <a:latin typeface="Helvetica Neue"/>
                <a:ea typeface="Helvetica Neue"/>
                <a:cs typeface="Helvetica Neue"/>
              </a:defRPr>
            </a:lvl5pPr>
            <a:lvl6pPr algn="ctr">
              <a:buNone/>
              <a:defRPr sz="1575" b="1">
                <a:solidFill>
                  <a:srgbClr val="243A50"/>
                </a:solidFill>
                <a:latin typeface="Helvetica Neue"/>
                <a:ea typeface="Helvetica Neue"/>
                <a:cs typeface="Helvetica Neue"/>
              </a:defRPr>
            </a:lvl6pPr>
            <a:lvl7pPr algn="ctr">
              <a:buNone/>
              <a:defRPr sz="1575" b="1">
                <a:solidFill>
                  <a:srgbClr val="243A50"/>
                </a:solidFill>
                <a:latin typeface="Helvetica Neue"/>
                <a:ea typeface="Helvetica Neue"/>
                <a:cs typeface="Helvetica Neue"/>
              </a:defRPr>
            </a:lvl7pPr>
            <a:lvl8pPr algn="ctr">
              <a:buNone/>
              <a:defRPr sz="1575" b="1">
                <a:solidFill>
                  <a:srgbClr val="243A50"/>
                </a:solidFill>
                <a:latin typeface="Helvetica Neue"/>
                <a:ea typeface="Helvetica Neue"/>
                <a:cs typeface="Helvetica Neue"/>
              </a:defRPr>
            </a:lvl8pPr>
            <a:lvl9pPr algn="ctr">
              <a:buNone/>
              <a:defRPr sz="1575" b="1">
                <a:solidFill>
                  <a:srgbClr val="243A50"/>
                </a:solidFill>
                <a:latin typeface="Helvetica Neue"/>
                <a:ea typeface="Helvetica Neue"/>
                <a:cs typeface="Helvetica Neue"/>
              </a:defRPr>
            </a:lvl9pPr>
          </a:lstStyle>
          <a:p xmlns:a="http://schemas.openxmlformats.org/drawingml/2006/main">
            <a:pPr algn="ctr">
              <a:buNone/>
              <a:defRPr sz="1575" b="1">
                <a:solidFill>
                  <a:srgbClr val="243A50"/>
                </a:solidFill>
                <a:latin typeface="Helvetica Neue"/>
                <a:ea typeface="Helvetica Neue"/>
                <a:cs typeface="Helvetica Neue"/>
              </a:defRPr>
            </a:pPr>
            <a:r>
              <a:rPr sz="1575" b="1">
                <a:solidFill>
                  <a:srgbClr val="243A50"/>
                </a:solidFill>
                <a:latin typeface="Helvetica Neue"/>
                <a:ea typeface="Helvetica Neue"/>
                <a:cs typeface="Helvetica Neue"/>
              </a:rPr>
              <a:t>Group key: BUILDINGID + FLOOR + SPACEID</a:t>
            </a:r>
          </a:p>
        </p:txBody>
      </p:sp>
      <p:sp>
        <p:nvSpPr>
          <p:cNvPr id="26" name="Rectangle 25">
            <a:extLst xmlns:a="http://schemas.openxmlformats.org/drawingml/2006/main">
              <a:ext uri="{FF2B5EF4-FFF2-40B4-BE49-F238E27FC236}">
                <a16:creationId xmlns:a16="http://schemas.microsoft.com/office/drawing/2014/main" id="{15D7B2F7-48B8-4C71-AC9B-A5898F9F8780}"/>
              </a:ext>
            </a:extLst>
          </p:cNvPr>
          <p:cNvSpPr>
            <a:spLocks xmlns:a="http://schemas.openxmlformats.org/drawingml/2006/main" noGrp="1"/>
          </p:cNvSpPr>
          <p:nvPr/>
        </p:nvSpPr>
        <p:spPr>
          <a:xfrm xmlns:a="http://schemas.openxmlformats.org/drawingml/2006/main">
            <a:off x="1152525" y="5314950"/>
            <a:ext cx="98869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a:bodyPr>
          <a:lstStyle xmlns:a="http://schemas.openxmlformats.org/drawingml/2006/main">
            <a:defPPr algn="ctr">
              <a:defRPr sz="1275" b="0">
                <a:solidFill>
                  <a:srgbClr val="63788A"/>
                </a:solidFill>
                <a:latin typeface="Helvetica Neue"/>
                <a:ea typeface="Helvetica Neue"/>
                <a:cs typeface="Helvetica Neue"/>
              </a:defRPr>
            </a:defPPr>
            <a:lvl1pPr algn="ctr">
              <a:buNone/>
              <a:defRPr sz="1275" b="0">
                <a:solidFill>
                  <a:srgbClr val="63788A"/>
                </a:solidFill>
                <a:latin typeface="Helvetica Neue"/>
                <a:ea typeface="Helvetica Neue"/>
                <a:cs typeface="Helvetica Neue"/>
              </a:defRPr>
            </a:lvl1pPr>
            <a:lvl2pPr algn="ctr">
              <a:buNone/>
              <a:defRPr sz="1275" b="0">
                <a:solidFill>
                  <a:srgbClr val="63788A"/>
                </a:solidFill>
                <a:latin typeface="Helvetica Neue"/>
                <a:ea typeface="Helvetica Neue"/>
                <a:cs typeface="Helvetica Neue"/>
              </a:defRPr>
            </a:lvl2pPr>
            <a:lvl3pPr algn="ctr">
              <a:buNone/>
              <a:defRPr sz="1275" b="0">
                <a:solidFill>
                  <a:srgbClr val="63788A"/>
                </a:solidFill>
                <a:latin typeface="Helvetica Neue"/>
                <a:ea typeface="Helvetica Neue"/>
                <a:cs typeface="Helvetica Neue"/>
              </a:defRPr>
            </a:lvl3pPr>
            <a:lvl4pPr algn="ctr">
              <a:buNone/>
              <a:defRPr sz="1275" b="0">
                <a:solidFill>
                  <a:srgbClr val="63788A"/>
                </a:solidFill>
                <a:latin typeface="Helvetica Neue"/>
                <a:ea typeface="Helvetica Neue"/>
                <a:cs typeface="Helvetica Neue"/>
              </a:defRPr>
            </a:lvl4pPr>
            <a:lvl5pPr algn="ctr">
              <a:buNone/>
              <a:defRPr sz="1275" b="0">
                <a:solidFill>
                  <a:srgbClr val="63788A"/>
                </a:solidFill>
                <a:latin typeface="Helvetica Neue"/>
                <a:ea typeface="Helvetica Neue"/>
                <a:cs typeface="Helvetica Neue"/>
              </a:defRPr>
            </a:lvl5pPr>
            <a:lvl6pPr algn="ctr">
              <a:buNone/>
              <a:defRPr sz="1275" b="0">
                <a:solidFill>
                  <a:srgbClr val="63788A"/>
                </a:solidFill>
                <a:latin typeface="Helvetica Neue"/>
                <a:ea typeface="Helvetica Neue"/>
                <a:cs typeface="Helvetica Neue"/>
              </a:defRPr>
            </a:lvl6pPr>
            <a:lvl7pPr algn="ctr">
              <a:buNone/>
              <a:defRPr sz="1275" b="0">
                <a:solidFill>
                  <a:srgbClr val="63788A"/>
                </a:solidFill>
                <a:latin typeface="Helvetica Neue"/>
                <a:ea typeface="Helvetica Neue"/>
                <a:cs typeface="Helvetica Neue"/>
              </a:defRPr>
            </a:lvl7pPr>
            <a:lvl8pPr algn="ctr">
              <a:buNone/>
              <a:defRPr sz="1275" b="0">
                <a:solidFill>
                  <a:srgbClr val="63788A"/>
                </a:solidFill>
                <a:latin typeface="Helvetica Neue"/>
                <a:ea typeface="Helvetica Neue"/>
                <a:cs typeface="Helvetica Neue"/>
              </a:defRPr>
            </a:lvl8pPr>
            <a:lvl9pPr algn="ctr">
              <a:buNone/>
              <a:defRPr sz="1275" b="0">
                <a:solidFill>
                  <a:srgbClr val="63788A"/>
                </a:solidFill>
                <a:latin typeface="Helvetica Neue"/>
                <a:ea typeface="Helvetica Neue"/>
                <a:cs typeface="Helvetica Neue"/>
              </a:defRPr>
            </a:lvl9pPr>
          </a:lstStyle>
          <a:p xmlns:a="http://schemas.openxmlformats.org/drawingml/2006/main">
            <a:pPr algn="ctr">
              <a:buNone/>
              <a:defRPr sz="1275" b="0">
                <a:solidFill>
                  <a:srgbClr val="63788A"/>
                </a:solidFill>
                <a:latin typeface="Helvetica Neue"/>
                <a:ea typeface="Helvetica Neue"/>
                <a:cs typeface="Helvetica Neue"/>
              </a:defRPr>
            </a:pPr>
            <a:r>
              <a:rPr sz="1275" b="0">
                <a:solidFill>
                  <a:srgbClr val="63788A"/>
                </a:solidFill>
                <a:latin typeface="Helvetica Neue"/>
                <a:ea typeface="Helvetica Neue"/>
                <a:cs typeface="Helvetica Neue"/>
              </a:rPr>
              <a:t>Seed 42 · 588 / 147 disjoint composite groups · no scaler fit on held-out rows</a:t>
            </a:r>
          </a:p>
        </p:txBody>
      </p:sp>
    </p:spTree>
    <p:extLst>
      <p:ext uri="{BB962C8B-B14F-4D97-AF65-F5344CB8AC3E}">
        <p14:creationId xmlns:p14="http://schemas.microsoft.com/office/powerpoint/2010/main" val="690633187"/>
      </p:ext>
    </p:extLst>
  </p:cSld>
</p:sld>
</file>

<file path=ppt/slides/slide4.xml><?xml version="1.0" encoding="utf-8"?>
<p:sld xmlns:p="http://schemas.openxmlformats.org/presentationml/2006/main">
  <p:cSld>
    <p:bg>
      <p:bgPr>
        <a:solidFill xmlns:a="http://schemas.openxmlformats.org/drawingml/2006/main">
          <a:srgbClr val="FAF9F6"/>
        </a:solidFill>
      </p:bgPr>
    </p:bg>
    <p:spTree>
      <p:nvGrpSpPr>
        <p:cNvPr id="1" name=""/>
        <p:cNvGrpSpPr/>
        <p:nvPr/>
      </p:nvGrpSpPr>
      <p:grpSpPr>
        <a:xfrm xmlns:a="http://schemas.openxmlformats.org/drawingml/2006/main"/>
      </p:grpSpPr>
      <p:sp>
        <p:nvSpPr>
          <p:cNvPr id="14" name="Rectangle 13">
            <a:extLst xmlns:a="http://schemas.openxmlformats.org/drawingml/2006/main">
              <a:ext uri="{FF2B5EF4-FFF2-40B4-BE49-F238E27FC236}">
                <a16:creationId xmlns:a16="http://schemas.microsoft.com/office/drawing/2014/main" id="{8F6E5B5A-8A5A-47C1-8E44-6CF4221B163E}"/>
              </a:ext>
            </a:extLst>
          </p:cNvPr>
          <p:cNvSpPr>
            <a:spLocks xmlns:a="http://schemas.openxmlformats.org/drawingml/2006/main" noGrp="1"/>
          </p:cNvSpPr>
          <p:nvPr/>
        </p:nvSpPr>
        <p:spPr>
          <a:xfrm xmlns:a="http://schemas.openxmlformats.org/drawingml/2006/main">
            <a:off x="0" y="0"/>
            <a:ext cx="12192000" cy="104775"/>
          </a:xfrm>
          <a:prstGeom xmlns:a="http://schemas.openxmlformats.org/drawingml/2006/main" prst="rect">
            <a:avLst/>
          </a:prstGeom>
          <a:solidFill xmlns:a="http://schemas.openxmlformats.org/drawingml/2006/main">
            <a:srgbClr val="C7DBD1"/>
          </a:solidFill>
          <a:ln xmlns:a="http://schemas.openxmlformats.org/drawingml/2006/main" w="0">
            <a:noFill/>
            <a:prstDash val="solid"/>
          </a:ln>
        </p:spPr>
      </p:sp>
      <p:sp>
        <p:nvSpPr>
          <p:cNvPr id="2" name="Rectangle 1">
            <a:extLst xmlns:a="http://schemas.openxmlformats.org/drawingml/2006/main">
              <a:ext uri="{FF2B5EF4-FFF2-40B4-BE49-F238E27FC236}">
                <a16:creationId xmlns:a16="http://schemas.microsoft.com/office/drawing/2014/main" id="{AB8A197F-E252-42A7-9DFF-A8A16FF6D538}"/>
              </a:ext>
            </a:extLst>
          </p:cNvPr>
          <p:cNvSpPr>
            <a:spLocks xmlns:a="http://schemas.openxmlformats.org/drawingml/2006/main" noGrp="1"/>
          </p:cNvSpPr>
          <p:nvPr/>
        </p:nvSpPr>
        <p:spPr>
          <a:xfrm xmlns:a="http://schemas.openxmlformats.org/drawingml/2006/main">
            <a:off x="609600" y="371475"/>
            <a:ext cx="1097280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a:bodyPr>
          <a:lstStyle xmlns:a="http://schemas.openxmlformats.org/drawingml/2006/main">
            <a:defPPr algn="l">
              <a:defRPr sz="2625" b="1">
                <a:solidFill>
                  <a:srgbClr val="243A50"/>
                </a:solidFill>
                <a:latin typeface="Helvetica Neue"/>
                <a:ea typeface="Helvetica Neue"/>
                <a:cs typeface="Helvetica Neue"/>
              </a:defRPr>
            </a:defPPr>
            <a:lvl1pPr algn="l">
              <a:buNone/>
              <a:defRPr sz="2625" b="1">
                <a:solidFill>
                  <a:srgbClr val="243A50"/>
                </a:solidFill>
                <a:latin typeface="Helvetica Neue"/>
                <a:ea typeface="Helvetica Neue"/>
                <a:cs typeface="Helvetica Neue"/>
              </a:defRPr>
            </a:lvl1pPr>
            <a:lvl2pPr algn="l">
              <a:buNone/>
              <a:defRPr sz="2625" b="1">
                <a:solidFill>
                  <a:srgbClr val="243A50"/>
                </a:solidFill>
                <a:latin typeface="Helvetica Neue"/>
                <a:ea typeface="Helvetica Neue"/>
                <a:cs typeface="Helvetica Neue"/>
              </a:defRPr>
            </a:lvl2pPr>
            <a:lvl3pPr algn="l">
              <a:buNone/>
              <a:defRPr sz="2625" b="1">
                <a:solidFill>
                  <a:srgbClr val="243A50"/>
                </a:solidFill>
                <a:latin typeface="Helvetica Neue"/>
                <a:ea typeface="Helvetica Neue"/>
                <a:cs typeface="Helvetica Neue"/>
              </a:defRPr>
            </a:lvl3pPr>
            <a:lvl4pPr algn="l">
              <a:buNone/>
              <a:defRPr sz="2625" b="1">
                <a:solidFill>
                  <a:srgbClr val="243A50"/>
                </a:solidFill>
                <a:latin typeface="Helvetica Neue"/>
                <a:ea typeface="Helvetica Neue"/>
                <a:cs typeface="Helvetica Neue"/>
              </a:defRPr>
            </a:lvl4pPr>
            <a:lvl5pPr algn="l">
              <a:buNone/>
              <a:defRPr sz="2625" b="1">
                <a:solidFill>
                  <a:srgbClr val="243A50"/>
                </a:solidFill>
                <a:latin typeface="Helvetica Neue"/>
                <a:ea typeface="Helvetica Neue"/>
                <a:cs typeface="Helvetica Neue"/>
              </a:defRPr>
            </a:lvl5pPr>
            <a:lvl6pPr algn="l">
              <a:buNone/>
              <a:defRPr sz="2625" b="1">
                <a:solidFill>
                  <a:srgbClr val="243A50"/>
                </a:solidFill>
                <a:latin typeface="Helvetica Neue"/>
                <a:ea typeface="Helvetica Neue"/>
                <a:cs typeface="Helvetica Neue"/>
              </a:defRPr>
            </a:lvl6pPr>
            <a:lvl7pPr algn="l">
              <a:buNone/>
              <a:defRPr sz="2625" b="1">
                <a:solidFill>
                  <a:srgbClr val="243A50"/>
                </a:solidFill>
                <a:latin typeface="Helvetica Neue"/>
                <a:ea typeface="Helvetica Neue"/>
                <a:cs typeface="Helvetica Neue"/>
              </a:defRPr>
            </a:lvl7pPr>
            <a:lvl8pPr algn="l">
              <a:buNone/>
              <a:defRPr sz="2625" b="1">
                <a:solidFill>
                  <a:srgbClr val="243A50"/>
                </a:solidFill>
                <a:latin typeface="Helvetica Neue"/>
                <a:ea typeface="Helvetica Neue"/>
                <a:cs typeface="Helvetica Neue"/>
              </a:defRPr>
            </a:lvl8pPr>
            <a:lvl9pPr algn="l">
              <a:buNone/>
              <a:defRPr sz="2625" b="1">
                <a:solidFill>
                  <a:srgbClr val="243A50"/>
                </a:solidFill>
                <a:latin typeface="Helvetica Neue"/>
                <a:ea typeface="Helvetica Neue"/>
                <a:cs typeface="Helvetica Neue"/>
              </a:defRPr>
            </a:lvl9pPr>
          </a:lstStyle>
          <a:p xmlns:a="http://schemas.openxmlformats.org/drawingml/2006/main">
            <a:pPr algn="l">
              <a:buNone/>
              <a:defRPr sz="2625" b="1">
                <a:solidFill>
                  <a:srgbClr val="243A50"/>
                </a:solidFill>
                <a:latin typeface="Helvetica Neue"/>
                <a:ea typeface="Helvetica Neue"/>
                <a:cs typeface="Helvetica Neue"/>
              </a:defRPr>
            </a:pPr>
            <a:r>
              <a:rPr sz="2625" b="1">
                <a:solidFill>
                  <a:srgbClr val="243A50"/>
                </a:solidFill>
                <a:latin typeface="Helvetica Neue"/>
                <a:ea typeface="Helvetica Neue"/>
                <a:cs typeface="Helvetica Neue"/>
              </a:rPr>
              <a:t>Workstream 1 · Dataset quality and EDA</a:t>
            </a:r>
          </a:p>
        </p:txBody>
      </p:sp>
      <p:sp>
        <p:nvSpPr>
          <p:cNvPr id="3" name="Rectangle 2">
            <a:extLst xmlns:a="http://schemas.openxmlformats.org/drawingml/2006/main">
              <a:ext uri="{FF2B5EF4-FFF2-40B4-BE49-F238E27FC236}">
                <a16:creationId xmlns:a16="http://schemas.microsoft.com/office/drawing/2014/main" id="{AF73AF44-BB9D-4F6B-9FF3-94CF89C8039B}"/>
              </a:ext>
            </a:extLst>
          </p:cNvPr>
          <p:cNvSpPr>
            <a:spLocks xmlns:a="http://schemas.openxmlformats.org/drawingml/2006/main" noGrp="1"/>
          </p:cNvSpPr>
          <p:nvPr/>
        </p:nvSpPr>
        <p:spPr>
          <a:xfrm xmlns:a="http://schemas.openxmlformats.org/drawingml/2006/main">
            <a:off x="628650" y="904875"/>
            <a:ext cx="108394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a:bodyPr>
          <a:lstStyle xmlns:a="http://schemas.openxmlformats.org/drawingml/2006/main">
            <a:defPPr algn="l">
              <a:defRPr sz="1350" b="0">
                <a:solidFill>
                  <a:srgbClr val="63788A"/>
                </a:solidFill>
                <a:latin typeface="Helvetica Neue"/>
                <a:ea typeface="Helvetica Neue"/>
                <a:cs typeface="Helvetica Neue"/>
              </a:defRPr>
            </a:defPPr>
            <a:lvl1pPr algn="l">
              <a:buNone/>
              <a:defRPr sz="1350" b="0">
                <a:solidFill>
                  <a:srgbClr val="63788A"/>
                </a:solidFill>
                <a:latin typeface="Helvetica Neue"/>
                <a:ea typeface="Helvetica Neue"/>
                <a:cs typeface="Helvetica Neue"/>
              </a:defRPr>
            </a:lvl1pPr>
            <a:lvl2pPr algn="l">
              <a:buNone/>
              <a:defRPr sz="1350" b="0">
                <a:solidFill>
                  <a:srgbClr val="63788A"/>
                </a:solidFill>
                <a:latin typeface="Helvetica Neue"/>
                <a:ea typeface="Helvetica Neue"/>
                <a:cs typeface="Helvetica Neue"/>
              </a:defRPr>
            </a:lvl2pPr>
            <a:lvl3pPr algn="l">
              <a:buNone/>
              <a:defRPr sz="1350" b="0">
                <a:solidFill>
                  <a:srgbClr val="63788A"/>
                </a:solidFill>
                <a:latin typeface="Helvetica Neue"/>
                <a:ea typeface="Helvetica Neue"/>
                <a:cs typeface="Helvetica Neue"/>
              </a:defRPr>
            </a:lvl3pPr>
            <a:lvl4pPr algn="l">
              <a:buNone/>
              <a:defRPr sz="1350" b="0">
                <a:solidFill>
                  <a:srgbClr val="63788A"/>
                </a:solidFill>
                <a:latin typeface="Helvetica Neue"/>
                <a:ea typeface="Helvetica Neue"/>
                <a:cs typeface="Helvetica Neue"/>
              </a:defRPr>
            </a:lvl4pPr>
            <a:lvl5pPr algn="l">
              <a:buNone/>
              <a:defRPr sz="1350" b="0">
                <a:solidFill>
                  <a:srgbClr val="63788A"/>
                </a:solidFill>
                <a:latin typeface="Helvetica Neue"/>
                <a:ea typeface="Helvetica Neue"/>
                <a:cs typeface="Helvetica Neue"/>
              </a:defRPr>
            </a:lvl5pPr>
            <a:lvl6pPr algn="l">
              <a:buNone/>
              <a:defRPr sz="1350" b="0">
                <a:solidFill>
                  <a:srgbClr val="63788A"/>
                </a:solidFill>
                <a:latin typeface="Helvetica Neue"/>
                <a:ea typeface="Helvetica Neue"/>
                <a:cs typeface="Helvetica Neue"/>
              </a:defRPr>
            </a:lvl6pPr>
            <a:lvl7pPr algn="l">
              <a:buNone/>
              <a:defRPr sz="1350" b="0">
                <a:solidFill>
                  <a:srgbClr val="63788A"/>
                </a:solidFill>
                <a:latin typeface="Helvetica Neue"/>
                <a:ea typeface="Helvetica Neue"/>
                <a:cs typeface="Helvetica Neue"/>
              </a:defRPr>
            </a:lvl7pPr>
            <a:lvl8pPr algn="l">
              <a:buNone/>
              <a:defRPr sz="1350" b="0">
                <a:solidFill>
                  <a:srgbClr val="63788A"/>
                </a:solidFill>
                <a:latin typeface="Helvetica Neue"/>
                <a:ea typeface="Helvetica Neue"/>
                <a:cs typeface="Helvetica Neue"/>
              </a:defRPr>
            </a:lvl8pPr>
            <a:lvl9pPr algn="l">
              <a:buNone/>
              <a:defRPr sz="1350" b="0">
                <a:solidFill>
                  <a:srgbClr val="63788A"/>
                </a:solidFill>
                <a:latin typeface="Helvetica Neue"/>
                <a:ea typeface="Helvetica Neue"/>
                <a:cs typeface="Helvetica Neue"/>
              </a:defRPr>
            </a:lvl9pPr>
          </a:lstStyle>
          <a:p xmlns:a="http://schemas.openxmlformats.org/drawingml/2006/main">
            <a:pPr algn="l">
              <a:buNone/>
              <a:defRPr sz="1350" b="0">
                <a:solidFill>
                  <a:srgbClr val="63788A"/>
                </a:solidFill>
                <a:latin typeface="Helvetica Neue"/>
                <a:ea typeface="Helvetica Neue"/>
                <a:cs typeface="Helvetica Neue"/>
              </a:defRPr>
            </a:pPr>
            <a:r>
              <a:rPr sz="1350" b="0">
                <a:solidFill>
                  <a:srgbClr val="63788A"/>
                </a:solidFill>
                <a:latin typeface="Helvetica Neue"/>
                <a:ea typeface="Helvetica Neue"/>
                <a:cs typeface="Helvetica Neue"/>
              </a:rPr>
              <a:t>A scan is a sparse fingerprint: absence is the dominant signal state.</a:t>
            </a:r>
          </a:p>
        </p:txBody>
      </p:sp>
      <p:sp>
        <p:nvSpPr>
          <p:cNvPr id="4" name="Straight Connector 3">
            <a:extLst xmlns:a="http://schemas.openxmlformats.org/drawingml/2006/main">
              <a:ext uri="{FF2B5EF4-FFF2-40B4-BE49-F238E27FC236}">
                <a16:creationId xmlns:a16="http://schemas.microsoft.com/office/drawing/2014/main" id="{7689E29F-728F-475B-B28E-372C11F0F58F}"/>
              </a:ext>
            </a:extLst>
          </p:cNvPr>
          <p:cNvSpPr>
            <a:spLocks xmlns:a="http://schemas.openxmlformats.org/drawingml/2006/main" noGrp="1"/>
          </p:cNvSpPr>
          <p:nvPr/>
        </p:nvSpPr>
        <p:spPr>
          <a:xfrm xmlns:a="http://schemas.openxmlformats.org/drawingml/2006/main">
            <a:off x="609600" y="6381750"/>
            <a:ext cx="10972800" cy="0"/>
          </a:xfrm>
          <a:prstGeom xmlns:a="http://schemas.openxmlformats.org/drawingml/2006/main" prst="line">
            <a:avLst/>
          </a:prstGeom>
          <a:noFill xmlns:a="http://schemas.openxmlformats.org/drawingml/2006/main"/>
          <a:ln xmlns:a="http://schemas.openxmlformats.org/drawingml/2006/main" w="9525">
            <a:solidFill>
              <a:srgbClr val="CBD5DA"/>
            </a:solidFill>
            <a:prstDash val="solid"/>
          </a:ln>
        </p:spPr>
      </p:sp>
      <p:sp>
        <p:nvSpPr>
          <p:cNvPr id="5" name="Rectangle 4">
            <a:extLst xmlns:a="http://schemas.openxmlformats.org/drawingml/2006/main">
              <a:ext uri="{FF2B5EF4-FFF2-40B4-BE49-F238E27FC236}">
                <a16:creationId xmlns:a16="http://schemas.microsoft.com/office/drawing/2014/main" id="{E5D2E1CF-632F-4C8E-A73A-4593E03A3536}"/>
              </a:ext>
            </a:extLst>
          </p:cNvPr>
          <p:cNvSpPr>
            <a:spLocks xmlns:a="http://schemas.openxmlformats.org/drawingml/2006/main" noGrp="1"/>
          </p:cNvSpPr>
          <p:nvPr/>
        </p:nvSpPr>
        <p:spPr>
          <a:xfrm xmlns:a="http://schemas.openxmlformats.org/drawingml/2006/main">
            <a:off x="609600" y="6477000"/>
            <a:ext cx="109728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a:bodyPr>
          <a:lstStyle xmlns:a="http://schemas.openxmlformats.org/drawingml/2006/main">
            <a:defPPr algn="r">
              <a:defRPr sz="900" b="0">
                <a:solidFill>
                  <a:srgbClr val="63788A"/>
                </a:solidFill>
                <a:latin typeface="Helvetica Neue"/>
                <a:ea typeface="Helvetica Neue"/>
                <a:cs typeface="Helvetica Neue"/>
              </a:defRPr>
            </a:defPPr>
            <a:lvl1pPr algn="r">
              <a:buNone/>
              <a:defRPr sz="900" b="0">
                <a:solidFill>
                  <a:srgbClr val="63788A"/>
                </a:solidFill>
                <a:latin typeface="Helvetica Neue"/>
                <a:ea typeface="Helvetica Neue"/>
                <a:cs typeface="Helvetica Neue"/>
              </a:defRPr>
            </a:lvl1pPr>
            <a:lvl2pPr algn="r">
              <a:buNone/>
              <a:defRPr sz="900" b="0">
                <a:solidFill>
                  <a:srgbClr val="63788A"/>
                </a:solidFill>
                <a:latin typeface="Helvetica Neue"/>
                <a:ea typeface="Helvetica Neue"/>
                <a:cs typeface="Helvetica Neue"/>
              </a:defRPr>
            </a:lvl2pPr>
            <a:lvl3pPr algn="r">
              <a:buNone/>
              <a:defRPr sz="900" b="0">
                <a:solidFill>
                  <a:srgbClr val="63788A"/>
                </a:solidFill>
                <a:latin typeface="Helvetica Neue"/>
                <a:ea typeface="Helvetica Neue"/>
                <a:cs typeface="Helvetica Neue"/>
              </a:defRPr>
            </a:lvl3pPr>
            <a:lvl4pPr algn="r">
              <a:buNone/>
              <a:defRPr sz="900" b="0">
                <a:solidFill>
                  <a:srgbClr val="63788A"/>
                </a:solidFill>
                <a:latin typeface="Helvetica Neue"/>
                <a:ea typeface="Helvetica Neue"/>
                <a:cs typeface="Helvetica Neue"/>
              </a:defRPr>
            </a:lvl4pPr>
            <a:lvl5pPr algn="r">
              <a:buNone/>
              <a:defRPr sz="900" b="0">
                <a:solidFill>
                  <a:srgbClr val="63788A"/>
                </a:solidFill>
                <a:latin typeface="Helvetica Neue"/>
                <a:ea typeface="Helvetica Neue"/>
                <a:cs typeface="Helvetica Neue"/>
              </a:defRPr>
            </a:lvl5pPr>
            <a:lvl6pPr algn="r">
              <a:buNone/>
              <a:defRPr sz="900" b="0">
                <a:solidFill>
                  <a:srgbClr val="63788A"/>
                </a:solidFill>
                <a:latin typeface="Helvetica Neue"/>
                <a:ea typeface="Helvetica Neue"/>
                <a:cs typeface="Helvetica Neue"/>
              </a:defRPr>
            </a:lvl6pPr>
            <a:lvl7pPr algn="r">
              <a:buNone/>
              <a:defRPr sz="900" b="0">
                <a:solidFill>
                  <a:srgbClr val="63788A"/>
                </a:solidFill>
                <a:latin typeface="Helvetica Neue"/>
                <a:ea typeface="Helvetica Neue"/>
                <a:cs typeface="Helvetica Neue"/>
              </a:defRPr>
            </a:lvl7pPr>
            <a:lvl8pPr algn="r">
              <a:buNone/>
              <a:defRPr sz="900" b="0">
                <a:solidFill>
                  <a:srgbClr val="63788A"/>
                </a:solidFill>
                <a:latin typeface="Helvetica Neue"/>
                <a:ea typeface="Helvetica Neue"/>
                <a:cs typeface="Helvetica Neue"/>
              </a:defRPr>
            </a:lvl8pPr>
            <a:lvl9pPr algn="r">
              <a:buNone/>
              <a:defRPr sz="900" b="0">
                <a:solidFill>
                  <a:srgbClr val="63788A"/>
                </a:solidFill>
                <a:latin typeface="Helvetica Neue"/>
                <a:ea typeface="Helvetica Neue"/>
                <a:cs typeface="Helvetica Neue"/>
              </a:defRPr>
            </a:lvl9pPr>
          </a:lstStyle>
          <a:p xmlns:a="http://schemas.openxmlformats.org/drawingml/2006/main">
            <a:pPr algn="r">
              <a:buNone/>
              <a:defRPr sz="900" b="0">
                <a:solidFill>
                  <a:srgbClr val="63788A"/>
                </a:solidFill>
                <a:latin typeface="Helvetica Neue"/>
                <a:ea typeface="Helvetica Neue"/>
                <a:cs typeface="Helvetica Neue"/>
              </a:defRPr>
            </a:pPr>
            <a:r>
              <a:rPr sz="900" b="0">
                <a:solidFill>
                  <a:srgbClr val="63788A"/>
                </a:solidFill>
                <a:latin typeface="Helvetica Neue"/>
                <a:ea typeface="Helvetica Neue"/>
                <a:cs typeface="Helvetica Neue"/>
              </a:rPr>
              <a:t>PROJECT 9  •  AML VIVA  •  04</a:t>
            </a:r>
          </a:p>
        </p:txBody>
      </p:sp>
      <p:pic>
        <p:nvPicPr>
          <p:cNvPr id="6" name="Picture 5">
            <a:extLst xmlns:a="http://schemas.openxmlformats.org/drawingml/2006/main">
              <a:ext uri="{FF2B5EF4-FFF2-40B4-BE49-F238E27FC236}">
                <a16:creationId xmlns:a16="http://schemas.microsoft.com/office/drawing/2014/main" id="{0242522B-C243-4887-87A3-17658A024419}"/>
              </a:ext>
            </a:extLst>
          </p:cNvPr>
          <p:cNvPicPr>
            <a:picLocks xmlns:a="http://schemas.openxmlformats.org/drawingml/2006/main" noChangeAspect="1"/>
          </p:cNvPicPr>
          <p:nvPr/>
        </p:nvPicPr>
        <p:blipFill>
          <a:blip xmlns:r="http://schemas.openxmlformats.org/officeDocument/2006/relationships" xmlns:a="http://schemas.openxmlformats.org/drawingml/2006/main" r:embed="R9197182a0fa649e5"/>
          <a:stretch xmlns:a="http://schemas.openxmlformats.org/drawingml/2006/main"/>
        </p:blipFill>
        <p:spPr>
          <a:xfrm xmlns:a="http://schemas.openxmlformats.org/drawingml/2006/main">
            <a:off x="1019403" y="1438275"/>
            <a:ext cx="6514645" cy="4495800"/>
          </a:xfrm>
          <a:prstGeom xmlns:a="http://schemas.openxmlformats.org/drawingml/2006/main" prst="rect">
            <a:avLst/>
          </a:prstGeom>
        </p:spPr>
      </p:pic>
      <p:sp>
        <p:nvSpPr>
          <p:cNvPr id="7" name="Rectangle 6">
            <a:extLst xmlns:a="http://schemas.openxmlformats.org/drawingml/2006/main">
              <a:ext uri="{FF2B5EF4-FFF2-40B4-BE49-F238E27FC236}">
                <a16:creationId xmlns:a16="http://schemas.microsoft.com/office/drawing/2014/main" id="{84DEB8DB-83B0-43A1-BAA0-6D94F18B326A}"/>
              </a:ext>
            </a:extLst>
          </p:cNvPr>
          <p:cNvSpPr>
            <a:spLocks xmlns:a="http://schemas.openxmlformats.org/drawingml/2006/main" noGrp="1"/>
          </p:cNvSpPr>
          <p:nvPr/>
        </p:nvSpPr>
        <p:spPr>
          <a:xfrm xmlns:a="http://schemas.openxmlformats.org/drawingml/2006/main">
            <a:off x="8334375" y="1790700"/>
            <a:ext cx="314325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a:bodyPr>
          <a:lstStyle xmlns:a="http://schemas.openxmlformats.org/drawingml/2006/main">
            <a:defPPr algn="l">
              <a:defRPr sz="3750" b="1">
                <a:solidFill>
                  <a:srgbClr val="64877F"/>
                </a:solidFill>
                <a:latin typeface="Helvetica Neue"/>
                <a:ea typeface="Helvetica Neue"/>
                <a:cs typeface="Helvetica Neue"/>
              </a:defRPr>
            </a:defPPr>
            <a:lvl1pPr algn="l">
              <a:buNone/>
              <a:defRPr sz="3750" b="1">
                <a:solidFill>
                  <a:srgbClr val="64877F"/>
                </a:solidFill>
                <a:latin typeface="Helvetica Neue"/>
                <a:ea typeface="Helvetica Neue"/>
                <a:cs typeface="Helvetica Neue"/>
              </a:defRPr>
            </a:lvl1pPr>
            <a:lvl2pPr algn="l">
              <a:buNone/>
              <a:defRPr sz="3750" b="1">
                <a:solidFill>
                  <a:srgbClr val="64877F"/>
                </a:solidFill>
                <a:latin typeface="Helvetica Neue"/>
                <a:ea typeface="Helvetica Neue"/>
                <a:cs typeface="Helvetica Neue"/>
              </a:defRPr>
            </a:lvl2pPr>
            <a:lvl3pPr algn="l">
              <a:buNone/>
              <a:defRPr sz="3750" b="1">
                <a:solidFill>
                  <a:srgbClr val="64877F"/>
                </a:solidFill>
                <a:latin typeface="Helvetica Neue"/>
                <a:ea typeface="Helvetica Neue"/>
                <a:cs typeface="Helvetica Neue"/>
              </a:defRPr>
            </a:lvl3pPr>
            <a:lvl4pPr algn="l">
              <a:buNone/>
              <a:defRPr sz="3750" b="1">
                <a:solidFill>
                  <a:srgbClr val="64877F"/>
                </a:solidFill>
                <a:latin typeface="Helvetica Neue"/>
                <a:ea typeface="Helvetica Neue"/>
                <a:cs typeface="Helvetica Neue"/>
              </a:defRPr>
            </a:lvl4pPr>
            <a:lvl5pPr algn="l">
              <a:buNone/>
              <a:defRPr sz="3750" b="1">
                <a:solidFill>
                  <a:srgbClr val="64877F"/>
                </a:solidFill>
                <a:latin typeface="Helvetica Neue"/>
                <a:ea typeface="Helvetica Neue"/>
                <a:cs typeface="Helvetica Neue"/>
              </a:defRPr>
            </a:lvl5pPr>
            <a:lvl6pPr algn="l">
              <a:buNone/>
              <a:defRPr sz="3750" b="1">
                <a:solidFill>
                  <a:srgbClr val="64877F"/>
                </a:solidFill>
                <a:latin typeface="Helvetica Neue"/>
                <a:ea typeface="Helvetica Neue"/>
                <a:cs typeface="Helvetica Neue"/>
              </a:defRPr>
            </a:lvl6pPr>
            <a:lvl7pPr algn="l">
              <a:buNone/>
              <a:defRPr sz="3750" b="1">
                <a:solidFill>
                  <a:srgbClr val="64877F"/>
                </a:solidFill>
                <a:latin typeface="Helvetica Neue"/>
                <a:ea typeface="Helvetica Neue"/>
                <a:cs typeface="Helvetica Neue"/>
              </a:defRPr>
            </a:lvl7pPr>
            <a:lvl8pPr algn="l">
              <a:buNone/>
              <a:defRPr sz="3750" b="1">
                <a:solidFill>
                  <a:srgbClr val="64877F"/>
                </a:solidFill>
                <a:latin typeface="Helvetica Neue"/>
                <a:ea typeface="Helvetica Neue"/>
                <a:cs typeface="Helvetica Neue"/>
              </a:defRPr>
            </a:lvl8pPr>
            <a:lvl9pPr algn="l">
              <a:buNone/>
              <a:defRPr sz="3750" b="1">
                <a:solidFill>
                  <a:srgbClr val="64877F"/>
                </a:solidFill>
                <a:latin typeface="Helvetica Neue"/>
                <a:ea typeface="Helvetica Neue"/>
                <a:cs typeface="Helvetica Neue"/>
              </a:defRPr>
            </a:lvl9pPr>
          </a:lstStyle>
          <a:p xmlns:a="http://schemas.openxmlformats.org/drawingml/2006/main">
            <a:pPr algn="l">
              <a:buNone/>
              <a:defRPr sz="3750" b="1">
                <a:solidFill>
                  <a:srgbClr val="64877F"/>
                </a:solidFill>
                <a:latin typeface="Helvetica Neue"/>
                <a:ea typeface="Helvetica Neue"/>
                <a:cs typeface="Helvetica Neue"/>
              </a:defRPr>
            </a:pPr>
            <a:r>
              <a:rPr sz="3750" b="1">
                <a:solidFill>
                  <a:srgbClr val="64877F"/>
                </a:solidFill>
                <a:latin typeface="Helvetica Neue"/>
                <a:ea typeface="Helvetica Neue"/>
                <a:cs typeface="Helvetica Neue"/>
              </a:rPr>
              <a:t>96.54%</a:t>
            </a:r>
          </a:p>
        </p:txBody>
      </p:sp>
      <p:sp>
        <p:nvSpPr>
          <p:cNvPr id="8" name="Rectangle 7">
            <a:extLst xmlns:a="http://schemas.openxmlformats.org/drawingml/2006/main">
              <a:ext uri="{FF2B5EF4-FFF2-40B4-BE49-F238E27FC236}">
                <a16:creationId xmlns:a16="http://schemas.microsoft.com/office/drawing/2014/main" id="{241A0A7A-0C4B-4CF3-A76E-A3B909F907EC}"/>
              </a:ext>
            </a:extLst>
          </p:cNvPr>
          <p:cNvSpPr>
            <a:spLocks xmlns:a="http://schemas.openxmlformats.org/drawingml/2006/main" noGrp="1"/>
          </p:cNvSpPr>
          <p:nvPr/>
        </p:nvSpPr>
        <p:spPr>
          <a:xfrm xmlns:a="http://schemas.openxmlformats.org/drawingml/2006/main">
            <a:off x="8334375" y="2457450"/>
            <a:ext cx="31432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a:bodyPr>
          <a:lstStyle xmlns:a="http://schemas.openxmlformats.org/drawingml/2006/main">
            <a:defPPr algn="l">
              <a:defRPr sz="1350" b="0">
                <a:solidFill>
                  <a:srgbClr val="63788A"/>
                </a:solidFill>
                <a:latin typeface="Helvetica Neue"/>
                <a:ea typeface="Helvetica Neue"/>
                <a:cs typeface="Helvetica Neue"/>
              </a:defRPr>
            </a:defPPr>
            <a:lvl1pPr algn="l">
              <a:buNone/>
              <a:defRPr sz="1350" b="0">
                <a:solidFill>
                  <a:srgbClr val="63788A"/>
                </a:solidFill>
                <a:latin typeface="Helvetica Neue"/>
                <a:ea typeface="Helvetica Neue"/>
                <a:cs typeface="Helvetica Neue"/>
              </a:defRPr>
            </a:lvl1pPr>
            <a:lvl2pPr algn="l">
              <a:buNone/>
              <a:defRPr sz="1350" b="0">
                <a:solidFill>
                  <a:srgbClr val="63788A"/>
                </a:solidFill>
                <a:latin typeface="Helvetica Neue"/>
                <a:ea typeface="Helvetica Neue"/>
                <a:cs typeface="Helvetica Neue"/>
              </a:defRPr>
            </a:lvl2pPr>
            <a:lvl3pPr algn="l">
              <a:buNone/>
              <a:defRPr sz="1350" b="0">
                <a:solidFill>
                  <a:srgbClr val="63788A"/>
                </a:solidFill>
                <a:latin typeface="Helvetica Neue"/>
                <a:ea typeface="Helvetica Neue"/>
                <a:cs typeface="Helvetica Neue"/>
              </a:defRPr>
            </a:lvl3pPr>
            <a:lvl4pPr algn="l">
              <a:buNone/>
              <a:defRPr sz="1350" b="0">
                <a:solidFill>
                  <a:srgbClr val="63788A"/>
                </a:solidFill>
                <a:latin typeface="Helvetica Neue"/>
                <a:ea typeface="Helvetica Neue"/>
                <a:cs typeface="Helvetica Neue"/>
              </a:defRPr>
            </a:lvl4pPr>
            <a:lvl5pPr algn="l">
              <a:buNone/>
              <a:defRPr sz="1350" b="0">
                <a:solidFill>
                  <a:srgbClr val="63788A"/>
                </a:solidFill>
                <a:latin typeface="Helvetica Neue"/>
                <a:ea typeface="Helvetica Neue"/>
                <a:cs typeface="Helvetica Neue"/>
              </a:defRPr>
            </a:lvl5pPr>
            <a:lvl6pPr algn="l">
              <a:buNone/>
              <a:defRPr sz="1350" b="0">
                <a:solidFill>
                  <a:srgbClr val="63788A"/>
                </a:solidFill>
                <a:latin typeface="Helvetica Neue"/>
                <a:ea typeface="Helvetica Neue"/>
                <a:cs typeface="Helvetica Neue"/>
              </a:defRPr>
            </a:lvl6pPr>
            <a:lvl7pPr algn="l">
              <a:buNone/>
              <a:defRPr sz="1350" b="0">
                <a:solidFill>
                  <a:srgbClr val="63788A"/>
                </a:solidFill>
                <a:latin typeface="Helvetica Neue"/>
                <a:ea typeface="Helvetica Neue"/>
                <a:cs typeface="Helvetica Neue"/>
              </a:defRPr>
            </a:lvl7pPr>
            <a:lvl8pPr algn="l">
              <a:buNone/>
              <a:defRPr sz="1350" b="0">
                <a:solidFill>
                  <a:srgbClr val="63788A"/>
                </a:solidFill>
                <a:latin typeface="Helvetica Neue"/>
                <a:ea typeface="Helvetica Neue"/>
                <a:cs typeface="Helvetica Neue"/>
              </a:defRPr>
            </a:lvl8pPr>
            <a:lvl9pPr algn="l">
              <a:buNone/>
              <a:defRPr sz="1350" b="0">
                <a:solidFill>
                  <a:srgbClr val="63788A"/>
                </a:solidFill>
                <a:latin typeface="Helvetica Neue"/>
                <a:ea typeface="Helvetica Neue"/>
                <a:cs typeface="Helvetica Neue"/>
              </a:defRPr>
            </a:lvl9pPr>
          </a:lstStyle>
          <a:p xmlns:a="http://schemas.openxmlformats.org/drawingml/2006/main">
            <a:pPr algn="l">
              <a:buNone/>
              <a:defRPr sz="1350" b="0">
                <a:solidFill>
                  <a:srgbClr val="63788A"/>
                </a:solidFill>
                <a:latin typeface="Helvetica Neue"/>
                <a:ea typeface="Helvetica Neue"/>
                <a:cs typeface="Helvetica Neue"/>
              </a:defRPr>
            </a:pPr>
            <a:r>
              <a:rPr sz="1350" b="0">
                <a:solidFill>
                  <a:srgbClr val="63788A"/>
                </a:solidFill>
                <a:latin typeface="Helvetica Neue"/>
                <a:ea typeface="Helvetica Neue"/>
                <a:cs typeface="Helvetica Neue"/>
              </a:rPr>
              <a:t>training WAP entries use sentinel 100</a:t>
            </a:r>
          </a:p>
        </p:txBody>
      </p:sp>
      <p:sp>
        <p:nvSpPr>
          <p:cNvPr id="9" name="Rectangle 8">
            <a:extLst xmlns:a="http://schemas.openxmlformats.org/drawingml/2006/main">
              <a:ext uri="{FF2B5EF4-FFF2-40B4-BE49-F238E27FC236}">
                <a16:creationId xmlns:a16="http://schemas.microsoft.com/office/drawing/2014/main" id="{D960E703-D9C0-4E16-B59F-FB6F5196C885}"/>
              </a:ext>
            </a:extLst>
          </p:cNvPr>
          <p:cNvSpPr>
            <a:spLocks xmlns:a="http://schemas.openxmlformats.org/drawingml/2006/main" noGrp="1"/>
          </p:cNvSpPr>
          <p:nvPr/>
        </p:nvSpPr>
        <p:spPr>
          <a:xfrm xmlns:a="http://schemas.openxmlformats.org/drawingml/2006/main">
            <a:off x="8334375" y="3048000"/>
            <a:ext cx="314325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a:bodyPr>
          <a:lstStyle xmlns:a="http://schemas.openxmlformats.org/drawingml/2006/main">
            <a:defPPr algn="l">
              <a:defRPr sz="3750" b="1">
                <a:solidFill>
                  <a:srgbClr val="243A50"/>
                </a:solidFill>
                <a:latin typeface="Helvetica Neue"/>
                <a:ea typeface="Helvetica Neue"/>
                <a:cs typeface="Helvetica Neue"/>
              </a:defRPr>
            </a:defPPr>
            <a:lvl1pPr algn="l">
              <a:buNone/>
              <a:defRPr sz="3750" b="1">
                <a:solidFill>
                  <a:srgbClr val="243A50"/>
                </a:solidFill>
                <a:latin typeface="Helvetica Neue"/>
                <a:ea typeface="Helvetica Neue"/>
                <a:cs typeface="Helvetica Neue"/>
              </a:defRPr>
            </a:lvl1pPr>
            <a:lvl2pPr algn="l">
              <a:buNone/>
              <a:defRPr sz="3750" b="1">
                <a:solidFill>
                  <a:srgbClr val="243A50"/>
                </a:solidFill>
                <a:latin typeface="Helvetica Neue"/>
                <a:ea typeface="Helvetica Neue"/>
                <a:cs typeface="Helvetica Neue"/>
              </a:defRPr>
            </a:lvl2pPr>
            <a:lvl3pPr algn="l">
              <a:buNone/>
              <a:defRPr sz="3750" b="1">
                <a:solidFill>
                  <a:srgbClr val="243A50"/>
                </a:solidFill>
                <a:latin typeface="Helvetica Neue"/>
                <a:ea typeface="Helvetica Neue"/>
                <a:cs typeface="Helvetica Neue"/>
              </a:defRPr>
            </a:lvl3pPr>
            <a:lvl4pPr algn="l">
              <a:buNone/>
              <a:defRPr sz="3750" b="1">
                <a:solidFill>
                  <a:srgbClr val="243A50"/>
                </a:solidFill>
                <a:latin typeface="Helvetica Neue"/>
                <a:ea typeface="Helvetica Neue"/>
                <a:cs typeface="Helvetica Neue"/>
              </a:defRPr>
            </a:lvl4pPr>
            <a:lvl5pPr algn="l">
              <a:buNone/>
              <a:defRPr sz="3750" b="1">
                <a:solidFill>
                  <a:srgbClr val="243A50"/>
                </a:solidFill>
                <a:latin typeface="Helvetica Neue"/>
                <a:ea typeface="Helvetica Neue"/>
                <a:cs typeface="Helvetica Neue"/>
              </a:defRPr>
            </a:lvl5pPr>
            <a:lvl6pPr algn="l">
              <a:buNone/>
              <a:defRPr sz="3750" b="1">
                <a:solidFill>
                  <a:srgbClr val="243A50"/>
                </a:solidFill>
                <a:latin typeface="Helvetica Neue"/>
                <a:ea typeface="Helvetica Neue"/>
                <a:cs typeface="Helvetica Neue"/>
              </a:defRPr>
            </a:lvl6pPr>
            <a:lvl7pPr algn="l">
              <a:buNone/>
              <a:defRPr sz="3750" b="1">
                <a:solidFill>
                  <a:srgbClr val="243A50"/>
                </a:solidFill>
                <a:latin typeface="Helvetica Neue"/>
                <a:ea typeface="Helvetica Neue"/>
                <a:cs typeface="Helvetica Neue"/>
              </a:defRPr>
            </a:lvl7pPr>
            <a:lvl8pPr algn="l">
              <a:buNone/>
              <a:defRPr sz="3750" b="1">
                <a:solidFill>
                  <a:srgbClr val="243A50"/>
                </a:solidFill>
                <a:latin typeface="Helvetica Neue"/>
                <a:ea typeface="Helvetica Neue"/>
                <a:cs typeface="Helvetica Neue"/>
              </a:defRPr>
            </a:lvl8pPr>
            <a:lvl9pPr algn="l">
              <a:buNone/>
              <a:defRPr sz="3750" b="1">
                <a:solidFill>
                  <a:srgbClr val="243A50"/>
                </a:solidFill>
                <a:latin typeface="Helvetica Neue"/>
                <a:ea typeface="Helvetica Neue"/>
                <a:cs typeface="Helvetica Neue"/>
              </a:defRPr>
            </a:lvl9pPr>
          </a:lstStyle>
          <a:p xmlns:a="http://schemas.openxmlformats.org/drawingml/2006/main">
            <a:pPr algn="l">
              <a:buNone/>
              <a:defRPr sz="3750" b="1">
                <a:solidFill>
                  <a:srgbClr val="243A50"/>
                </a:solidFill>
                <a:latin typeface="Helvetica Neue"/>
                <a:ea typeface="Helvetica Neue"/>
                <a:cs typeface="Helvetica Neue"/>
              </a:defRPr>
            </a:pPr>
            <a:r>
              <a:rPr sz="3750" b="1">
                <a:solidFill>
                  <a:srgbClr val="243A50"/>
                </a:solidFill>
                <a:latin typeface="Helvetica Neue"/>
                <a:ea typeface="Helvetica Neue"/>
                <a:cs typeface="Helvetica Neue"/>
              </a:rPr>
              <a:t>637</a:t>
            </a:r>
          </a:p>
        </p:txBody>
      </p:sp>
      <p:sp>
        <p:nvSpPr>
          <p:cNvPr id="10" name="Rectangle 9">
            <a:extLst xmlns:a="http://schemas.openxmlformats.org/drawingml/2006/main">
              <a:ext uri="{FF2B5EF4-FFF2-40B4-BE49-F238E27FC236}">
                <a16:creationId xmlns:a16="http://schemas.microsoft.com/office/drawing/2014/main" id="{01785F42-F135-4B8F-A5AC-C033DFDC48B9}"/>
              </a:ext>
            </a:extLst>
          </p:cNvPr>
          <p:cNvSpPr>
            <a:spLocks xmlns:a="http://schemas.openxmlformats.org/drawingml/2006/main" noGrp="1"/>
          </p:cNvSpPr>
          <p:nvPr/>
        </p:nvSpPr>
        <p:spPr>
          <a:xfrm xmlns:a="http://schemas.openxmlformats.org/drawingml/2006/main">
            <a:off x="8334375" y="3714750"/>
            <a:ext cx="31432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a:bodyPr>
          <a:lstStyle xmlns:a="http://schemas.openxmlformats.org/drawingml/2006/main">
            <a:defPPr algn="l">
              <a:defRPr sz="1350" b="0">
                <a:solidFill>
                  <a:srgbClr val="63788A"/>
                </a:solidFill>
                <a:latin typeface="Helvetica Neue"/>
                <a:ea typeface="Helvetica Neue"/>
                <a:cs typeface="Helvetica Neue"/>
              </a:defRPr>
            </a:defPPr>
            <a:lvl1pPr algn="l">
              <a:buNone/>
              <a:defRPr sz="1350" b="0">
                <a:solidFill>
                  <a:srgbClr val="63788A"/>
                </a:solidFill>
                <a:latin typeface="Helvetica Neue"/>
                <a:ea typeface="Helvetica Neue"/>
                <a:cs typeface="Helvetica Neue"/>
              </a:defRPr>
            </a:lvl1pPr>
            <a:lvl2pPr algn="l">
              <a:buNone/>
              <a:defRPr sz="1350" b="0">
                <a:solidFill>
                  <a:srgbClr val="63788A"/>
                </a:solidFill>
                <a:latin typeface="Helvetica Neue"/>
                <a:ea typeface="Helvetica Neue"/>
                <a:cs typeface="Helvetica Neue"/>
              </a:defRPr>
            </a:lvl2pPr>
            <a:lvl3pPr algn="l">
              <a:buNone/>
              <a:defRPr sz="1350" b="0">
                <a:solidFill>
                  <a:srgbClr val="63788A"/>
                </a:solidFill>
                <a:latin typeface="Helvetica Neue"/>
                <a:ea typeface="Helvetica Neue"/>
                <a:cs typeface="Helvetica Neue"/>
              </a:defRPr>
            </a:lvl3pPr>
            <a:lvl4pPr algn="l">
              <a:buNone/>
              <a:defRPr sz="1350" b="0">
                <a:solidFill>
                  <a:srgbClr val="63788A"/>
                </a:solidFill>
                <a:latin typeface="Helvetica Neue"/>
                <a:ea typeface="Helvetica Neue"/>
                <a:cs typeface="Helvetica Neue"/>
              </a:defRPr>
            </a:lvl4pPr>
            <a:lvl5pPr algn="l">
              <a:buNone/>
              <a:defRPr sz="1350" b="0">
                <a:solidFill>
                  <a:srgbClr val="63788A"/>
                </a:solidFill>
                <a:latin typeface="Helvetica Neue"/>
                <a:ea typeface="Helvetica Neue"/>
                <a:cs typeface="Helvetica Neue"/>
              </a:defRPr>
            </a:lvl5pPr>
            <a:lvl6pPr algn="l">
              <a:buNone/>
              <a:defRPr sz="1350" b="0">
                <a:solidFill>
                  <a:srgbClr val="63788A"/>
                </a:solidFill>
                <a:latin typeface="Helvetica Neue"/>
                <a:ea typeface="Helvetica Neue"/>
                <a:cs typeface="Helvetica Neue"/>
              </a:defRPr>
            </a:lvl6pPr>
            <a:lvl7pPr algn="l">
              <a:buNone/>
              <a:defRPr sz="1350" b="0">
                <a:solidFill>
                  <a:srgbClr val="63788A"/>
                </a:solidFill>
                <a:latin typeface="Helvetica Neue"/>
                <a:ea typeface="Helvetica Neue"/>
                <a:cs typeface="Helvetica Neue"/>
              </a:defRPr>
            </a:lvl7pPr>
            <a:lvl8pPr algn="l">
              <a:buNone/>
              <a:defRPr sz="1350" b="0">
                <a:solidFill>
                  <a:srgbClr val="63788A"/>
                </a:solidFill>
                <a:latin typeface="Helvetica Neue"/>
                <a:ea typeface="Helvetica Neue"/>
                <a:cs typeface="Helvetica Neue"/>
              </a:defRPr>
            </a:lvl8pPr>
            <a:lvl9pPr algn="l">
              <a:buNone/>
              <a:defRPr sz="1350" b="0">
                <a:solidFill>
                  <a:srgbClr val="63788A"/>
                </a:solidFill>
                <a:latin typeface="Helvetica Neue"/>
                <a:ea typeface="Helvetica Neue"/>
                <a:cs typeface="Helvetica Neue"/>
              </a:defRPr>
            </a:lvl9pPr>
          </a:lstStyle>
          <a:p xmlns:a="http://schemas.openxmlformats.org/drawingml/2006/main">
            <a:pPr algn="l">
              <a:buNone/>
              <a:defRPr sz="1350" b="0">
                <a:solidFill>
                  <a:srgbClr val="63788A"/>
                </a:solidFill>
                <a:latin typeface="Helvetica Neue"/>
                <a:ea typeface="Helvetica Neue"/>
                <a:cs typeface="Helvetica Neue"/>
              </a:defRPr>
            </a:pPr>
            <a:r>
              <a:rPr sz="1350" b="0">
                <a:solidFill>
                  <a:srgbClr val="63788A"/>
                </a:solidFill>
                <a:latin typeface="Helvetica Neue"/>
                <a:ea typeface="Helvetica Neue"/>
                <a:cs typeface="Helvetica Neue"/>
              </a:rPr>
              <a:t>exact duplicate training rows retained</a:t>
            </a:r>
          </a:p>
        </p:txBody>
      </p:sp>
      <p:sp>
        <p:nvSpPr>
          <p:cNvPr id="11" name="Rectangle 10">
            <a:extLst xmlns:a="http://schemas.openxmlformats.org/drawingml/2006/main">
              <a:ext uri="{FF2B5EF4-FFF2-40B4-BE49-F238E27FC236}">
                <a16:creationId xmlns:a16="http://schemas.microsoft.com/office/drawing/2014/main" id="{11F6B0E0-49C0-4271-B2F5-33EADEF1675F}"/>
              </a:ext>
            </a:extLst>
          </p:cNvPr>
          <p:cNvSpPr>
            <a:spLocks xmlns:a="http://schemas.openxmlformats.org/drawingml/2006/main" noGrp="1"/>
          </p:cNvSpPr>
          <p:nvPr/>
        </p:nvSpPr>
        <p:spPr>
          <a:xfrm xmlns:a="http://schemas.openxmlformats.org/drawingml/2006/main">
            <a:off x="8334375" y="4295775"/>
            <a:ext cx="314325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a:bodyPr>
          <a:lstStyle xmlns:a="http://schemas.openxmlformats.org/drawingml/2006/main">
            <a:defPPr algn="l">
              <a:defRPr sz="3750" b="1">
                <a:solidFill>
                  <a:srgbClr val="A76F61"/>
                </a:solidFill>
                <a:latin typeface="Helvetica Neue"/>
                <a:ea typeface="Helvetica Neue"/>
                <a:cs typeface="Helvetica Neue"/>
              </a:defRPr>
            </a:defPPr>
            <a:lvl1pPr algn="l">
              <a:buNone/>
              <a:defRPr sz="3750" b="1">
                <a:solidFill>
                  <a:srgbClr val="A76F61"/>
                </a:solidFill>
                <a:latin typeface="Helvetica Neue"/>
                <a:ea typeface="Helvetica Neue"/>
                <a:cs typeface="Helvetica Neue"/>
              </a:defRPr>
            </a:lvl1pPr>
            <a:lvl2pPr algn="l">
              <a:buNone/>
              <a:defRPr sz="3750" b="1">
                <a:solidFill>
                  <a:srgbClr val="A76F61"/>
                </a:solidFill>
                <a:latin typeface="Helvetica Neue"/>
                <a:ea typeface="Helvetica Neue"/>
                <a:cs typeface="Helvetica Neue"/>
              </a:defRPr>
            </a:lvl2pPr>
            <a:lvl3pPr algn="l">
              <a:buNone/>
              <a:defRPr sz="3750" b="1">
                <a:solidFill>
                  <a:srgbClr val="A76F61"/>
                </a:solidFill>
                <a:latin typeface="Helvetica Neue"/>
                <a:ea typeface="Helvetica Neue"/>
                <a:cs typeface="Helvetica Neue"/>
              </a:defRPr>
            </a:lvl3pPr>
            <a:lvl4pPr algn="l">
              <a:buNone/>
              <a:defRPr sz="3750" b="1">
                <a:solidFill>
                  <a:srgbClr val="A76F61"/>
                </a:solidFill>
                <a:latin typeface="Helvetica Neue"/>
                <a:ea typeface="Helvetica Neue"/>
                <a:cs typeface="Helvetica Neue"/>
              </a:defRPr>
            </a:lvl4pPr>
            <a:lvl5pPr algn="l">
              <a:buNone/>
              <a:defRPr sz="3750" b="1">
                <a:solidFill>
                  <a:srgbClr val="A76F61"/>
                </a:solidFill>
                <a:latin typeface="Helvetica Neue"/>
                <a:ea typeface="Helvetica Neue"/>
                <a:cs typeface="Helvetica Neue"/>
              </a:defRPr>
            </a:lvl5pPr>
            <a:lvl6pPr algn="l">
              <a:buNone/>
              <a:defRPr sz="3750" b="1">
                <a:solidFill>
                  <a:srgbClr val="A76F61"/>
                </a:solidFill>
                <a:latin typeface="Helvetica Neue"/>
                <a:ea typeface="Helvetica Neue"/>
                <a:cs typeface="Helvetica Neue"/>
              </a:defRPr>
            </a:lvl6pPr>
            <a:lvl7pPr algn="l">
              <a:buNone/>
              <a:defRPr sz="3750" b="1">
                <a:solidFill>
                  <a:srgbClr val="A76F61"/>
                </a:solidFill>
                <a:latin typeface="Helvetica Neue"/>
                <a:ea typeface="Helvetica Neue"/>
                <a:cs typeface="Helvetica Neue"/>
              </a:defRPr>
            </a:lvl7pPr>
            <a:lvl8pPr algn="l">
              <a:buNone/>
              <a:defRPr sz="3750" b="1">
                <a:solidFill>
                  <a:srgbClr val="A76F61"/>
                </a:solidFill>
                <a:latin typeface="Helvetica Neue"/>
                <a:ea typeface="Helvetica Neue"/>
                <a:cs typeface="Helvetica Neue"/>
              </a:defRPr>
            </a:lvl8pPr>
            <a:lvl9pPr algn="l">
              <a:buNone/>
              <a:defRPr sz="3750" b="1">
                <a:solidFill>
                  <a:srgbClr val="A76F61"/>
                </a:solidFill>
                <a:latin typeface="Helvetica Neue"/>
                <a:ea typeface="Helvetica Neue"/>
                <a:cs typeface="Helvetica Neue"/>
              </a:defRPr>
            </a:lvl9pPr>
          </a:lstStyle>
          <a:p xmlns:a="http://schemas.openxmlformats.org/drawingml/2006/main">
            <a:pPr algn="l">
              <a:buNone/>
              <a:defRPr sz="3750" b="1">
                <a:solidFill>
                  <a:srgbClr val="A76F61"/>
                </a:solidFill>
                <a:latin typeface="Helvetica Neue"/>
                <a:ea typeface="Helvetica Neue"/>
                <a:cs typeface="Helvetica Neue"/>
              </a:defRPr>
            </a:pPr>
            <a:r>
              <a:rPr sz="3750" b="1">
                <a:solidFill>
                  <a:srgbClr val="A76F61"/>
                </a:solidFill>
                <a:latin typeface="Helvetica Neue"/>
                <a:ea typeface="Helvetica Neue"/>
                <a:cs typeface="Helvetica Neue"/>
              </a:rPr>
              <a:t>76</a:t>
            </a:r>
          </a:p>
        </p:txBody>
      </p:sp>
      <p:sp>
        <p:nvSpPr>
          <p:cNvPr id="12" name="Rectangle 11">
            <a:extLst xmlns:a="http://schemas.openxmlformats.org/drawingml/2006/main">
              <a:ext uri="{FF2B5EF4-FFF2-40B4-BE49-F238E27FC236}">
                <a16:creationId xmlns:a16="http://schemas.microsoft.com/office/drawing/2014/main" id="{DD60318B-B501-401A-AC34-5D5D5F574312}"/>
              </a:ext>
            </a:extLst>
          </p:cNvPr>
          <p:cNvSpPr>
            <a:spLocks xmlns:a="http://schemas.openxmlformats.org/drawingml/2006/main" noGrp="1"/>
          </p:cNvSpPr>
          <p:nvPr/>
        </p:nvSpPr>
        <p:spPr>
          <a:xfrm xmlns:a="http://schemas.openxmlformats.org/drawingml/2006/main">
            <a:off x="8334375" y="4962525"/>
            <a:ext cx="31432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a:bodyPr>
          <a:lstStyle xmlns:a="http://schemas.openxmlformats.org/drawingml/2006/main">
            <a:defPPr algn="l">
              <a:defRPr sz="1350" b="0">
                <a:solidFill>
                  <a:srgbClr val="63788A"/>
                </a:solidFill>
                <a:latin typeface="Helvetica Neue"/>
                <a:ea typeface="Helvetica Neue"/>
                <a:cs typeface="Helvetica Neue"/>
              </a:defRPr>
            </a:defPPr>
            <a:lvl1pPr algn="l">
              <a:buNone/>
              <a:defRPr sz="1350" b="0">
                <a:solidFill>
                  <a:srgbClr val="63788A"/>
                </a:solidFill>
                <a:latin typeface="Helvetica Neue"/>
                <a:ea typeface="Helvetica Neue"/>
                <a:cs typeface="Helvetica Neue"/>
              </a:defRPr>
            </a:lvl1pPr>
            <a:lvl2pPr algn="l">
              <a:buNone/>
              <a:defRPr sz="1350" b="0">
                <a:solidFill>
                  <a:srgbClr val="63788A"/>
                </a:solidFill>
                <a:latin typeface="Helvetica Neue"/>
                <a:ea typeface="Helvetica Neue"/>
                <a:cs typeface="Helvetica Neue"/>
              </a:defRPr>
            </a:lvl2pPr>
            <a:lvl3pPr algn="l">
              <a:buNone/>
              <a:defRPr sz="1350" b="0">
                <a:solidFill>
                  <a:srgbClr val="63788A"/>
                </a:solidFill>
                <a:latin typeface="Helvetica Neue"/>
                <a:ea typeface="Helvetica Neue"/>
                <a:cs typeface="Helvetica Neue"/>
              </a:defRPr>
            </a:lvl3pPr>
            <a:lvl4pPr algn="l">
              <a:buNone/>
              <a:defRPr sz="1350" b="0">
                <a:solidFill>
                  <a:srgbClr val="63788A"/>
                </a:solidFill>
                <a:latin typeface="Helvetica Neue"/>
                <a:ea typeface="Helvetica Neue"/>
                <a:cs typeface="Helvetica Neue"/>
              </a:defRPr>
            </a:lvl4pPr>
            <a:lvl5pPr algn="l">
              <a:buNone/>
              <a:defRPr sz="1350" b="0">
                <a:solidFill>
                  <a:srgbClr val="63788A"/>
                </a:solidFill>
                <a:latin typeface="Helvetica Neue"/>
                <a:ea typeface="Helvetica Neue"/>
                <a:cs typeface="Helvetica Neue"/>
              </a:defRPr>
            </a:lvl5pPr>
            <a:lvl6pPr algn="l">
              <a:buNone/>
              <a:defRPr sz="1350" b="0">
                <a:solidFill>
                  <a:srgbClr val="63788A"/>
                </a:solidFill>
                <a:latin typeface="Helvetica Neue"/>
                <a:ea typeface="Helvetica Neue"/>
                <a:cs typeface="Helvetica Neue"/>
              </a:defRPr>
            </a:lvl6pPr>
            <a:lvl7pPr algn="l">
              <a:buNone/>
              <a:defRPr sz="1350" b="0">
                <a:solidFill>
                  <a:srgbClr val="63788A"/>
                </a:solidFill>
                <a:latin typeface="Helvetica Neue"/>
                <a:ea typeface="Helvetica Neue"/>
                <a:cs typeface="Helvetica Neue"/>
              </a:defRPr>
            </a:lvl7pPr>
            <a:lvl8pPr algn="l">
              <a:buNone/>
              <a:defRPr sz="1350" b="0">
                <a:solidFill>
                  <a:srgbClr val="63788A"/>
                </a:solidFill>
                <a:latin typeface="Helvetica Neue"/>
                <a:ea typeface="Helvetica Neue"/>
                <a:cs typeface="Helvetica Neue"/>
              </a:defRPr>
            </a:lvl8pPr>
            <a:lvl9pPr algn="l">
              <a:buNone/>
              <a:defRPr sz="1350" b="0">
                <a:solidFill>
                  <a:srgbClr val="63788A"/>
                </a:solidFill>
                <a:latin typeface="Helvetica Neue"/>
                <a:ea typeface="Helvetica Neue"/>
                <a:cs typeface="Helvetica Neue"/>
              </a:defRPr>
            </a:lvl9pPr>
          </a:lstStyle>
          <a:p xmlns:a="http://schemas.openxmlformats.org/drawingml/2006/main">
            <a:pPr algn="l">
              <a:buNone/>
              <a:defRPr sz="1350" b="0">
                <a:solidFill>
                  <a:srgbClr val="63788A"/>
                </a:solidFill>
                <a:latin typeface="Helvetica Neue"/>
                <a:ea typeface="Helvetica Neue"/>
                <a:cs typeface="Helvetica Neue"/>
              </a:defRPr>
            </a:pPr>
            <a:r>
              <a:rPr sz="1350" b="0">
                <a:solidFill>
                  <a:srgbClr val="63788A"/>
                </a:solidFill>
                <a:latin typeface="Helvetica Neue"/>
                <a:ea typeface="Helvetica Neue"/>
                <a:cs typeface="Helvetica Neue"/>
              </a:rPr>
              <a:t>all-absent training scans retained</a:t>
            </a:r>
          </a:p>
        </p:txBody>
      </p:sp>
      <p:sp>
        <p:nvSpPr>
          <p:cNvPr id="13" name="Rectangle 12">
            <a:extLst xmlns:a="http://schemas.openxmlformats.org/drawingml/2006/main">
              <a:ext uri="{FF2B5EF4-FFF2-40B4-BE49-F238E27FC236}">
                <a16:creationId xmlns:a16="http://schemas.microsoft.com/office/drawing/2014/main" id="{8DBC0854-BBEC-45C2-8328-6583F30597C6}"/>
              </a:ext>
            </a:extLst>
          </p:cNvPr>
          <p:cNvSpPr>
            <a:spLocks xmlns:a="http://schemas.openxmlformats.org/drawingml/2006/main" noGrp="1"/>
          </p:cNvSpPr>
          <p:nvPr/>
        </p:nvSpPr>
        <p:spPr>
          <a:xfrm xmlns:a="http://schemas.openxmlformats.org/drawingml/2006/main">
            <a:off x="8334375" y="5591175"/>
            <a:ext cx="314325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a:bodyPr>
          <a:lstStyle xmlns:a="http://schemas.openxmlformats.org/drawingml/2006/main">
            <a:defPPr algn="l">
              <a:defRPr sz="1200" b="0">
                <a:solidFill>
                  <a:srgbClr val="63788A"/>
                </a:solidFill>
                <a:latin typeface="Helvetica Neue"/>
                <a:ea typeface="Helvetica Neue"/>
                <a:cs typeface="Helvetica Neue"/>
              </a:defRPr>
            </a:defPPr>
            <a:lvl1pPr algn="l">
              <a:buNone/>
              <a:defRPr sz="1200" b="0">
                <a:solidFill>
                  <a:srgbClr val="63788A"/>
                </a:solidFill>
                <a:latin typeface="Helvetica Neue"/>
                <a:ea typeface="Helvetica Neue"/>
                <a:cs typeface="Helvetica Neue"/>
              </a:defRPr>
            </a:lvl1pPr>
            <a:lvl2pPr algn="l">
              <a:buNone/>
              <a:defRPr sz="1200" b="0">
                <a:solidFill>
                  <a:srgbClr val="63788A"/>
                </a:solidFill>
                <a:latin typeface="Helvetica Neue"/>
                <a:ea typeface="Helvetica Neue"/>
                <a:cs typeface="Helvetica Neue"/>
              </a:defRPr>
            </a:lvl2pPr>
            <a:lvl3pPr algn="l">
              <a:buNone/>
              <a:defRPr sz="1200" b="0">
                <a:solidFill>
                  <a:srgbClr val="63788A"/>
                </a:solidFill>
                <a:latin typeface="Helvetica Neue"/>
                <a:ea typeface="Helvetica Neue"/>
                <a:cs typeface="Helvetica Neue"/>
              </a:defRPr>
            </a:lvl3pPr>
            <a:lvl4pPr algn="l">
              <a:buNone/>
              <a:defRPr sz="1200" b="0">
                <a:solidFill>
                  <a:srgbClr val="63788A"/>
                </a:solidFill>
                <a:latin typeface="Helvetica Neue"/>
                <a:ea typeface="Helvetica Neue"/>
                <a:cs typeface="Helvetica Neue"/>
              </a:defRPr>
            </a:lvl4pPr>
            <a:lvl5pPr algn="l">
              <a:buNone/>
              <a:defRPr sz="1200" b="0">
                <a:solidFill>
                  <a:srgbClr val="63788A"/>
                </a:solidFill>
                <a:latin typeface="Helvetica Neue"/>
                <a:ea typeface="Helvetica Neue"/>
                <a:cs typeface="Helvetica Neue"/>
              </a:defRPr>
            </a:lvl5pPr>
            <a:lvl6pPr algn="l">
              <a:buNone/>
              <a:defRPr sz="1200" b="0">
                <a:solidFill>
                  <a:srgbClr val="63788A"/>
                </a:solidFill>
                <a:latin typeface="Helvetica Neue"/>
                <a:ea typeface="Helvetica Neue"/>
                <a:cs typeface="Helvetica Neue"/>
              </a:defRPr>
            </a:lvl6pPr>
            <a:lvl7pPr algn="l">
              <a:buNone/>
              <a:defRPr sz="1200" b="0">
                <a:solidFill>
                  <a:srgbClr val="63788A"/>
                </a:solidFill>
                <a:latin typeface="Helvetica Neue"/>
                <a:ea typeface="Helvetica Neue"/>
                <a:cs typeface="Helvetica Neue"/>
              </a:defRPr>
            </a:lvl7pPr>
            <a:lvl8pPr algn="l">
              <a:buNone/>
              <a:defRPr sz="1200" b="0">
                <a:solidFill>
                  <a:srgbClr val="63788A"/>
                </a:solidFill>
                <a:latin typeface="Helvetica Neue"/>
                <a:ea typeface="Helvetica Neue"/>
                <a:cs typeface="Helvetica Neue"/>
              </a:defRPr>
            </a:lvl8pPr>
            <a:lvl9pPr algn="l">
              <a:buNone/>
              <a:defRPr sz="1200" b="0">
                <a:solidFill>
                  <a:srgbClr val="63788A"/>
                </a:solidFill>
                <a:latin typeface="Helvetica Neue"/>
                <a:ea typeface="Helvetica Neue"/>
                <a:cs typeface="Helvetica Neue"/>
              </a:defRPr>
            </a:lvl9pPr>
          </a:lstStyle>
          <a:p xmlns:a="http://schemas.openxmlformats.org/drawingml/2006/main">
            <a:pPr algn="l">
              <a:buNone/>
              <a:defRPr sz="1200" b="0">
                <a:solidFill>
                  <a:srgbClr val="63788A"/>
                </a:solidFill>
                <a:latin typeface="Helvetica Neue"/>
                <a:ea typeface="Helvetica Neue"/>
                <a:cs typeface="Helvetica Neue"/>
              </a:defRPr>
            </a:pPr>
            <a:r>
              <a:rPr sz="1200" b="0">
                <a:solidFill>
                  <a:srgbClr val="63788A"/>
                </a:solidFill>
                <a:latin typeface="Helvetica Neue"/>
                <a:ea typeface="Helvetica Neue"/>
                <a:cs typeface="Helvetica Neue"/>
              </a:rPr>
              <a:t>No blank cells in the supplied files</a:t>
            </a:r>
          </a:p>
        </p:txBody>
      </p:sp>
    </p:spTree>
    <p:extLst>
      <p:ext uri="{BB962C8B-B14F-4D97-AF65-F5344CB8AC3E}">
        <p14:creationId xmlns:p14="http://schemas.microsoft.com/office/powerpoint/2010/main" val="1841727056"/>
      </p:ext>
    </p:extLst>
  </p:cSld>
</p:sld>
</file>

<file path=ppt/slides/slide5.xml><?xml version="1.0" encoding="utf-8"?>
<p:sld xmlns:p="http://schemas.openxmlformats.org/presentationml/2006/main">
  <p:cSld>
    <p:bg>
      <p:bgPr>
        <a:solidFill xmlns:a="http://schemas.openxmlformats.org/drawingml/2006/main">
          <a:srgbClr val="FAF9F6"/>
        </a:solidFill>
      </p:bgPr>
    </p:bg>
    <p:spTree>
      <p:nvGrpSpPr>
        <p:cNvPr id="1" name=""/>
        <p:cNvGrpSpPr/>
        <p:nvPr/>
      </p:nvGrpSpPr>
      <p:grpSpPr>
        <a:xfrm xmlns:a="http://schemas.openxmlformats.org/drawingml/2006/main"/>
      </p:grpSpPr>
      <p:sp>
        <p:nvSpPr>
          <p:cNvPr id="26" name="Rectangle 25">
            <a:extLst xmlns:a="http://schemas.openxmlformats.org/drawingml/2006/main">
              <a:ext uri="{FF2B5EF4-FFF2-40B4-BE49-F238E27FC236}">
                <a16:creationId xmlns:a16="http://schemas.microsoft.com/office/drawing/2014/main" id="{00DD0AA5-F29C-45A3-AA92-6BF82B741B44}"/>
              </a:ext>
            </a:extLst>
          </p:cNvPr>
          <p:cNvSpPr>
            <a:spLocks xmlns:a="http://schemas.openxmlformats.org/drawingml/2006/main" noGrp="1"/>
          </p:cNvSpPr>
          <p:nvPr/>
        </p:nvSpPr>
        <p:spPr>
          <a:xfrm xmlns:a="http://schemas.openxmlformats.org/drawingml/2006/main">
            <a:off x="0" y="0"/>
            <a:ext cx="12192000" cy="104775"/>
          </a:xfrm>
          <a:prstGeom xmlns:a="http://schemas.openxmlformats.org/drawingml/2006/main" prst="rect">
            <a:avLst/>
          </a:prstGeom>
          <a:solidFill xmlns:a="http://schemas.openxmlformats.org/drawingml/2006/main">
            <a:srgbClr val="C7DBD1"/>
          </a:solidFill>
          <a:ln xmlns:a="http://schemas.openxmlformats.org/drawingml/2006/main" w="0">
            <a:noFill/>
            <a:prstDash val="solid"/>
          </a:ln>
        </p:spPr>
      </p:sp>
      <p:sp>
        <p:nvSpPr>
          <p:cNvPr id="2" name="Rectangle 1">
            <a:extLst xmlns:a="http://schemas.openxmlformats.org/drawingml/2006/main">
              <a:ext uri="{FF2B5EF4-FFF2-40B4-BE49-F238E27FC236}">
                <a16:creationId xmlns:a16="http://schemas.microsoft.com/office/drawing/2014/main" id="{B2330F30-A7E5-46C3-9D09-F8A77C0C13DA}"/>
              </a:ext>
            </a:extLst>
          </p:cNvPr>
          <p:cNvSpPr>
            <a:spLocks xmlns:a="http://schemas.openxmlformats.org/drawingml/2006/main" noGrp="1"/>
          </p:cNvSpPr>
          <p:nvPr/>
        </p:nvSpPr>
        <p:spPr>
          <a:xfrm xmlns:a="http://schemas.openxmlformats.org/drawingml/2006/main">
            <a:off x="609600" y="371475"/>
            <a:ext cx="1097280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a:bodyPr>
          <a:lstStyle xmlns:a="http://schemas.openxmlformats.org/drawingml/2006/main">
            <a:defPPr algn="l">
              <a:defRPr sz="2625" b="1">
                <a:solidFill>
                  <a:srgbClr val="243A50"/>
                </a:solidFill>
                <a:latin typeface="Helvetica Neue"/>
                <a:ea typeface="Helvetica Neue"/>
                <a:cs typeface="Helvetica Neue"/>
              </a:defRPr>
            </a:defPPr>
            <a:lvl1pPr algn="l">
              <a:buNone/>
              <a:defRPr sz="2625" b="1">
                <a:solidFill>
                  <a:srgbClr val="243A50"/>
                </a:solidFill>
                <a:latin typeface="Helvetica Neue"/>
                <a:ea typeface="Helvetica Neue"/>
                <a:cs typeface="Helvetica Neue"/>
              </a:defRPr>
            </a:lvl1pPr>
            <a:lvl2pPr algn="l">
              <a:buNone/>
              <a:defRPr sz="2625" b="1">
                <a:solidFill>
                  <a:srgbClr val="243A50"/>
                </a:solidFill>
                <a:latin typeface="Helvetica Neue"/>
                <a:ea typeface="Helvetica Neue"/>
                <a:cs typeface="Helvetica Neue"/>
              </a:defRPr>
            </a:lvl2pPr>
            <a:lvl3pPr algn="l">
              <a:buNone/>
              <a:defRPr sz="2625" b="1">
                <a:solidFill>
                  <a:srgbClr val="243A50"/>
                </a:solidFill>
                <a:latin typeface="Helvetica Neue"/>
                <a:ea typeface="Helvetica Neue"/>
                <a:cs typeface="Helvetica Neue"/>
              </a:defRPr>
            </a:lvl3pPr>
            <a:lvl4pPr algn="l">
              <a:buNone/>
              <a:defRPr sz="2625" b="1">
                <a:solidFill>
                  <a:srgbClr val="243A50"/>
                </a:solidFill>
                <a:latin typeface="Helvetica Neue"/>
                <a:ea typeface="Helvetica Neue"/>
                <a:cs typeface="Helvetica Neue"/>
              </a:defRPr>
            </a:lvl4pPr>
            <a:lvl5pPr algn="l">
              <a:buNone/>
              <a:defRPr sz="2625" b="1">
                <a:solidFill>
                  <a:srgbClr val="243A50"/>
                </a:solidFill>
                <a:latin typeface="Helvetica Neue"/>
                <a:ea typeface="Helvetica Neue"/>
                <a:cs typeface="Helvetica Neue"/>
              </a:defRPr>
            </a:lvl5pPr>
            <a:lvl6pPr algn="l">
              <a:buNone/>
              <a:defRPr sz="2625" b="1">
                <a:solidFill>
                  <a:srgbClr val="243A50"/>
                </a:solidFill>
                <a:latin typeface="Helvetica Neue"/>
                <a:ea typeface="Helvetica Neue"/>
                <a:cs typeface="Helvetica Neue"/>
              </a:defRPr>
            </a:lvl6pPr>
            <a:lvl7pPr algn="l">
              <a:buNone/>
              <a:defRPr sz="2625" b="1">
                <a:solidFill>
                  <a:srgbClr val="243A50"/>
                </a:solidFill>
                <a:latin typeface="Helvetica Neue"/>
                <a:ea typeface="Helvetica Neue"/>
                <a:cs typeface="Helvetica Neue"/>
              </a:defRPr>
            </a:lvl7pPr>
            <a:lvl8pPr algn="l">
              <a:buNone/>
              <a:defRPr sz="2625" b="1">
                <a:solidFill>
                  <a:srgbClr val="243A50"/>
                </a:solidFill>
                <a:latin typeface="Helvetica Neue"/>
                <a:ea typeface="Helvetica Neue"/>
                <a:cs typeface="Helvetica Neue"/>
              </a:defRPr>
            </a:lvl8pPr>
            <a:lvl9pPr algn="l">
              <a:buNone/>
              <a:defRPr sz="2625" b="1">
                <a:solidFill>
                  <a:srgbClr val="243A50"/>
                </a:solidFill>
                <a:latin typeface="Helvetica Neue"/>
                <a:ea typeface="Helvetica Neue"/>
                <a:cs typeface="Helvetica Neue"/>
              </a:defRPr>
            </a:lvl9pPr>
          </a:lstStyle>
          <a:p xmlns:a="http://schemas.openxmlformats.org/drawingml/2006/main">
            <a:pPr algn="l">
              <a:buNone/>
              <a:defRPr sz="2625" b="1">
                <a:solidFill>
                  <a:srgbClr val="243A50"/>
                </a:solidFill>
                <a:latin typeface="Helvetica Neue"/>
                <a:ea typeface="Helvetica Neue"/>
                <a:cs typeface="Helvetica Neue"/>
              </a:defRPr>
            </a:pPr>
            <a:r>
              <a:rPr sz="2625" b="1">
                <a:solidFill>
                  <a:srgbClr val="243A50"/>
                </a:solidFill>
                <a:latin typeface="Helvetica Neue"/>
                <a:ea typeface="Helvetica Neue"/>
                <a:cs typeface="Helvetica Neue"/>
              </a:rPr>
              <a:t>Workstream 1 · Missing-aware preprocessing</a:t>
            </a:r>
          </a:p>
        </p:txBody>
      </p:sp>
      <p:sp>
        <p:nvSpPr>
          <p:cNvPr id="3" name="Rectangle 2">
            <a:extLst xmlns:a="http://schemas.openxmlformats.org/drawingml/2006/main">
              <a:ext uri="{FF2B5EF4-FFF2-40B4-BE49-F238E27FC236}">
                <a16:creationId xmlns:a16="http://schemas.microsoft.com/office/drawing/2014/main" id="{EE5AF7E1-7192-4CF4-8B81-E53D55592BD2}"/>
              </a:ext>
            </a:extLst>
          </p:cNvPr>
          <p:cNvSpPr>
            <a:spLocks xmlns:a="http://schemas.openxmlformats.org/drawingml/2006/main" noGrp="1"/>
          </p:cNvSpPr>
          <p:nvPr/>
        </p:nvSpPr>
        <p:spPr>
          <a:xfrm xmlns:a="http://schemas.openxmlformats.org/drawingml/2006/main">
            <a:off x="628650" y="904875"/>
            <a:ext cx="108394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a:bodyPr>
          <a:lstStyle xmlns:a="http://schemas.openxmlformats.org/drawingml/2006/main">
            <a:defPPr algn="l">
              <a:defRPr sz="1350" b="0">
                <a:solidFill>
                  <a:srgbClr val="63788A"/>
                </a:solidFill>
                <a:latin typeface="Helvetica Neue"/>
                <a:ea typeface="Helvetica Neue"/>
                <a:cs typeface="Helvetica Neue"/>
              </a:defRPr>
            </a:defPPr>
            <a:lvl1pPr algn="l">
              <a:buNone/>
              <a:defRPr sz="1350" b="0">
                <a:solidFill>
                  <a:srgbClr val="63788A"/>
                </a:solidFill>
                <a:latin typeface="Helvetica Neue"/>
                <a:ea typeface="Helvetica Neue"/>
                <a:cs typeface="Helvetica Neue"/>
              </a:defRPr>
            </a:lvl1pPr>
            <a:lvl2pPr algn="l">
              <a:buNone/>
              <a:defRPr sz="1350" b="0">
                <a:solidFill>
                  <a:srgbClr val="63788A"/>
                </a:solidFill>
                <a:latin typeface="Helvetica Neue"/>
                <a:ea typeface="Helvetica Neue"/>
                <a:cs typeface="Helvetica Neue"/>
              </a:defRPr>
            </a:lvl2pPr>
            <a:lvl3pPr algn="l">
              <a:buNone/>
              <a:defRPr sz="1350" b="0">
                <a:solidFill>
                  <a:srgbClr val="63788A"/>
                </a:solidFill>
                <a:latin typeface="Helvetica Neue"/>
                <a:ea typeface="Helvetica Neue"/>
                <a:cs typeface="Helvetica Neue"/>
              </a:defRPr>
            </a:lvl3pPr>
            <a:lvl4pPr algn="l">
              <a:buNone/>
              <a:defRPr sz="1350" b="0">
                <a:solidFill>
                  <a:srgbClr val="63788A"/>
                </a:solidFill>
                <a:latin typeface="Helvetica Neue"/>
                <a:ea typeface="Helvetica Neue"/>
                <a:cs typeface="Helvetica Neue"/>
              </a:defRPr>
            </a:lvl4pPr>
            <a:lvl5pPr algn="l">
              <a:buNone/>
              <a:defRPr sz="1350" b="0">
                <a:solidFill>
                  <a:srgbClr val="63788A"/>
                </a:solidFill>
                <a:latin typeface="Helvetica Neue"/>
                <a:ea typeface="Helvetica Neue"/>
                <a:cs typeface="Helvetica Neue"/>
              </a:defRPr>
            </a:lvl5pPr>
            <a:lvl6pPr algn="l">
              <a:buNone/>
              <a:defRPr sz="1350" b="0">
                <a:solidFill>
                  <a:srgbClr val="63788A"/>
                </a:solidFill>
                <a:latin typeface="Helvetica Neue"/>
                <a:ea typeface="Helvetica Neue"/>
                <a:cs typeface="Helvetica Neue"/>
              </a:defRPr>
            </a:lvl6pPr>
            <a:lvl7pPr algn="l">
              <a:buNone/>
              <a:defRPr sz="1350" b="0">
                <a:solidFill>
                  <a:srgbClr val="63788A"/>
                </a:solidFill>
                <a:latin typeface="Helvetica Neue"/>
                <a:ea typeface="Helvetica Neue"/>
                <a:cs typeface="Helvetica Neue"/>
              </a:defRPr>
            </a:lvl7pPr>
            <a:lvl8pPr algn="l">
              <a:buNone/>
              <a:defRPr sz="1350" b="0">
                <a:solidFill>
                  <a:srgbClr val="63788A"/>
                </a:solidFill>
                <a:latin typeface="Helvetica Neue"/>
                <a:ea typeface="Helvetica Neue"/>
                <a:cs typeface="Helvetica Neue"/>
              </a:defRPr>
            </a:lvl8pPr>
            <a:lvl9pPr algn="l">
              <a:buNone/>
              <a:defRPr sz="1350" b="0">
                <a:solidFill>
                  <a:srgbClr val="63788A"/>
                </a:solidFill>
                <a:latin typeface="Helvetica Neue"/>
                <a:ea typeface="Helvetica Neue"/>
                <a:cs typeface="Helvetica Neue"/>
              </a:defRPr>
            </a:lvl9pPr>
          </a:lstStyle>
          <a:p xmlns:a="http://schemas.openxmlformats.org/drawingml/2006/main">
            <a:pPr algn="l">
              <a:buNone/>
              <a:defRPr sz="1350" b="0">
                <a:solidFill>
                  <a:srgbClr val="63788A"/>
                </a:solidFill>
                <a:latin typeface="Helvetica Neue"/>
                <a:ea typeface="Helvetica Neue"/>
                <a:cs typeface="Helvetica Neue"/>
              </a:defRPr>
            </a:pPr>
            <a:r>
              <a:rPr sz="1350" b="0">
                <a:solidFill>
                  <a:srgbClr val="63788A"/>
                </a:solidFill>
                <a:latin typeface="Helvetica Neue"/>
                <a:ea typeface="Helvetica Neue"/>
                <a:cs typeface="Helvetica Neue"/>
              </a:rPr>
              <a:t>Keep signal strength and signal presence as separate information.</a:t>
            </a:r>
          </a:p>
        </p:txBody>
      </p:sp>
      <p:sp>
        <p:nvSpPr>
          <p:cNvPr id="4" name="Straight Connector 3">
            <a:extLst xmlns:a="http://schemas.openxmlformats.org/drawingml/2006/main">
              <a:ext uri="{FF2B5EF4-FFF2-40B4-BE49-F238E27FC236}">
                <a16:creationId xmlns:a16="http://schemas.microsoft.com/office/drawing/2014/main" id="{2AC0644A-DA2C-47DC-B7F6-CB288822509F}"/>
              </a:ext>
            </a:extLst>
          </p:cNvPr>
          <p:cNvSpPr>
            <a:spLocks xmlns:a="http://schemas.openxmlformats.org/drawingml/2006/main" noGrp="1"/>
          </p:cNvSpPr>
          <p:nvPr/>
        </p:nvSpPr>
        <p:spPr>
          <a:xfrm xmlns:a="http://schemas.openxmlformats.org/drawingml/2006/main">
            <a:off x="609600" y="6381750"/>
            <a:ext cx="10972800" cy="0"/>
          </a:xfrm>
          <a:prstGeom xmlns:a="http://schemas.openxmlformats.org/drawingml/2006/main" prst="line">
            <a:avLst/>
          </a:prstGeom>
          <a:noFill xmlns:a="http://schemas.openxmlformats.org/drawingml/2006/main"/>
          <a:ln xmlns:a="http://schemas.openxmlformats.org/drawingml/2006/main" w="9525">
            <a:solidFill>
              <a:srgbClr val="CBD5DA"/>
            </a:solidFill>
            <a:prstDash val="solid"/>
          </a:ln>
        </p:spPr>
      </p:sp>
      <p:sp>
        <p:nvSpPr>
          <p:cNvPr id="5" name="Rectangle 4">
            <a:extLst xmlns:a="http://schemas.openxmlformats.org/drawingml/2006/main">
              <a:ext uri="{FF2B5EF4-FFF2-40B4-BE49-F238E27FC236}">
                <a16:creationId xmlns:a16="http://schemas.microsoft.com/office/drawing/2014/main" id="{63F07985-8070-43E8-B6E4-1C896A274021}"/>
              </a:ext>
            </a:extLst>
          </p:cNvPr>
          <p:cNvSpPr>
            <a:spLocks xmlns:a="http://schemas.openxmlformats.org/drawingml/2006/main" noGrp="1"/>
          </p:cNvSpPr>
          <p:nvPr/>
        </p:nvSpPr>
        <p:spPr>
          <a:xfrm xmlns:a="http://schemas.openxmlformats.org/drawingml/2006/main">
            <a:off x="609600" y="6477000"/>
            <a:ext cx="109728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a:bodyPr>
          <a:lstStyle xmlns:a="http://schemas.openxmlformats.org/drawingml/2006/main">
            <a:defPPr algn="r">
              <a:defRPr sz="900" b="0">
                <a:solidFill>
                  <a:srgbClr val="63788A"/>
                </a:solidFill>
                <a:latin typeface="Helvetica Neue"/>
                <a:ea typeface="Helvetica Neue"/>
                <a:cs typeface="Helvetica Neue"/>
              </a:defRPr>
            </a:defPPr>
            <a:lvl1pPr algn="r">
              <a:buNone/>
              <a:defRPr sz="900" b="0">
                <a:solidFill>
                  <a:srgbClr val="63788A"/>
                </a:solidFill>
                <a:latin typeface="Helvetica Neue"/>
                <a:ea typeface="Helvetica Neue"/>
                <a:cs typeface="Helvetica Neue"/>
              </a:defRPr>
            </a:lvl1pPr>
            <a:lvl2pPr algn="r">
              <a:buNone/>
              <a:defRPr sz="900" b="0">
                <a:solidFill>
                  <a:srgbClr val="63788A"/>
                </a:solidFill>
                <a:latin typeface="Helvetica Neue"/>
                <a:ea typeface="Helvetica Neue"/>
                <a:cs typeface="Helvetica Neue"/>
              </a:defRPr>
            </a:lvl2pPr>
            <a:lvl3pPr algn="r">
              <a:buNone/>
              <a:defRPr sz="900" b="0">
                <a:solidFill>
                  <a:srgbClr val="63788A"/>
                </a:solidFill>
                <a:latin typeface="Helvetica Neue"/>
                <a:ea typeface="Helvetica Neue"/>
                <a:cs typeface="Helvetica Neue"/>
              </a:defRPr>
            </a:lvl3pPr>
            <a:lvl4pPr algn="r">
              <a:buNone/>
              <a:defRPr sz="900" b="0">
                <a:solidFill>
                  <a:srgbClr val="63788A"/>
                </a:solidFill>
                <a:latin typeface="Helvetica Neue"/>
                <a:ea typeface="Helvetica Neue"/>
                <a:cs typeface="Helvetica Neue"/>
              </a:defRPr>
            </a:lvl4pPr>
            <a:lvl5pPr algn="r">
              <a:buNone/>
              <a:defRPr sz="900" b="0">
                <a:solidFill>
                  <a:srgbClr val="63788A"/>
                </a:solidFill>
                <a:latin typeface="Helvetica Neue"/>
                <a:ea typeface="Helvetica Neue"/>
                <a:cs typeface="Helvetica Neue"/>
              </a:defRPr>
            </a:lvl5pPr>
            <a:lvl6pPr algn="r">
              <a:buNone/>
              <a:defRPr sz="900" b="0">
                <a:solidFill>
                  <a:srgbClr val="63788A"/>
                </a:solidFill>
                <a:latin typeface="Helvetica Neue"/>
                <a:ea typeface="Helvetica Neue"/>
                <a:cs typeface="Helvetica Neue"/>
              </a:defRPr>
            </a:lvl6pPr>
            <a:lvl7pPr algn="r">
              <a:buNone/>
              <a:defRPr sz="900" b="0">
                <a:solidFill>
                  <a:srgbClr val="63788A"/>
                </a:solidFill>
                <a:latin typeface="Helvetica Neue"/>
                <a:ea typeface="Helvetica Neue"/>
                <a:cs typeface="Helvetica Neue"/>
              </a:defRPr>
            </a:lvl7pPr>
            <a:lvl8pPr algn="r">
              <a:buNone/>
              <a:defRPr sz="900" b="0">
                <a:solidFill>
                  <a:srgbClr val="63788A"/>
                </a:solidFill>
                <a:latin typeface="Helvetica Neue"/>
                <a:ea typeface="Helvetica Neue"/>
                <a:cs typeface="Helvetica Neue"/>
              </a:defRPr>
            </a:lvl8pPr>
            <a:lvl9pPr algn="r">
              <a:buNone/>
              <a:defRPr sz="900" b="0">
                <a:solidFill>
                  <a:srgbClr val="63788A"/>
                </a:solidFill>
                <a:latin typeface="Helvetica Neue"/>
                <a:ea typeface="Helvetica Neue"/>
                <a:cs typeface="Helvetica Neue"/>
              </a:defRPr>
            </a:lvl9pPr>
          </a:lstStyle>
          <a:p xmlns:a="http://schemas.openxmlformats.org/drawingml/2006/main">
            <a:pPr algn="r">
              <a:buNone/>
              <a:defRPr sz="900" b="0">
                <a:solidFill>
                  <a:srgbClr val="63788A"/>
                </a:solidFill>
                <a:latin typeface="Helvetica Neue"/>
                <a:ea typeface="Helvetica Neue"/>
                <a:cs typeface="Helvetica Neue"/>
              </a:defRPr>
            </a:pPr>
            <a:r>
              <a:rPr sz="900" b="0">
                <a:solidFill>
                  <a:srgbClr val="63788A"/>
                </a:solidFill>
                <a:latin typeface="Helvetica Neue"/>
                <a:ea typeface="Helvetica Neue"/>
                <a:cs typeface="Helvetica Neue"/>
              </a:rPr>
              <a:t>PROJECT 9  •  AML VIVA  •  05</a:t>
            </a:r>
          </a:p>
        </p:txBody>
      </p:sp>
      <p:sp>
        <p:nvSpPr>
          <p:cNvPr id="6" name="Rounded Rectangle 5">
            <a:extLst xmlns:a="http://schemas.openxmlformats.org/drawingml/2006/main">
              <a:ext uri="{FF2B5EF4-FFF2-40B4-BE49-F238E27FC236}">
                <a16:creationId xmlns:a16="http://schemas.microsoft.com/office/drawing/2014/main" id="{8DCB325C-6097-4E6B-8D0A-52F33074DA43}"/>
              </a:ext>
            </a:extLst>
          </p:cNvPr>
          <p:cNvSpPr>
            <a:spLocks xmlns:a="http://schemas.openxmlformats.org/drawingml/2006/main" noGrp="1"/>
          </p:cNvSpPr>
          <p:nvPr/>
        </p:nvSpPr>
        <p:spPr>
          <a:xfrm xmlns:a="http://schemas.openxmlformats.org/drawingml/2006/main">
            <a:off x="590550" y="2038350"/>
            <a:ext cx="1962150" cy="1562100"/>
          </a:xfrm>
          <a:prstGeom xmlns:a="http://schemas.openxmlformats.org/drawingml/2006/main" prst="roundRect">
            <a:avLst>
              <a:gd name="adj" fmla="val 4878"/>
            </a:avLst>
          </a:prstGeom>
          <a:solidFill xmlns:a="http://schemas.openxmlformats.org/drawingml/2006/main">
            <a:srgbClr val="E8EFF4"/>
          </a:solidFill>
          <a:ln xmlns:a="http://schemas.openxmlformats.org/drawingml/2006/main" w="9525">
            <a:solidFill>
              <a:srgbClr val="CBD5DA"/>
            </a:solidFill>
            <a:prstDash val="solid"/>
          </a:ln>
        </p:spPr>
      </p:sp>
      <p:sp>
        <p:nvSpPr>
          <p:cNvPr id="7" name="Rectangle 6">
            <a:extLst xmlns:a="http://schemas.openxmlformats.org/drawingml/2006/main">
              <a:ext uri="{FF2B5EF4-FFF2-40B4-BE49-F238E27FC236}">
                <a16:creationId xmlns:a16="http://schemas.microsoft.com/office/drawing/2014/main" id="{A2C731D6-CBBD-4EDA-BDE3-FEABB10FC92F}"/>
              </a:ext>
            </a:extLst>
          </p:cNvPr>
          <p:cNvSpPr>
            <a:spLocks xmlns:a="http://schemas.openxmlformats.org/drawingml/2006/main" noGrp="1"/>
          </p:cNvSpPr>
          <p:nvPr/>
        </p:nvSpPr>
        <p:spPr>
          <a:xfrm xmlns:a="http://schemas.openxmlformats.org/drawingml/2006/main">
            <a:off x="704850" y="2152650"/>
            <a:ext cx="1733550" cy="3333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a:bodyPr>
          <a:lstStyle xmlns:a="http://schemas.openxmlformats.org/drawingml/2006/main">
            <a:defPPr algn="ctr">
              <a:defRPr sz="1500" b="1">
                <a:solidFill>
                  <a:srgbClr val="243A50"/>
                </a:solidFill>
                <a:latin typeface="Helvetica Neue"/>
                <a:ea typeface="Helvetica Neue"/>
                <a:cs typeface="Helvetica Neue"/>
              </a:defRPr>
            </a:defPPr>
            <a:lvl1pPr algn="ctr">
              <a:buNone/>
              <a:defRPr sz="1500" b="1">
                <a:solidFill>
                  <a:srgbClr val="243A50"/>
                </a:solidFill>
                <a:latin typeface="Helvetica Neue"/>
                <a:ea typeface="Helvetica Neue"/>
                <a:cs typeface="Helvetica Neue"/>
              </a:defRPr>
            </a:lvl1pPr>
            <a:lvl2pPr algn="ctr">
              <a:buNone/>
              <a:defRPr sz="1500" b="1">
                <a:solidFill>
                  <a:srgbClr val="243A50"/>
                </a:solidFill>
                <a:latin typeface="Helvetica Neue"/>
                <a:ea typeface="Helvetica Neue"/>
                <a:cs typeface="Helvetica Neue"/>
              </a:defRPr>
            </a:lvl2pPr>
            <a:lvl3pPr algn="ctr">
              <a:buNone/>
              <a:defRPr sz="1500" b="1">
                <a:solidFill>
                  <a:srgbClr val="243A50"/>
                </a:solidFill>
                <a:latin typeface="Helvetica Neue"/>
                <a:ea typeface="Helvetica Neue"/>
                <a:cs typeface="Helvetica Neue"/>
              </a:defRPr>
            </a:lvl3pPr>
            <a:lvl4pPr algn="ctr">
              <a:buNone/>
              <a:defRPr sz="1500" b="1">
                <a:solidFill>
                  <a:srgbClr val="243A50"/>
                </a:solidFill>
                <a:latin typeface="Helvetica Neue"/>
                <a:ea typeface="Helvetica Neue"/>
                <a:cs typeface="Helvetica Neue"/>
              </a:defRPr>
            </a:lvl4pPr>
            <a:lvl5pPr algn="ctr">
              <a:buNone/>
              <a:defRPr sz="1500" b="1">
                <a:solidFill>
                  <a:srgbClr val="243A50"/>
                </a:solidFill>
                <a:latin typeface="Helvetica Neue"/>
                <a:ea typeface="Helvetica Neue"/>
                <a:cs typeface="Helvetica Neue"/>
              </a:defRPr>
            </a:lvl5pPr>
            <a:lvl6pPr algn="ctr">
              <a:buNone/>
              <a:defRPr sz="1500" b="1">
                <a:solidFill>
                  <a:srgbClr val="243A50"/>
                </a:solidFill>
                <a:latin typeface="Helvetica Neue"/>
                <a:ea typeface="Helvetica Neue"/>
                <a:cs typeface="Helvetica Neue"/>
              </a:defRPr>
            </a:lvl6pPr>
            <a:lvl7pPr algn="ctr">
              <a:buNone/>
              <a:defRPr sz="1500" b="1">
                <a:solidFill>
                  <a:srgbClr val="243A50"/>
                </a:solidFill>
                <a:latin typeface="Helvetica Neue"/>
                <a:ea typeface="Helvetica Neue"/>
                <a:cs typeface="Helvetica Neue"/>
              </a:defRPr>
            </a:lvl7pPr>
            <a:lvl8pPr algn="ctr">
              <a:buNone/>
              <a:defRPr sz="1500" b="1">
                <a:solidFill>
                  <a:srgbClr val="243A50"/>
                </a:solidFill>
                <a:latin typeface="Helvetica Neue"/>
                <a:ea typeface="Helvetica Neue"/>
                <a:cs typeface="Helvetica Neue"/>
              </a:defRPr>
            </a:lvl8pPr>
            <a:lvl9pPr algn="ctr">
              <a:buNone/>
              <a:defRPr sz="1500" b="1">
                <a:solidFill>
                  <a:srgbClr val="243A50"/>
                </a:solidFill>
                <a:latin typeface="Helvetica Neue"/>
                <a:ea typeface="Helvetica Neue"/>
                <a:cs typeface="Helvetica Neue"/>
              </a:defRPr>
            </a:lvl9pPr>
          </a:lstStyle>
          <a:p xmlns:a="http://schemas.openxmlformats.org/drawingml/2006/main">
            <a:pPr algn="ctr">
              <a:buNone/>
              <a:defRPr sz="1500" b="1">
                <a:solidFill>
                  <a:srgbClr val="243A50"/>
                </a:solidFill>
                <a:latin typeface="Helvetica Neue"/>
                <a:ea typeface="Helvetica Neue"/>
                <a:cs typeface="Helvetica Neue"/>
              </a:defRPr>
            </a:pPr>
            <a:r>
              <a:rPr sz="1500" b="1">
                <a:solidFill>
                  <a:srgbClr val="243A50"/>
                </a:solidFill>
                <a:latin typeface="Helvetica Neue"/>
                <a:ea typeface="Helvetica Neue"/>
                <a:cs typeface="Helvetica Neue"/>
              </a:rPr>
              <a:t>Raw WAP values</a:t>
            </a:r>
          </a:p>
        </p:txBody>
      </p:sp>
      <p:sp>
        <p:nvSpPr>
          <p:cNvPr id="8" name="Rectangle 7">
            <a:extLst xmlns:a="http://schemas.openxmlformats.org/drawingml/2006/main">
              <a:ext uri="{FF2B5EF4-FFF2-40B4-BE49-F238E27FC236}">
                <a16:creationId xmlns:a16="http://schemas.microsoft.com/office/drawing/2014/main" id="{55F76A1C-79F7-40FF-A8D0-80223176C519}"/>
              </a:ext>
            </a:extLst>
          </p:cNvPr>
          <p:cNvSpPr>
            <a:spLocks xmlns:a="http://schemas.openxmlformats.org/drawingml/2006/main" noGrp="1"/>
          </p:cNvSpPr>
          <p:nvPr/>
        </p:nvSpPr>
        <p:spPr>
          <a:xfrm xmlns:a="http://schemas.openxmlformats.org/drawingml/2006/main">
            <a:off x="723900" y="2552700"/>
            <a:ext cx="1695450" cy="952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a:bodyPr>
          <a:lstStyle xmlns:a="http://schemas.openxmlformats.org/drawingml/2006/main">
            <a:defPPr algn="ctr">
              <a:defRPr sz="1200" b="0">
                <a:solidFill>
                  <a:srgbClr val="33485D"/>
                </a:solidFill>
                <a:latin typeface="Helvetica Neue"/>
                <a:ea typeface="Helvetica Neue"/>
                <a:cs typeface="Helvetica Neue"/>
              </a:defRPr>
            </a:defPPr>
            <a:lvl1pPr algn="ctr">
              <a:buNone/>
              <a:defRPr sz="1200" b="0">
                <a:solidFill>
                  <a:srgbClr val="33485D"/>
                </a:solidFill>
                <a:latin typeface="Helvetica Neue"/>
                <a:ea typeface="Helvetica Neue"/>
                <a:cs typeface="Helvetica Neue"/>
              </a:defRPr>
            </a:lvl1pPr>
            <a:lvl2pPr algn="ctr">
              <a:buNone/>
              <a:defRPr sz="1200" b="0">
                <a:solidFill>
                  <a:srgbClr val="33485D"/>
                </a:solidFill>
                <a:latin typeface="Helvetica Neue"/>
                <a:ea typeface="Helvetica Neue"/>
                <a:cs typeface="Helvetica Neue"/>
              </a:defRPr>
            </a:lvl2pPr>
            <a:lvl3pPr algn="ctr">
              <a:buNone/>
              <a:defRPr sz="1200" b="0">
                <a:solidFill>
                  <a:srgbClr val="33485D"/>
                </a:solidFill>
                <a:latin typeface="Helvetica Neue"/>
                <a:ea typeface="Helvetica Neue"/>
                <a:cs typeface="Helvetica Neue"/>
              </a:defRPr>
            </a:lvl3pPr>
            <a:lvl4pPr algn="ctr">
              <a:buNone/>
              <a:defRPr sz="1200" b="0">
                <a:solidFill>
                  <a:srgbClr val="33485D"/>
                </a:solidFill>
                <a:latin typeface="Helvetica Neue"/>
                <a:ea typeface="Helvetica Neue"/>
                <a:cs typeface="Helvetica Neue"/>
              </a:defRPr>
            </a:lvl4pPr>
            <a:lvl5pPr algn="ctr">
              <a:buNone/>
              <a:defRPr sz="1200" b="0">
                <a:solidFill>
                  <a:srgbClr val="33485D"/>
                </a:solidFill>
                <a:latin typeface="Helvetica Neue"/>
                <a:ea typeface="Helvetica Neue"/>
                <a:cs typeface="Helvetica Neue"/>
              </a:defRPr>
            </a:lvl5pPr>
            <a:lvl6pPr algn="ctr">
              <a:buNone/>
              <a:defRPr sz="1200" b="0">
                <a:solidFill>
                  <a:srgbClr val="33485D"/>
                </a:solidFill>
                <a:latin typeface="Helvetica Neue"/>
                <a:ea typeface="Helvetica Neue"/>
                <a:cs typeface="Helvetica Neue"/>
              </a:defRPr>
            </a:lvl6pPr>
            <a:lvl7pPr algn="ctr">
              <a:buNone/>
              <a:defRPr sz="1200" b="0">
                <a:solidFill>
                  <a:srgbClr val="33485D"/>
                </a:solidFill>
                <a:latin typeface="Helvetica Neue"/>
                <a:ea typeface="Helvetica Neue"/>
                <a:cs typeface="Helvetica Neue"/>
              </a:defRPr>
            </a:lvl7pPr>
            <a:lvl8pPr algn="ctr">
              <a:buNone/>
              <a:defRPr sz="1200" b="0">
                <a:solidFill>
                  <a:srgbClr val="33485D"/>
                </a:solidFill>
                <a:latin typeface="Helvetica Neue"/>
                <a:ea typeface="Helvetica Neue"/>
                <a:cs typeface="Helvetica Neue"/>
              </a:defRPr>
            </a:lvl8pPr>
            <a:lvl9pPr algn="ctr">
              <a:buNone/>
              <a:defRPr sz="1200" b="0">
                <a:solidFill>
                  <a:srgbClr val="33485D"/>
                </a:solidFill>
                <a:latin typeface="Helvetica Neue"/>
                <a:ea typeface="Helvetica Neue"/>
                <a:cs typeface="Helvetica Neue"/>
              </a:defRPr>
            </a:lvl9pPr>
          </a:lstStyle>
          <a:p xmlns:a="http://schemas.openxmlformats.org/drawingml/2006/main">
            <a:pPr algn="ctr">
              <a:buNone/>
              <a:defRPr sz="1200" b="0">
                <a:solidFill>
                  <a:srgbClr val="33485D"/>
                </a:solidFill>
                <a:latin typeface="Helvetica Neue"/>
                <a:ea typeface="Helvetica Neue"/>
                <a:cs typeface="Helvetica Neue"/>
              </a:defRPr>
            </a:pPr>
            <a:r>
              <a:rPr sz="1200" b="0">
                <a:solidFill>
                  <a:srgbClr val="33485D"/>
                </a:solidFill>
                <a:latin typeface="Helvetica Neue"/>
                <a:ea typeface="Helvetica Neue"/>
                <a:cs typeface="Helvetica Neue"/>
              </a:rPr>
              <a:t>520 columns</a:t>
            </a:r>
          </a:p>
          <a:p xmlns:a="http://schemas.openxmlformats.org/drawingml/2006/main">
            <a:pPr algn="ctr">
              <a:buNone/>
              <a:defRPr sz="1200" b="0">
                <a:solidFill>
                  <a:srgbClr val="33485D"/>
                </a:solidFill>
                <a:latin typeface="Helvetica Neue"/>
                <a:ea typeface="Helvetica Neue"/>
                <a:cs typeface="Helvetica Neue"/>
              </a:defRPr>
            </a:pPr>
            <a:r>
              <a:rPr sz="1200" b="0">
                <a:solidFill>
                  <a:srgbClr val="33485D"/>
                </a:solidFill>
                <a:latin typeface="Helvetica Neue"/>
                <a:ea typeface="Helvetica Neue"/>
                <a:cs typeface="Helvetica Neue"/>
              </a:rPr>
              <a:t>100 means absent</a:t>
            </a:r>
          </a:p>
        </p:txBody>
      </p:sp>
      <p:sp>
        <p:nvSpPr>
          <p:cNvPr id="9" name="Right Arrow 8">
            <a:extLst xmlns:a="http://schemas.openxmlformats.org/drawingml/2006/main">
              <a:ext uri="{FF2B5EF4-FFF2-40B4-BE49-F238E27FC236}">
                <a16:creationId xmlns:a16="http://schemas.microsoft.com/office/drawing/2014/main" id="{64FE77A6-3D51-4F75-AB0D-66C79747C441}"/>
              </a:ext>
            </a:extLst>
          </p:cNvPr>
          <p:cNvSpPr>
            <a:spLocks xmlns:a="http://schemas.openxmlformats.org/drawingml/2006/main" noGrp="1"/>
          </p:cNvSpPr>
          <p:nvPr/>
        </p:nvSpPr>
        <p:spPr>
          <a:xfrm xmlns:a="http://schemas.openxmlformats.org/drawingml/2006/main">
            <a:off x="2647950" y="2733675"/>
            <a:ext cx="342900" cy="152400"/>
          </a:xfrm>
          <a:prstGeom xmlns:a="http://schemas.openxmlformats.org/drawingml/2006/main" prst="rightArrow">
            <a:avLst/>
          </a:prstGeom>
          <a:solidFill xmlns:a="http://schemas.openxmlformats.org/drawingml/2006/main">
            <a:srgbClr val="64877F"/>
          </a:solidFill>
          <a:ln xmlns:a="http://schemas.openxmlformats.org/drawingml/2006/main" w="0">
            <a:noFill/>
            <a:prstDash val="solid"/>
          </a:ln>
        </p:spPr>
      </p:sp>
      <p:sp>
        <p:nvSpPr>
          <p:cNvPr id="10" name="Rounded Rectangle 9">
            <a:extLst xmlns:a="http://schemas.openxmlformats.org/drawingml/2006/main">
              <a:ext uri="{FF2B5EF4-FFF2-40B4-BE49-F238E27FC236}">
                <a16:creationId xmlns:a16="http://schemas.microsoft.com/office/drawing/2014/main" id="{241DD316-8AC0-4E2C-8724-8CBD02EAAA00}"/>
              </a:ext>
            </a:extLst>
          </p:cNvPr>
          <p:cNvSpPr>
            <a:spLocks xmlns:a="http://schemas.openxmlformats.org/drawingml/2006/main" noGrp="1"/>
          </p:cNvSpPr>
          <p:nvPr/>
        </p:nvSpPr>
        <p:spPr>
          <a:xfrm xmlns:a="http://schemas.openxmlformats.org/drawingml/2006/main">
            <a:off x="3105150" y="2038350"/>
            <a:ext cx="2114550" cy="1562100"/>
          </a:xfrm>
          <a:prstGeom xmlns:a="http://schemas.openxmlformats.org/drawingml/2006/main" prst="roundRect">
            <a:avLst>
              <a:gd name="adj" fmla="val 4878"/>
            </a:avLst>
          </a:prstGeom>
          <a:solidFill xmlns:a="http://schemas.openxmlformats.org/drawingml/2006/main">
            <a:srgbClr val="F1E9DB"/>
          </a:solidFill>
          <a:ln xmlns:a="http://schemas.openxmlformats.org/drawingml/2006/main" w="9525">
            <a:solidFill>
              <a:srgbClr val="CBD5DA"/>
            </a:solidFill>
            <a:prstDash val="solid"/>
          </a:ln>
        </p:spPr>
      </p:sp>
      <p:sp>
        <p:nvSpPr>
          <p:cNvPr id="11" name="Rectangle 10">
            <a:extLst xmlns:a="http://schemas.openxmlformats.org/drawingml/2006/main">
              <a:ext uri="{FF2B5EF4-FFF2-40B4-BE49-F238E27FC236}">
                <a16:creationId xmlns:a16="http://schemas.microsoft.com/office/drawing/2014/main" id="{D246D5F7-E22A-4F39-8149-A9D9158FFD2F}"/>
              </a:ext>
            </a:extLst>
          </p:cNvPr>
          <p:cNvSpPr>
            <a:spLocks xmlns:a="http://schemas.openxmlformats.org/drawingml/2006/main" noGrp="1"/>
          </p:cNvSpPr>
          <p:nvPr/>
        </p:nvSpPr>
        <p:spPr>
          <a:xfrm xmlns:a="http://schemas.openxmlformats.org/drawingml/2006/main">
            <a:off x="3219450" y="2152650"/>
            <a:ext cx="1885950" cy="3333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a:bodyPr>
          <a:lstStyle xmlns:a="http://schemas.openxmlformats.org/drawingml/2006/main">
            <a:defPPr algn="ctr">
              <a:defRPr sz="1500" b="1">
                <a:solidFill>
                  <a:srgbClr val="243A50"/>
                </a:solidFill>
                <a:latin typeface="Helvetica Neue"/>
                <a:ea typeface="Helvetica Neue"/>
                <a:cs typeface="Helvetica Neue"/>
              </a:defRPr>
            </a:defPPr>
            <a:lvl1pPr algn="ctr">
              <a:buNone/>
              <a:defRPr sz="1500" b="1">
                <a:solidFill>
                  <a:srgbClr val="243A50"/>
                </a:solidFill>
                <a:latin typeface="Helvetica Neue"/>
                <a:ea typeface="Helvetica Neue"/>
                <a:cs typeface="Helvetica Neue"/>
              </a:defRPr>
            </a:lvl1pPr>
            <a:lvl2pPr algn="ctr">
              <a:buNone/>
              <a:defRPr sz="1500" b="1">
                <a:solidFill>
                  <a:srgbClr val="243A50"/>
                </a:solidFill>
                <a:latin typeface="Helvetica Neue"/>
                <a:ea typeface="Helvetica Neue"/>
                <a:cs typeface="Helvetica Neue"/>
              </a:defRPr>
            </a:lvl2pPr>
            <a:lvl3pPr algn="ctr">
              <a:buNone/>
              <a:defRPr sz="1500" b="1">
                <a:solidFill>
                  <a:srgbClr val="243A50"/>
                </a:solidFill>
                <a:latin typeface="Helvetica Neue"/>
                <a:ea typeface="Helvetica Neue"/>
                <a:cs typeface="Helvetica Neue"/>
              </a:defRPr>
            </a:lvl3pPr>
            <a:lvl4pPr algn="ctr">
              <a:buNone/>
              <a:defRPr sz="1500" b="1">
                <a:solidFill>
                  <a:srgbClr val="243A50"/>
                </a:solidFill>
                <a:latin typeface="Helvetica Neue"/>
                <a:ea typeface="Helvetica Neue"/>
                <a:cs typeface="Helvetica Neue"/>
              </a:defRPr>
            </a:lvl4pPr>
            <a:lvl5pPr algn="ctr">
              <a:buNone/>
              <a:defRPr sz="1500" b="1">
                <a:solidFill>
                  <a:srgbClr val="243A50"/>
                </a:solidFill>
                <a:latin typeface="Helvetica Neue"/>
                <a:ea typeface="Helvetica Neue"/>
                <a:cs typeface="Helvetica Neue"/>
              </a:defRPr>
            </a:lvl5pPr>
            <a:lvl6pPr algn="ctr">
              <a:buNone/>
              <a:defRPr sz="1500" b="1">
                <a:solidFill>
                  <a:srgbClr val="243A50"/>
                </a:solidFill>
                <a:latin typeface="Helvetica Neue"/>
                <a:ea typeface="Helvetica Neue"/>
                <a:cs typeface="Helvetica Neue"/>
              </a:defRPr>
            </a:lvl6pPr>
            <a:lvl7pPr algn="ctr">
              <a:buNone/>
              <a:defRPr sz="1500" b="1">
                <a:solidFill>
                  <a:srgbClr val="243A50"/>
                </a:solidFill>
                <a:latin typeface="Helvetica Neue"/>
                <a:ea typeface="Helvetica Neue"/>
                <a:cs typeface="Helvetica Neue"/>
              </a:defRPr>
            </a:lvl7pPr>
            <a:lvl8pPr algn="ctr">
              <a:buNone/>
              <a:defRPr sz="1500" b="1">
                <a:solidFill>
                  <a:srgbClr val="243A50"/>
                </a:solidFill>
                <a:latin typeface="Helvetica Neue"/>
                <a:ea typeface="Helvetica Neue"/>
                <a:cs typeface="Helvetica Neue"/>
              </a:defRPr>
            </a:lvl8pPr>
            <a:lvl9pPr algn="ctr">
              <a:buNone/>
              <a:defRPr sz="1500" b="1">
                <a:solidFill>
                  <a:srgbClr val="243A50"/>
                </a:solidFill>
                <a:latin typeface="Helvetica Neue"/>
                <a:ea typeface="Helvetica Neue"/>
                <a:cs typeface="Helvetica Neue"/>
              </a:defRPr>
            </a:lvl9pPr>
          </a:lstStyle>
          <a:p xmlns:a="http://schemas.openxmlformats.org/drawingml/2006/main">
            <a:pPr algn="ctr">
              <a:buNone/>
              <a:defRPr sz="1500" b="1">
                <a:solidFill>
                  <a:srgbClr val="243A50"/>
                </a:solidFill>
                <a:latin typeface="Helvetica Neue"/>
                <a:ea typeface="Helvetica Neue"/>
                <a:cs typeface="Helvetica Neue"/>
              </a:defRPr>
            </a:pPr>
            <a:r>
              <a:rPr sz="1500" b="1">
                <a:solidFill>
                  <a:srgbClr val="243A50"/>
                </a:solidFill>
                <a:latin typeface="Helvetica Neue"/>
                <a:ea typeface="Helvetica Neue"/>
                <a:cs typeface="Helvetica Neue"/>
              </a:rPr>
              <a:t>Decode absence</a:t>
            </a:r>
          </a:p>
        </p:txBody>
      </p:sp>
      <p:sp>
        <p:nvSpPr>
          <p:cNvPr id="12" name="Rectangle 11">
            <a:extLst xmlns:a="http://schemas.openxmlformats.org/drawingml/2006/main">
              <a:ext uri="{FF2B5EF4-FFF2-40B4-BE49-F238E27FC236}">
                <a16:creationId xmlns:a16="http://schemas.microsoft.com/office/drawing/2014/main" id="{98E8923E-2664-4F8B-A3CF-817ED1E0AA46}"/>
              </a:ext>
            </a:extLst>
          </p:cNvPr>
          <p:cNvSpPr>
            <a:spLocks xmlns:a="http://schemas.openxmlformats.org/drawingml/2006/main" noGrp="1"/>
          </p:cNvSpPr>
          <p:nvPr/>
        </p:nvSpPr>
        <p:spPr>
          <a:xfrm xmlns:a="http://schemas.openxmlformats.org/drawingml/2006/main">
            <a:off x="3238500" y="2552700"/>
            <a:ext cx="1847850" cy="952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a:bodyPr>
          <a:lstStyle xmlns:a="http://schemas.openxmlformats.org/drawingml/2006/main">
            <a:defPPr algn="ctr">
              <a:defRPr sz="1200" b="0">
                <a:solidFill>
                  <a:srgbClr val="33485D"/>
                </a:solidFill>
                <a:latin typeface="Helvetica Neue"/>
                <a:ea typeface="Helvetica Neue"/>
                <a:cs typeface="Helvetica Neue"/>
              </a:defRPr>
            </a:defPPr>
            <a:lvl1pPr algn="ctr">
              <a:buNone/>
              <a:defRPr sz="1200" b="0">
                <a:solidFill>
                  <a:srgbClr val="33485D"/>
                </a:solidFill>
                <a:latin typeface="Helvetica Neue"/>
                <a:ea typeface="Helvetica Neue"/>
                <a:cs typeface="Helvetica Neue"/>
              </a:defRPr>
            </a:lvl1pPr>
            <a:lvl2pPr algn="ctr">
              <a:buNone/>
              <a:defRPr sz="1200" b="0">
                <a:solidFill>
                  <a:srgbClr val="33485D"/>
                </a:solidFill>
                <a:latin typeface="Helvetica Neue"/>
                <a:ea typeface="Helvetica Neue"/>
                <a:cs typeface="Helvetica Neue"/>
              </a:defRPr>
            </a:lvl2pPr>
            <a:lvl3pPr algn="ctr">
              <a:buNone/>
              <a:defRPr sz="1200" b="0">
                <a:solidFill>
                  <a:srgbClr val="33485D"/>
                </a:solidFill>
                <a:latin typeface="Helvetica Neue"/>
                <a:ea typeface="Helvetica Neue"/>
                <a:cs typeface="Helvetica Neue"/>
              </a:defRPr>
            </a:lvl3pPr>
            <a:lvl4pPr algn="ctr">
              <a:buNone/>
              <a:defRPr sz="1200" b="0">
                <a:solidFill>
                  <a:srgbClr val="33485D"/>
                </a:solidFill>
                <a:latin typeface="Helvetica Neue"/>
                <a:ea typeface="Helvetica Neue"/>
                <a:cs typeface="Helvetica Neue"/>
              </a:defRPr>
            </a:lvl4pPr>
            <a:lvl5pPr algn="ctr">
              <a:buNone/>
              <a:defRPr sz="1200" b="0">
                <a:solidFill>
                  <a:srgbClr val="33485D"/>
                </a:solidFill>
                <a:latin typeface="Helvetica Neue"/>
                <a:ea typeface="Helvetica Neue"/>
                <a:cs typeface="Helvetica Neue"/>
              </a:defRPr>
            </a:lvl5pPr>
            <a:lvl6pPr algn="ctr">
              <a:buNone/>
              <a:defRPr sz="1200" b="0">
                <a:solidFill>
                  <a:srgbClr val="33485D"/>
                </a:solidFill>
                <a:latin typeface="Helvetica Neue"/>
                <a:ea typeface="Helvetica Neue"/>
                <a:cs typeface="Helvetica Neue"/>
              </a:defRPr>
            </a:lvl6pPr>
            <a:lvl7pPr algn="ctr">
              <a:buNone/>
              <a:defRPr sz="1200" b="0">
                <a:solidFill>
                  <a:srgbClr val="33485D"/>
                </a:solidFill>
                <a:latin typeface="Helvetica Neue"/>
                <a:ea typeface="Helvetica Neue"/>
                <a:cs typeface="Helvetica Neue"/>
              </a:defRPr>
            </a:lvl7pPr>
            <a:lvl8pPr algn="ctr">
              <a:buNone/>
              <a:defRPr sz="1200" b="0">
                <a:solidFill>
                  <a:srgbClr val="33485D"/>
                </a:solidFill>
                <a:latin typeface="Helvetica Neue"/>
                <a:ea typeface="Helvetica Neue"/>
                <a:cs typeface="Helvetica Neue"/>
              </a:defRPr>
            </a:lvl8pPr>
            <a:lvl9pPr algn="ctr">
              <a:buNone/>
              <a:defRPr sz="1200" b="0">
                <a:solidFill>
                  <a:srgbClr val="33485D"/>
                </a:solidFill>
                <a:latin typeface="Helvetica Neue"/>
                <a:ea typeface="Helvetica Neue"/>
                <a:cs typeface="Helvetica Neue"/>
              </a:defRPr>
            </a:lvl9pPr>
          </a:lstStyle>
          <a:p xmlns:a="http://schemas.openxmlformats.org/drawingml/2006/main">
            <a:pPr algn="ctr">
              <a:buNone/>
              <a:defRPr sz="1200" b="0">
                <a:solidFill>
                  <a:srgbClr val="33485D"/>
                </a:solidFill>
                <a:latin typeface="Helvetica Neue"/>
                <a:ea typeface="Helvetica Neue"/>
                <a:cs typeface="Helvetica Neue"/>
              </a:defRPr>
            </a:pPr>
            <a:r>
              <a:rPr sz="1200" b="0">
                <a:solidFill>
                  <a:srgbClr val="33485D"/>
                </a:solidFill>
                <a:latin typeface="Helvetica Neue"/>
                <a:ea typeface="Helvetica Neue"/>
                <a:cs typeface="Helvetica Neue"/>
              </a:rPr>
              <a:t>replace sentinel 100</a:t>
            </a:r>
          </a:p>
          <a:p xmlns:a="http://schemas.openxmlformats.org/drawingml/2006/main">
            <a:pPr algn="ctr">
              <a:buNone/>
              <a:defRPr sz="1200" b="0">
                <a:solidFill>
                  <a:srgbClr val="33485D"/>
                </a:solidFill>
                <a:latin typeface="Helvetica Neue"/>
                <a:ea typeface="Helvetica Neue"/>
                <a:cs typeface="Helvetica Neue"/>
              </a:defRPr>
            </a:pPr>
            <a:r>
              <a:rPr sz="1200" b="0">
                <a:solidFill>
                  <a:srgbClr val="33485D"/>
                </a:solidFill>
                <a:latin typeface="Helvetica Neue"/>
                <a:ea typeface="Helvetica Neue"/>
                <a:cs typeface="Helvetica Neue"/>
              </a:rPr>
              <a:t>with missing state</a:t>
            </a:r>
          </a:p>
        </p:txBody>
      </p:sp>
      <p:sp>
        <p:nvSpPr>
          <p:cNvPr id="13" name="Right Arrow 12">
            <a:extLst xmlns:a="http://schemas.openxmlformats.org/drawingml/2006/main">
              <a:ext uri="{FF2B5EF4-FFF2-40B4-BE49-F238E27FC236}">
                <a16:creationId xmlns:a16="http://schemas.microsoft.com/office/drawing/2014/main" id="{2E463BF6-982D-46DF-BF46-C77C3948F22C}"/>
              </a:ext>
            </a:extLst>
          </p:cNvPr>
          <p:cNvSpPr>
            <a:spLocks xmlns:a="http://schemas.openxmlformats.org/drawingml/2006/main" noGrp="1"/>
          </p:cNvSpPr>
          <p:nvPr/>
        </p:nvSpPr>
        <p:spPr>
          <a:xfrm xmlns:a="http://schemas.openxmlformats.org/drawingml/2006/main">
            <a:off x="5314950" y="2733675"/>
            <a:ext cx="342900" cy="152400"/>
          </a:xfrm>
          <a:prstGeom xmlns:a="http://schemas.openxmlformats.org/drawingml/2006/main" prst="rightArrow">
            <a:avLst/>
          </a:prstGeom>
          <a:solidFill xmlns:a="http://schemas.openxmlformats.org/drawingml/2006/main">
            <a:srgbClr val="64877F"/>
          </a:solidFill>
          <a:ln xmlns:a="http://schemas.openxmlformats.org/drawingml/2006/main" w="0">
            <a:noFill/>
            <a:prstDash val="solid"/>
          </a:ln>
        </p:spPr>
      </p:sp>
      <p:sp>
        <p:nvSpPr>
          <p:cNvPr id="14" name="Rounded Rectangle 13">
            <a:extLst xmlns:a="http://schemas.openxmlformats.org/drawingml/2006/main">
              <a:ext uri="{FF2B5EF4-FFF2-40B4-BE49-F238E27FC236}">
                <a16:creationId xmlns:a16="http://schemas.microsoft.com/office/drawing/2014/main" id="{079EDD81-F36E-4C02-92F8-A01D8AB99A37}"/>
              </a:ext>
            </a:extLst>
          </p:cNvPr>
          <p:cNvSpPr>
            <a:spLocks xmlns:a="http://schemas.openxmlformats.org/drawingml/2006/main" noGrp="1"/>
          </p:cNvSpPr>
          <p:nvPr/>
        </p:nvSpPr>
        <p:spPr>
          <a:xfrm xmlns:a="http://schemas.openxmlformats.org/drawingml/2006/main">
            <a:off x="5772150" y="1685925"/>
            <a:ext cx="2305050" cy="1352550"/>
          </a:xfrm>
          <a:prstGeom xmlns:a="http://schemas.openxmlformats.org/drawingml/2006/main" prst="roundRect">
            <a:avLst>
              <a:gd name="adj" fmla="val 5634"/>
            </a:avLst>
          </a:prstGeom>
          <a:solidFill xmlns:a="http://schemas.openxmlformats.org/drawingml/2006/main">
            <a:srgbClr val="C7DBD1"/>
          </a:solidFill>
          <a:ln xmlns:a="http://schemas.openxmlformats.org/drawingml/2006/main" w="9525">
            <a:solidFill>
              <a:srgbClr val="CBD5DA"/>
            </a:solidFill>
            <a:prstDash val="solid"/>
          </a:ln>
        </p:spPr>
      </p:sp>
      <p:sp>
        <p:nvSpPr>
          <p:cNvPr id="15" name="Rectangle 14">
            <a:extLst xmlns:a="http://schemas.openxmlformats.org/drawingml/2006/main">
              <a:ext uri="{FF2B5EF4-FFF2-40B4-BE49-F238E27FC236}">
                <a16:creationId xmlns:a16="http://schemas.microsoft.com/office/drawing/2014/main" id="{701CA00C-1110-4959-9DD0-5088C88F4BEC}"/>
              </a:ext>
            </a:extLst>
          </p:cNvPr>
          <p:cNvSpPr>
            <a:spLocks xmlns:a="http://schemas.openxmlformats.org/drawingml/2006/main" noGrp="1"/>
          </p:cNvSpPr>
          <p:nvPr/>
        </p:nvSpPr>
        <p:spPr>
          <a:xfrm xmlns:a="http://schemas.openxmlformats.org/drawingml/2006/main">
            <a:off x="5886450" y="1800225"/>
            <a:ext cx="2076450" cy="3333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a:bodyPr>
          <a:lstStyle xmlns:a="http://schemas.openxmlformats.org/drawingml/2006/main">
            <a:defPPr algn="ctr">
              <a:defRPr sz="1500" b="1">
                <a:solidFill>
                  <a:srgbClr val="243A50"/>
                </a:solidFill>
                <a:latin typeface="Helvetica Neue"/>
                <a:ea typeface="Helvetica Neue"/>
                <a:cs typeface="Helvetica Neue"/>
              </a:defRPr>
            </a:defPPr>
            <a:lvl1pPr algn="ctr">
              <a:buNone/>
              <a:defRPr sz="1500" b="1">
                <a:solidFill>
                  <a:srgbClr val="243A50"/>
                </a:solidFill>
                <a:latin typeface="Helvetica Neue"/>
                <a:ea typeface="Helvetica Neue"/>
                <a:cs typeface="Helvetica Neue"/>
              </a:defRPr>
            </a:lvl1pPr>
            <a:lvl2pPr algn="ctr">
              <a:buNone/>
              <a:defRPr sz="1500" b="1">
                <a:solidFill>
                  <a:srgbClr val="243A50"/>
                </a:solidFill>
                <a:latin typeface="Helvetica Neue"/>
                <a:ea typeface="Helvetica Neue"/>
                <a:cs typeface="Helvetica Neue"/>
              </a:defRPr>
            </a:lvl2pPr>
            <a:lvl3pPr algn="ctr">
              <a:buNone/>
              <a:defRPr sz="1500" b="1">
                <a:solidFill>
                  <a:srgbClr val="243A50"/>
                </a:solidFill>
                <a:latin typeface="Helvetica Neue"/>
                <a:ea typeface="Helvetica Neue"/>
                <a:cs typeface="Helvetica Neue"/>
              </a:defRPr>
            </a:lvl3pPr>
            <a:lvl4pPr algn="ctr">
              <a:buNone/>
              <a:defRPr sz="1500" b="1">
                <a:solidFill>
                  <a:srgbClr val="243A50"/>
                </a:solidFill>
                <a:latin typeface="Helvetica Neue"/>
                <a:ea typeface="Helvetica Neue"/>
                <a:cs typeface="Helvetica Neue"/>
              </a:defRPr>
            </a:lvl4pPr>
            <a:lvl5pPr algn="ctr">
              <a:buNone/>
              <a:defRPr sz="1500" b="1">
                <a:solidFill>
                  <a:srgbClr val="243A50"/>
                </a:solidFill>
                <a:latin typeface="Helvetica Neue"/>
                <a:ea typeface="Helvetica Neue"/>
                <a:cs typeface="Helvetica Neue"/>
              </a:defRPr>
            </a:lvl5pPr>
            <a:lvl6pPr algn="ctr">
              <a:buNone/>
              <a:defRPr sz="1500" b="1">
                <a:solidFill>
                  <a:srgbClr val="243A50"/>
                </a:solidFill>
                <a:latin typeface="Helvetica Neue"/>
                <a:ea typeface="Helvetica Neue"/>
                <a:cs typeface="Helvetica Neue"/>
              </a:defRPr>
            </a:lvl6pPr>
            <a:lvl7pPr algn="ctr">
              <a:buNone/>
              <a:defRPr sz="1500" b="1">
                <a:solidFill>
                  <a:srgbClr val="243A50"/>
                </a:solidFill>
                <a:latin typeface="Helvetica Neue"/>
                <a:ea typeface="Helvetica Neue"/>
                <a:cs typeface="Helvetica Neue"/>
              </a:defRPr>
            </a:lvl7pPr>
            <a:lvl8pPr algn="ctr">
              <a:buNone/>
              <a:defRPr sz="1500" b="1">
                <a:solidFill>
                  <a:srgbClr val="243A50"/>
                </a:solidFill>
                <a:latin typeface="Helvetica Neue"/>
                <a:ea typeface="Helvetica Neue"/>
                <a:cs typeface="Helvetica Neue"/>
              </a:defRPr>
            </a:lvl8pPr>
            <a:lvl9pPr algn="ctr">
              <a:buNone/>
              <a:defRPr sz="1500" b="1">
                <a:solidFill>
                  <a:srgbClr val="243A50"/>
                </a:solidFill>
                <a:latin typeface="Helvetica Neue"/>
                <a:ea typeface="Helvetica Neue"/>
                <a:cs typeface="Helvetica Neue"/>
              </a:defRPr>
            </a:lvl9pPr>
          </a:lstStyle>
          <a:p xmlns:a="http://schemas.openxmlformats.org/drawingml/2006/main">
            <a:pPr algn="ctr">
              <a:buNone/>
              <a:defRPr sz="1500" b="1">
                <a:solidFill>
                  <a:srgbClr val="243A50"/>
                </a:solidFill>
                <a:latin typeface="Helvetica Neue"/>
                <a:ea typeface="Helvetica Neue"/>
                <a:cs typeface="Helvetica Neue"/>
              </a:defRPr>
            </a:pPr>
            <a:r>
              <a:rPr sz="1500" b="1">
                <a:solidFill>
                  <a:srgbClr val="243A50"/>
                </a:solidFill>
                <a:latin typeface="Helvetica Neue"/>
                <a:ea typeface="Helvetica Neue"/>
                <a:cs typeface="Helvetica Neue"/>
              </a:rPr>
              <a:t>Scale observed RSSI</a:t>
            </a:r>
          </a:p>
        </p:txBody>
      </p:sp>
      <p:sp>
        <p:nvSpPr>
          <p:cNvPr id="16" name="Rectangle 15">
            <a:extLst xmlns:a="http://schemas.openxmlformats.org/drawingml/2006/main">
              <a:ext uri="{FF2B5EF4-FFF2-40B4-BE49-F238E27FC236}">
                <a16:creationId xmlns:a16="http://schemas.microsoft.com/office/drawing/2014/main" id="{146D667A-157D-4F3C-960E-DC0B714A686F}"/>
              </a:ext>
            </a:extLst>
          </p:cNvPr>
          <p:cNvSpPr>
            <a:spLocks xmlns:a="http://schemas.openxmlformats.org/drawingml/2006/main" noGrp="1"/>
          </p:cNvSpPr>
          <p:nvPr/>
        </p:nvSpPr>
        <p:spPr>
          <a:xfrm xmlns:a="http://schemas.openxmlformats.org/drawingml/2006/main">
            <a:off x="5905500" y="2200275"/>
            <a:ext cx="2038350" cy="742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a:bodyPr>
          <a:lstStyle xmlns:a="http://schemas.openxmlformats.org/drawingml/2006/main">
            <a:defPPr algn="ctr">
              <a:defRPr sz="1200" b="0">
                <a:solidFill>
                  <a:srgbClr val="33485D"/>
                </a:solidFill>
                <a:latin typeface="Helvetica Neue"/>
                <a:ea typeface="Helvetica Neue"/>
                <a:cs typeface="Helvetica Neue"/>
              </a:defRPr>
            </a:defPPr>
            <a:lvl1pPr algn="ctr">
              <a:buNone/>
              <a:defRPr sz="1200" b="0">
                <a:solidFill>
                  <a:srgbClr val="33485D"/>
                </a:solidFill>
                <a:latin typeface="Helvetica Neue"/>
                <a:ea typeface="Helvetica Neue"/>
                <a:cs typeface="Helvetica Neue"/>
              </a:defRPr>
            </a:lvl1pPr>
            <a:lvl2pPr algn="ctr">
              <a:buNone/>
              <a:defRPr sz="1200" b="0">
                <a:solidFill>
                  <a:srgbClr val="33485D"/>
                </a:solidFill>
                <a:latin typeface="Helvetica Neue"/>
                <a:ea typeface="Helvetica Neue"/>
                <a:cs typeface="Helvetica Neue"/>
              </a:defRPr>
            </a:lvl2pPr>
            <a:lvl3pPr algn="ctr">
              <a:buNone/>
              <a:defRPr sz="1200" b="0">
                <a:solidFill>
                  <a:srgbClr val="33485D"/>
                </a:solidFill>
                <a:latin typeface="Helvetica Neue"/>
                <a:ea typeface="Helvetica Neue"/>
                <a:cs typeface="Helvetica Neue"/>
              </a:defRPr>
            </a:lvl3pPr>
            <a:lvl4pPr algn="ctr">
              <a:buNone/>
              <a:defRPr sz="1200" b="0">
                <a:solidFill>
                  <a:srgbClr val="33485D"/>
                </a:solidFill>
                <a:latin typeface="Helvetica Neue"/>
                <a:ea typeface="Helvetica Neue"/>
                <a:cs typeface="Helvetica Neue"/>
              </a:defRPr>
            </a:lvl4pPr>
            <a:lvl5pPr algn="ctr">
              <a:buNone/>
              <a:defRPr sz="1200" b="0">
                <a:solidFill>
                  <a:srgbClr val="33485D"/>
                </a:solidFill>
                <a:latin typeface="Helvetica Neue"/>
                <a:ea typeface="Helvetica Neue"/>
                <a:cs typeface="Helvetica Neue"/>
              </a:defRPr>
            </a:lvl5pPr>
            <a:lvl6pPr algn="ctr">
              <a:buNone/>
              <a:defRPr sz="1200" b="0">
                <a:solidFill>
                  <a:srgbClr val="33485D"/>
                </a:solidFill>
                <a:latin typeface="Helvetica Neue"/>
                <a:ea typeface="Helvetica Neue"/>
                <a:cs typeface="Helvetica Neue"/>
              </a:defRPr>
            </a:lvl6pPr>
            <a:lvl7pPr algn="ctr">
              <a:buNone/>
              <a:defRPr sz="1200" b="0">
                <a:solidFill>
                  <a:srgbClr val="33485D"/>
                </a:solidFill>
                <a:latin typeface="Helvetica Neue"/>
                <a:ea typeface="Helvetica Neue"/>
                <a:cs typeface="Helvetica Neue"/>
              </a:defRPr>
            </a:lvl7pPr>
            <a:lvl8pPr algn="ctr">
              <a:buNone/>
              <a:defRPr sz="1200" b="0">
                <a:solidFill>
                  <a:srgbClr val="33485D"/>
                </a:solidFill>
                <a:latin typeface="Helvetica Neue"/>
                <a:ea typeface="Helvetica Neue"/>
                <a:cs typeface="Helvetica Neue"/>
              </a:defRPr>
            </a:lvl8pPr>
            <a:lvl9pPr algn="ctr">
              <a:buNone/>
              <a:defRPr sz="1200" b="0">
                <a:solidFill>
                  <a:srgbClr val="33485D"/>
                </a:solidFill>
                <a:latin typeface="Helvetica Neue"/>
                <a:ea typeface="Helvetica Neue"/>
                <a:cs typeface="Helvetica Neue"/>
              </a:defRPr>
            </a:lvl9pPr>
          </a:lstStyle>
          <a:p xmlns:a="http://schemas.openxmlformats.org/drawingml/2006/main">
            <a:pPr algn="ctr">
              <a:buNone/>
              <a:defRPr sz="1200" b="0">
                <a:solidFill>
                  <a:srgbClr val="33485D"/>
                </a:solidFill>
                <a:latin typeface="Helvetica Neue"/>
                <a:ea typeface="Helvetica Neue"/>
                <a:cs typeface="Helvetica Neue"/>
              </a:defRPr>
            </a:pPr>
            <a:r>
              <a:rPr sz="1200" b="0">
                <a:solidFill>
                  <a:srgbClr val="33485D"/>
                </a:solidFill>
                <a:latin typeface="Helvetica Neue"/>
                <a:ea typeface="Helvetica Neue"/>
                <a:cs typeface="Helvetica Neue"/>
              </a:rPr>
              <a:t>per-WAP statistics</a:t>
            </a:r>
          </a:p>
          <a:p xmlns:a="http://schemas.openxmlformats.org/drawingml/2006/main">
            <a:pPr algn="ctr">
              <a:buNone/>
              <a:defRPr sz="1200" b="0">
                <a:solidFill>
                  <a:srgbClr val="33485D"/>
                </a:solidFill>
                <a:latin typeface="Helvetica Neue"/>
                <a:ea typeface="Helvetica Neue"/>
                <a:cs typeface="Helvetica Neue"/>
              </a:defRPr>
            </a:pPr>
            <a:r>
              <a:rPr sz="1200" b="0">
                <a:solidFill>
                  <a:srgbClr val="33485D"/>
                </a:solidFill>
                <a:latin typeface="Helvetica Neue"/>
                <a:ea typeface="Helvetica Neue"/>
                <a:cs typeface="Helvetica Neue"/>
              </a:rPr>
              <a:t>from internal train only</a:t>
            </a:r>
          </a:p>
        </p:txBody>
      </p:sp>
      <p:sp>
        <p:nvSpPr>
          <p:cNvPr id="17" name="Rounded Rectangle 16">
            <a:extLst xmlns:a="http://schemas.openxmlformats.org/drawingml/2006/main">
              <a:ext uri="{FF2B5EF4-FFF2-40B4-BE49-F238E27FC236}">
                <a16:creationId xmlns:a16="http://schemas.microsoft.com/office/drawing/2014/main" id="{70C83047-C88B-44CB-BD79-13E91C8F1526}"/>
              </a:ext>
            </a:extLst>
          </p:cNvPr>
          <p:cNvSpPr>
            <a:spLocks xmlns:a="http://schemas.openxmlformats.org/drawingml/2006/main" noGrp="1"/>
          </p:cNvSpPr>
          <p:nvPr/>
        </p:nvSpPr>
        <p:spPr>
          <a:xfrm xmlns:a="http://schemas.openxmlformats.org/drawingml/2006/main">
            <a:off x="5772150" y="3267075"/>
            <a:ext cx="2305050" cy="1352550"/>
          </a:xfrm>
          <a:prstGeom xmlns:a="http://schemas.openxmlformats.org/drawingml/2006/main" prst="roundRect">
            <a:avLst>
              <a:gd name="adj" fmla="val 5634"/>
            </a:avLst>
          </a:prstGeom>
          <a:solidFill xmlns:a="http://schemas.openxmlformats.org/drawingml/2006/main">
            <a:srgbClr val="DCE7ED"/>
          </a:solidFill>
          <a:ln xmlns:a="http://schemas.openxmlformats.org/drawingml/2006/main" w="9525">
            <a:solidFill>
              <a:srgbClr val="CBD5DA"/>
            </a:solidFill>
            <a:prstDash val="solid"/>
          </a:ln>
        </p:spPr>
      </p:sp>
      <p:sp>
        <p:nvSpPr>
          <p:cNvPr id="18" name="Rectangle 17">
            <a:extLst xmlns:a="http://schemas.openxmlformats.org/drawingml/2006/main">
              <a:ext uri="{FF2B5EF4-FFF2-40B4-BE49-F238E27FC236}">
                <a16:creationId xmlns:a16="http://schemas.microsoft.com/office/drawing/2014/main" id="{36918782-88BA-400F-8C11-3CA9FF9C5AD7}"/>
              </a:ext>
            </a:extLst>
          </p:cNvPr>
          <p:cNvSpPr>
            <a:spLocks xmlns:a="http://schemas.openxmlformats.org/drawingml/2006/main" noGrp="1"/>
          </p:cNvSpPr>
          <p:nvPr/>
        </p:nvSpPr>
        <p:spPr>
          <a:xfrm xmlns:a="http://schemas.openxmlformats.org/drawingml/2006/main">
            <a:off x="5886450" y="3381375"/>
            <a:ext cx="2076450" cy="3333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a:bodyPr>
          <a:lstStyle xmlns:a="http://schemas.openxmlformats.org/drawingml/2006/main">
            <a:defPPr algn="ctr">
              <a:defRPr sz="1500" b="1">
                <a:solidFill>
                  <a:srgbClr val="243A50"/>
                </a:solidFill>
                <a:latin typeface="Helvetica Neue"/>
                <a:ea typeface="Helvetica Neue"/>
                <a:cs typeface="Helvetica Neue"/>
              </a:defRPr>
            </a:defPPr>
            <a:lvl1pPr algn="ctr">
              <a:buNone/>
              <a:defRPr sz="1500" b="1">
                <a:solidFill>
                  <a:srgbClr val="243A50"/>
                </a:solidFill>
                <a:latin typeface="Helvetica Neue"/>
                <a:ea typeface="Helvetica Neue"/>
                <a:cs typeface="Helvetica Neue"/>
              </a:defRPr>
            </a:lvl1pPr>
            <a:lvl2pPr algn="ctr">
              <a:buNone/>
              <a:defRPr sz="1500" b="1">
                <a:solidFill>
                  <a:srgbClr val="243A50"/>
                </a:solidFill>
                <a:latin typeface="Helvetica Neue"/>
                <a:ea typeface="Helvetica Neue"/>
                <a:cs typeface="Helvetica Neue"/>
              </a:defRPr>
            </a:lvl2pPr>
            <a:lvl3pPr algn="ctr">
              <a:buNone/>
              <a:defRPr sz="1500" b="1">
                <a:solidFill>
                  <a:srgbClr val="243A50"/>
                </a:solidFill>
                <a:latin typeface="Helvetica Neue"/>
                <a:ea typeface="Helvetica Neue"/>
                <a:cs typeface="Helvetica Neue"/>
              </a:defRPr>
            </a:lvl3pPr>
            <a:lvl4pPr algn="ctr">
              <a:buNone/>
              <a:defRPr sz="1500" b="1">
                <a:solidFill>
                  <a:srgbClr val="243A50"/>
                </a:solidFill>
                <a:latin typeface="Helvetica Neue"/>
                <a:ea typeface="Helvetica Neue"/>
                <a:cs typeface="Helvetica Neue"/>
              </a:defRPr>
            </a:lvl4pPr>
            <a:lvl5pPr algn="ctr">
              <a:buNone/>
              <a:defRPr sz="1500" b="1">
                <a:solidFill>
                  <a:srgbClr val="243A50"/>
                </a:solidFill>
                <a:latin typeface="Helvetica Neue"/>
                <a:ea typeface="Helvetica Neue"/>
                <a:cs typeface="Helvetica Neue"/>
              </a:defRPr>
            </a:lvl5pPr>
            <a:lvl6pPr algn="ctr">
              <a:buNone/>
              <a:defRPr sz="1500" b="1">
                <a:solidFill>
                  <a:srgbClr val="243A50"/>
                </a:solidFill>
                <a:latin typeface="Helvetica Neue"/>
                <a:ea typeface="Helvetica Neue"/>
                <a:cs typeface="Helvetica Neue"/>
              </a:defRPr>
            </a:lvl6pPr>
            <a:lvl7pPr algn="ctr">
              <a:buNone/>
              <a:defRPr sz="1500" b="1">
                <a:solidFill>
                  <a:srgbClr val="243A50"/>
                </a:solidFill>
                <a:latin typeface="Helvetica Neue"/>
                <a:ea typeface="Helvetica Neue"/>
                <a:cs typeface="Helvetica Neue"/>
              </a:defRPr>
            </a:lvl7pPr>
            <a:lvl8pPr algn="ctr">
              <a:buNone/>
              <a:defRPr sz="1500" b="1">
                <a:solidFill>
                  <a:srgbClr val="243A50"/>
                </a:solidFill>
                <a:latin typeface="Helvetica Neue"/>
                <a:ea typeface="Helvetica Neue"/>
                <a:cs typeface="Helvetica Neue"/>
              </a:defRPr>
            </a:lvl8pPr>
            <a:lvl9pPr algn="ctr">
              <a:buNone/>
              <a:defRPr sz="1500" b="1">
                <a:solidFill>
                  <a:srgbClr val="243A50"/>
                </a:solidFill>
                <a:latin typeface="Helvetica Neue"/>
                <a:ea typeface="Helvetica Neue"/>
                <a:cs typeface="Helvetica Neue"/>
              </a:defRPr>
            </a:lvl9pPr>
          </a:lstStyle>
          <a:p xmlns:a="http://schemas.openxmlformats.org/drawingml/2006/main">
            <a:pPr algn="ctr">
              <a:buNone/>
              <a:defRPr sz="1500" b="1">
                <a:solidFill>
                  <a:srgbClr val="243A50"/>
                </a:solidFill>
                <a:latin typeface="Helvetica Neue"/>
                <a:ea typeface="Helvetica Neue"/>
                <a:cs typeface="Helvetica Neue"/>
              </a:defRPr>
            </a:pPr>
            <a:r>
              <a:rPr sz="1500" b="1">
                <a:solidFill>
                  <a:srgbClr val="243A50"/>
                </a:solidFill>
                <a:latin typeface="Helvetica Neue"/>
                <a:ea typeface="Helvetica Neue"/>
                <a:cs typeface="Helvetica Neue"/>
              </a:rPr>
              <a:t>Presence masks</a:t>
            </a:r>
          </a:p>
        </p:txBody>
      </p:sp>
      <p:sp>
        <p:nvSpPr>
          <p:cNvPr id="19" name="Rectangle 18">
            <a:extLst xmlns:a="http://schemas.openxmlformats.org/drawingml/2006/main">
              <a:ext uri="{FF2B5EF4-FFF2-40B4-BE49-F238E27FC236}">
                <a16:creationId xmlns:a16="http://schemas.microsoft.com/office/drawing/2014/main" id="{2F9579C1-B2BB-4815-A126-DF80B154E79A}"/>
              </a:ext>
            </a:extLst>
          </p:cNvPr>
          <p:cNvSpPr>
            <a:spLocks xmlns:a="http://schemas.openxmlformats.org/drawingml/2006/main" noGrp="1"/>
          </p:cNvSpPr>
          <p:nvPr/>
        </p:nvSpPr>
        <p:spPr>
          <a:xfrm xmlns:a="http://schemas.openxmlformats.org/drawingml/2006/main">
            <a:off x="5905500" y="3781425"/>
            <a:ext cx="2038350" cy="742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a:bodyPr>
          <a:lstStyle xmlns:a="http://schemas.openxmlformats.org/drawingml/2006/main">
            <a:defPPr algn="ctr">
              <a:defRPr sz="1200" b="0">
                <a:solidFill>
                  <a:srgbClr val="33485D"/>
                </a:solidFill>
                <a:latin typeface="Helvetica Neue"/>
                <a:ea typeface="Helvetica Neue"/>
                <a:cs typeface="Helvetica Neue"/>
              </a:defRPr>
            </a:defPPr>
            <a:lvl1pPr algn="ctr">
              <a:buNone/>
              <a:defRPr sz="1200" b="0">
                <a:solidFill>
                  <a:srgbClr val="33485D"/>
                </a:solidFill>
                <a:latin typeface="Helvetica Neue"/>
                <a:ea typeface="Helvetica Neue"/>
                <a:cs typeface="Helvetica Neue"/>
              </a:defRPr>
            </a:lvl1pPr>
            <a:lvl2pPr algn="ctr">
              <a:buNone/>
              <a:defRPr sz="1200" b="0">
                <a:solidFill>
                  <a:srgbClr val="33485D"/>
                </a:solidFill>
                <a:latin typeface="Helvetica Neue"/>
                <a:ea typeface="Helvetica Neue"/>
                <a:cs typeface="Helvetica Neue"/>
              </a:defRPr>
            </a:lvl2pPr>
            <a:lvl3pPr algn="ctr">
              <a:buNone/>
              <a:defRPr sz="1200" b="0">
                <a:solidFill>
                  <a:srgbClr val="33485D"/>
                </a:solidFill>
                <a:latin typeface="Helvetica Neue"/>
                <a:ea typeface="Helvetica Neue"/>
                <a:cs typeface="Helvetica Neue"/>
              </a:defRPr>
            </a:lvl3pPr>
            <a:lvl4pPr algn="ctr">
              <a:buNone/>
              <a:defRPr sz="1200" b="0">
                <a:solidFill>
                  <a:srgbClr val="33485D"/>
                </a:solidFill>
                <a:latin typeface="Helvetica Neue"/>
                <a:ea typeface="Helvetica Neue"/>
                <a:cs typeface="Helvetica Neue"/>
              </a:defRPr>
            </a:lvl4pPr>
            <a:lvl5pPr algn="ctr">
              <a:buNone/>
              <a:defRPr sz="1200" b="0">
                <a:solidFill>
                  <a:srgbClr val="33485D"/>
                </a:solidFill>
                <a:latin typeface="Helvetica Neue"/>
                <a:ea typeface="Helvetica Neue"/>
                <a:cs typeface="Helvetica Neue"/>
              </a:defRPr>
            </a:lvl5pPr>
            <a:lvl6pPr algn="ctr">
              <a:buNone/>
              <a:defRPr sz="1200" b="0">
                <a:solidFill>
                  <a:srgbClr val="33485D"/>
                </a:solidFill>
                <a:latin typeface="Helvetica Neue"/>
                <a:ea typeface="Helvetica Neue"/>
                <a:cs typeface="Helvetica Neue"/>
              </a:defRPr>
            </a:lvl6pPr>
            <a:lvl7pPr algn="ctr">
              <a:buNone/>
              <a:defRPr sz="1200" b="0">
                <a:solidFill>
                  <a:srgbClr val="33485D"/>
                </a:solidFill>
                <a:latin typeface="Helvetica Neue"/>
                <a:ea typeface="Helvetica Neue"/>
                <a:cs typeface="Helvetica Neue"/>
              </a:defRPr>
            </a:lvl7pPr>
            <a:lvl8pPr algn="ctr">
              <a:buNone/>
              <a:defRPr sz="1200" b="0">
                <a:solidFill>
                  <a:srgbClr val="33485D"/>
                </a:solidFill>
                <a:latin typeface="Helvetica Neue"/>
                <a:ea typeface="Helvetica Neue"/>
                <a:cs typeface="Helvetica Neue"/>
              </a:defRPr>
            </a:lvl8pPr>
            <a:lvl9pPr algn="ctr">
              <a:buNone/>
              <a:defRPr sz="1200" b="0">
                <a:solidFill>
                  <a:srgbClr val="33485D"/>
                </a:solidFill>
                <a:latin typeface="Helvetica Neue"/>
                <a:ea typeface="Helvetica Neue"/>
                <a:cs typeface="Helvetica Neue"/>
              </a:defRPr>
            </a:lvl9pPr>
          </a:lstStyle>
          <a:p xmlns:a="http://schemas.openxmlformats.org/drawingml/2006/main">
            <a:pPr algn="ctr">
              <a:buNone/>
              <a:defRPr sz="1200" b="0">
                <a:solidFill>
                  <a:srgbClr val="33485D"/>
                </a:solidFill>
                <a:latin typeface="Helvetica Neue"/>
                <a:ea typeface="Helvetica Neue"/>
                <a:cs typeface="Helvetica Neue"/>
              </a:defRPr>
            </a:pPr>
            <a:r>
              <a:rPr sz="1200" b="0">
                <a:solidFill>
                  <a:srgbClr val="33485D"/>
                </a:solidFill>
                <a:latin typeface="Helvetica Neue"/>
                <a:ea typeface="Helvetica Neue"/>
                <a:cs typeface="Helvetica Neue"/>
              </a:rPr>
              <a:t>one binary seen / absent</a:t>
            </a:r>
          </a:p>
          <a:p xmlns:a="http://schemas.openxmlformats.org/drawingml/2006/main">
            <a:pPr algn="ctr">
              <a:buNone/>
              <a:defRPr sz="1200" b="0">
                <a:solidFill>
                  <a:srgbClr val="33485D"/>
                </a:solidFill>
                <a:latin typeface="Helvetica Neue"/>
                <a:ea typeface="Helvetica Neue"/>
                <a:cs typeface="Helvetica Neue"/>
              </a:defRPr>
            </a:pPr>
            <a:r>
              <a:rPr sz="1200" b="0">
                <a:solidFill>
                  <a:srgbClr val="33485D"/>
                </a:solidFill>
                <a:latin typeface="Helvetica Neue"/>
                <a:ea typeface="Helvetica Neue"/>
                <a:cs typeface="Helvetica Neue"/>
              </a:rPr>
              <a:t>flag per WAP</a:t>
            </a:r>
          </a:p>
        </p:txBody>
      </p:sp>
      <p:sp>
        <p:nvSpPr>
          <p:cNvPr id="20" name="Right Arrow 19">
            <a:extLst xmlns:a="http://schemas.openxmlformats.org/drawingml/2006/main">
              <a:ext uri="{FF2B5EF4-FFF2-40B4-BE49-F238E27FC236}">
                <a16:creationId xmlns:a16="http://schemas.microsoft.com/office/drawing/2014/main" id="{3B8EC9D4-C0EE-47A2-BFD2-B6B7B1286401}"/>
              </a:ext>
            </a:extLst>
          </p:cNvPr>
          <p:cNvSpPr>
            <a:spLocks xmlns:a="http://schemas.openxmlformats.org/drawingml/2006/main" noGrp="1"/>
          </p:cNvSpPr>
          <p:nvPr/>
        </p:nvSpPr>
        <p:spPr>
          <a:xfrm xmlns:a="http://schemas.openxmlformats.org/drawingml/2006/main">
            <a:off x="8172450" y="2733675"/>
            <a:ext cx="342900" cy="152400"/>
          </a:xfrm>
          <a:prstGeom xmlns:a="http://schemas.openxmlformats.org/drawingml/2006/main" prst="rightArrow">
            <a:avLst/>
          </a:prstGeom>
          <a:solidFill xmlns:a="http://schemas.openxmlformats.org/drawingml/2006/main">
            <a:srgbClr val="64877F"/>
          </a:solidFill>
          <a:ln xmlns:a="http://schemas.openxmlformats.org/drawingml/2006/main" w="0">
            <a:noFill/>
            <a:prstDash val="solid"/>
          </a:ln>
        </p:spPr>
      </p:sp>
      <p:sp>
        <p:nvSpPr>
          <p:cNvPr id="21" name="Rounded Rectangle 20">
            <a:extLst xmlns:a="http://schemas.openxmlformats.org/drawingml/2006/main">
              <a:ext uri="{FF2B5EF4-FFF2-40B4-BE49-F238E27FC236}">
                <a16:creationId xmlns:a16="http://schemas.microsoft.com/office/drawing/2014/main" id="{4A67536C-AB7A-4695-A76C-9DF749F65C89}"/>
              </a:ext>
            </a:extLst>
          </p:cNvPr>
          <p:cNvSpPr>
            <a:spLocks xmlns:a="http://schemas.openxmlformats.org/drawingml/2006/main" noGrp="1"/>
          </p:cNvSpPr>
          <p:nvPr/>
        </p:nvSpPr>
        <p:spPr>
          <a:xfrm xmlns:a="http://schemas.openxmlformats.org/drawingml/2006/main">
            <a:off x="8620125" y="2038350"/>
            <a:ext cx="2857500" cy="1562100"/>
          </a:xfrm>
          <a:prstGeom xmlns:a="http://schemas.openxmlformats.org/drawingml/2006/main" prst="roundRect">
            <a:avLst>
              <a:gd name="adj" fmla="val 4878"/>
            </a:avLst>
          </a:prstGeom>
          <a:solidFill xmlns:a="http://schemas.openxmlformats.org/drawingml/2006/main">
            <a:srgbClr val="C7DBD1"/>
          </a:solidFill>
          <a:ln xmlns:a="http://schemas.openxmlformats.org/drawingml/2006/main" w="9525">
            <a:solidFill>
              <a:srgbClr val="CBD5DA"/>
            </a:solidFill>
            <a:prstDash val="solid"/>
          </a:ln>
        </p:spPr>
      </p:sp>
      <p:sp>
        <p:nvSpPr>
          <p:cNvPr id="22" name="Rectangle 21">
            <a:extLst xmlns:a="http://schemas.openxmlformats.org/drawingml/2006/main">
              <a:ext uri="{FF2B5EF4-FFF2-40B4-BE49-F238E27FC236}">
                <a16:creationId xmlns:a16="http://schemas.microsoft.com/office/drawing/2014/main" id="{C0987382-00D0-4AD9-8E0D-1764300CDF87}"/>
              </a:ext>
            </a:extLst>
          </p:cNvPr>
          <p:cNvSpPr>
            <a:spLocks xmlns:a="http://schemas.openxmlformats.org/drawingml/2006/main" noGrp="1"/>
          </p:cNvSpPr>
          <p:nvPr/>
        </p:nvSpPr>
        <p:spPr>
          <a:xfrm xmlns:a="http://schemas.openxmlformats.org/drawingml/2006/main">
            <a:off x="8734425" y="2152650"/>
            <a:ext cx="2628900" cy="3333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a:bodyPr>
          <a:lstStyle xmlns:a="http://schemas.openxmlformats.org/drawingml/2006/main">
            <a:defPPr algn="ctr">
              <a:defRPr sz="1500" b="1">
                <a:solidFill>
                  <a:srgbClr val="243A50"/>
                </a:solidFill>
                <a:latin typeface="Helvetica Neue"/>
                <a:ea typeface="Helvetica Neue"/>
                <a:cs typeface="Helvetica Neue"/>
              </a:defRPr>
            </a:defPPr>
            <a:lvl1pPr algn="ctr">
              <a:buNone/>
              <a:defRPr sz="1500" b="1">
                <a:solidFill>
                  <a:srgbClr val="243A50"/>
                </a:solidFill>
                <a:latin typeface="Helvetica Neue"/>
                <a:ea typeface="Helvetica Neue"/>
                <a:cs typeface="Helvetica Neue"/>
              </a:defRPr>
            </a:lvl1pPr>
            <a:lvl2pPr algn="ctr">
              <a:buNone/>
              <a:defRPr sz="1500" b="1">
                <a:solidFill>
                  <a:srgbClr val="243A50"/>
                </a:solidFill>
                <a:latin typeface="Helvetica Neue"/>
                <a:ea typeface="Helvetica Neue"/>
                <a:cs typeface="Helvetica Neue"/>
              </a:defRPr>
            </a:lvl2pPr>
            <a:lvl3pPr algn="ctr">
              <a:buNone/>
              <a:defRPr sz="1500" b="1">
                <a:solidFill>
                  <a:srgbClr val="243A50"/>
                </a:solidFill>
                <a:latin typeface="Helvetica Neue"/>
                <a:ea typeface="Helvetica Neue"/>
                <a:cs typeface="Helvetica Neue"/>
              </a:defRPr>
            </a:lvl3pPr>
            <a:lvl4pPr algn="ctr">
              <a:buNone/>
              <a:defRPr sz="1500" b="1">
                <a:solidFill>
                  <a:srgbClr val="243A50"/>
                </a:solidFill>
                <a:latin typeface="Helvetica Neue"/>
                <a:ea typeface="Helvetica Neue"/>
                <a:cs typeface="Helvetica Neue"/>
              </a:defRPr>
            </a:lvl4pPr>
            <a:lvl5pPr algn="ctr">
              <a:buNone/>
              <a:defRPr sz="1500" b="1">
                <a:solidFill>
                  <a:srgbClr val="243A50"/>
                </a:solidFill>
                <a:latin typeface="Helvetica Neue"/>
                <a:ea typeface="Helvetica Neue"/>
                <a:cs typeface="Helvetica Neue"/>
              </a:defRPr>
            </a:lvl5pPr>
            <a:lvl6pPr algn="ctr">
              <a:buNone/>
              <a:defRPr sz="1500" b="1">
                <a:solidFill>
                  <a:srgbClr val="243A50"/>
                </a:solidFill>
                <a:latin typeface="Helvetica Neue"/>
                <a:ea typeface="Helvetica Neue"/>
                <a:cs typeface="Helvetica Neue"/>
              </a:defRPr>
            </a:lvl6pPr>
            <a:lvl7pPr algn="ctr">
              <a:buNone/>
              <a:defRPr sz="1500" b="1">
                <a:solidFill>
                  <a:srgbClr val="243A50"/>
                </a:solidFill>
                <a:latin typeface="Helvetica Neue"/>
                <a:ea typeface="Helvetica Neue"/>
                <a:cs typeface="Helvetica Neue"/>
              </a:defRPr>
            </a:lvl7pPr>
            <a:lvl8pPr algn="ctr">
              <a:buNone/>
              <a:defRPr sz="1500" b="1">
                <a:solidFill>
                  <a:srgbClr val="243A50"/>
                </a:solidFill>
                <a:latin typeface="Helvetica Neue"/>
                <a:ea typeface="Helvetica Neue"/>
                <a:cs typeface="Helvetica Neue"/>
              </a:defRPr>
            </a:lvl8pPr>
            <a:lvl9pPr algn="ctr">
              <a:buNone/>
              <a:defRPr sz="1500" b="1">
                <a:solidFill>
                  <a:srgbClr val="243A50"/>
                </a:solidFill>
                <a:latin typeface="Helvetica Neue"/>
                <a:ea typeface="Helvetica Neue"/>
                <a:cs typeface="Helvetica Neue"/>
              </a:defRPr>
            </a:lvl9pPr>
          </a:lstStyle>
          <a:p xmlns:a="http://schemas.openxmlformats.org/drawingml/2006/main">
            <a:pPr algn="ctr">
              <a:buNone/>
              <a:defRPr sz="1500" b="1">
                <a:solidFill>
                  <a:srgbClr val="243A50"/>
                </a:solidFill>
                <a:latin typeface="Helvetica Neue"/>
                <a:ea typeface="Helvetica Neue"/>
                <a:cs typeface="Helvetica Neue"/>
              </a:defRPr>
            </a:pPr>
            <a:r>
              <a:rPr sz="1500" b="1">
                <a:solidFill>
                  <a:srgbClr val="243A50"/>
                </a:solidFill>
                <a:latin typeface="Helvetica Neue"/>
                <a:ea typeface="Helvetica Neue"/>
                <a:cs typeface="Helvetica Neue"/>
              </a:rPr>
              <a:t>Shared model table</a:t>
            </a:r>
          </a:p>
        </p:txBody>
      </p:sp>
      <p:sp>
        <p:nvSpPr>
          <p:cNvPr id="23" name="Rectangle 22">
            <a:extLst xmlns:a="http://schemas.openxmlformats.org/drawingml/2006/main">
              <a:ext uri="{FF2B5EF4-FFF2-40B4-BE49-F238E27FC236}">
                <a16:creationId xmlns:a16="http://schemas.microsoft.com/office/drawing/2014/main" id="{616DE4C4-99F3-418D-9AB3-152607D4C991}"/>
              </a:ext>
            </a:extLst>
          </p:cNvPr>
          <p:cNvSpPr>
            <a:spLocks xmlns:a="http://schemas.openxmlformats.org/drawingml/2006/main" noGrp="1"/>
          </p:cNvSpPr>
          <p:nvPr/>
        </p:nvSpPr>
        <p:spPr>
          <a:xfrm xmlns:a="http://schemas.openxmlformats.org/drawingml/2006/main">
            <a:off x="8753475" y="2552700"/>
            <a:ext cx="2590800" cy="952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a:bodyPr>
          <a:lstStyle xmlns:a="http://schemas.openxmlformats.org/drawingml/2006/main">
            <a:defPPr algn="ctr">
              <a:defRPr sz="1200" b="0">
                <a:solidFill>
                  <a:srgbClr val="33485D"/>
                </a:solidFill>
                <a:latin typeface="Helvetica Neue"/>
                <a:ea typeface="Helvetica Neue"/>
                <a:cs typeface="Helvetica Neue"/>
              </a:defRPr>
            </a:defPPr>
            <a:lvl1pPr algn="ctr">
              <a:buNone/>
              <a:defRPr sz="1200" b="0">
                <a:solidFill>
                  <a:srgbClr val="33485D"/>
                </a:solidFill>
                <a:latin typeface="Helvetica Neue"/>
                <a:ea typeface="Helvetica Neue"/>
                <a:cs typeface="Helvetica Neue"/>
              </a:defRPr>
            </a:lvl1pPr>
            <a:lvl2pPr algn="ctr">
              <a:buNone/>
              <a:defRPr sz="1200" b="0">
                <a:solidFill>
                  <a:srgbClr val="33485D"/>
                </a:solidFill>
                <a:latin typeface="Helvetica Neue"/>
                <a:ea typeface="Helvetica Neue"/>
                <a:cs typeface="Helvetica Neue"/>
              </a:defRPr>
            </a:lvl2pPr>
            <a:lvl3pPr algn="ctr">
              <a:buNone/>
              <a:defRPr sz="1200" b="0">
                <a:solidFill>
                  <a:srgbClr val="33485D"/>
                </a:solidFill>
                <a:latin typeface="Helvetica Neue"/>
                <a:ea typeface="Helvetica Neue"/>
                <a:cs typeface="Helvetica Neue"/>
              </a:defRPr>
            </a:lvl3pPr>
            <a:lvl4pPr algn="ctr">
              <a:buNone/>
              <a:defRPr sz="1200" b="0">
                <a:solidFill>
                  <a:srgbClr val="33485D"/>
                </a:solidFill>
                <a:latin typeface="Helvetica Neue"/>
                <a:ea typeface="Helvetica Neue"/>
                <a:cs typeface="Helvetica Neue"/>
              </a:defRPr>
            </a:lvl4pPr>
            <a:lvl5pPr algn="ctr">
              <a:buNone/>
              <a:defRPr sz="1200" b="0">
                <a:solidFill>
                  <a:srgbClr val="33485D"/>
                </a:solidFill>
                <a:latin typeface="Helvetica Neue"/>
                <a:ea typeface="Helvetica Neue"/>
                <a:cs typeface="Helvetica Neue"/>
              </a:defRPr>
            </a:lvl5pPr>
            <a:lvl6pPr algn="ctr">
              <a:buNone/>
              <a:defRPr sz="1200" b="0">
                <a:solidFill>
                  <a:srgbClr val="33485D"/>
                </a:solidFill>
                <a:latin typeface="Helvetica Neue"/>
                <a:ea typeface="Helvetica Neue"/>
                <a:cs typeface="Helvetica Neue"/>
              </a:defRPr>
            </a:lvl6pPr>
            <a:lvl7pPr algn="ctr">
              <a:buNone/>
              <a:defRPr sz="1200" b="0">
                <a:solidFill>
                  <a:srgbClr val="33485D"/>
                </a:solidFill>
                <a:latin typeface="Helvetica Neue"/>
                <a:ea typeface="Helvetica Neue"/>
                <a:cs typeface="Helvetica Neue"/>
              </a:defRPr>
            </a:lvl7pPr>
            <a:lvl8pPr algn="ctr">
              <a:buNone/>
              <a:defRPr sz="1200" b="0">
                <a:solidFill>
                  <a:srgbClr val="33485D"/>
                </a:solidFill>
                <a:latin typeface="Helvetica Neue"/>
                <a:ea typeface="Helvetica Neue"/>
                <a:cs typeface="Helvetica Neue"/>
              </a:defRPr>
            </a:lvl8pPr>
            <a:lvl9pPr algn="ctr">
              <a:buNone/>
              <a:defRPr sz="1200" b="0">
                <a:solidFill>
                  <a:srgbClr val="33485D"/>
                </a:solidFill>
                <a:latin typeface="Helvetica Neue"/>
                <a:ea typeface="Helvetica Neue"/>
                <a:cs typeface="Helvetica Neue"/>
              </a:defRPr>
            </a:lvl9pPr>
          </a:lstStyle>
          <a:p xmlns:a="http://schemas.openxmlformats.org/drawingml/2006/main">
            <a:pPr algn="ctr">
              <a:buNone/>
              <a:defRPr sz="1200" b="0">
                <a:solidFill>
                  <a:srgbClr val="33485D"/>
                </a:solidFill>
                <a:latin typeface="Helvetica Neue"/>
                <a:ea typeface="Helvetica Neue"/>
                <a:cs typeface="Helvetica Neue"/>
              </a:defRPr>
            </a:pPr>
            <a:r>
              <a:rPr sz="1200" b="0">
                <a:solidFill>
                  <a:srgbClr val="33485D"/>
                </a:solidFill>
                <a:latin typeface="Helvetica Neue"/>
                <a:ea typeface="Helvetica Neue"/>
                <a:cs typeface="Helvetica Neue"/>
              </a:rPr>
              <a:t>scaled RSSI + masks</a:t>
            </a:r>
          </a:p>
          <a:p xmlns:a="http://schemas.openxmlformats.org/drawingml/2006/main">
            <a:pPr algn="ctr">
              <a:buNone/>
              <a:defRPr sz="1200" b="0">
                <a:solidFill>
                  <a:srgbClr val="33485D"/>
                </a:solidFill>
                <a:latin typeface="Helvetica Neue"/>
                <a:ea typeface="Helvetica Neue"/>
                <a:cs typeface="Helvetica Neue"/>
              </a:defRPr>
            </a:pPr>
            <a:r>
              <a:rPr sz="1200" b="0">
                <a:solidFill>
                  <a:srgbClr val="33485D"/>
                </a:solidFill>
                <a:latin typeface="Helvetica Neue"/>
                <a:ea typeface="Helvetica Neue"/>
                <a:cs typeface="Helvetica Neue"/>
              </a:rPr>
              <a:t>+ raw-signal summaries</a:t>
            </a:r>
          </a:p>
        </p:txBody>
      </p:sp>
      <p:sp>
        <p:nvSpPr>
          <p:cNvPr id="24" name="Rectangle 23">
            <a:extLst xmlns:a="http://schemas.openxmlformats.org/drawingml/2006/main">
              <a:ext uri="{FF2B5EF4-FFF2-40B4-BE49-F238E27FC236}">
                <a16:creationId xmlns:a16="http://schemas.microsoft.com/office/drawing/2014/main" id="{A83546EB-1E4D-418F-AA8A-AB8A17443FA2}"/>
              </a:ext>
            </a:extLst>
          </p:cNvPr>
          <p:cNvSpPr>
            <a:spLocks xmlns:a="http://schemas.openxmlformats.org/drawingml/2006/main" noGrp="1"/>
          </p:cNvSpPr>
          <p:nvPr/>
        </p:nvSpPr>
        <p:spPr>
          <a:xfrm xmlns:a="http://schemas.openxmlformats.org/drawingml/2006/main">
            <a:off x="742950" y="5086350"/>
            <a:ext cx="105727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a:bodyPr>
          <a:lstStyle xmlns:a="http://schemas.openxmlformats.org/drawingml/2006/main">
            <a:defPPr algn="l">
              <a:defRPr sz="1425" b="1">
                <a:solidFill>
                  <a:srgbClr val="243A50"/>
                </a:solidFill>
                <a:latin typeface="Helvetica Neue"/>
                <a:ea typeface="Helvetica Neue"/>
                <a:cs typeface="Helvetica Neue"/>
              </a:defRPr>
            </a:defPPr>
            <a:lvl1pPr algn="l">
              <a:buNone/>
              <a:defRPr sz="1425" b="1">
                <a:solidFill>
                  <a:srgbClr val="243A50"/>
                </a:solidFill>
                <a:latin typeface="Helvetica Neue"/>
                <a:ea typeface="Helvetica Neue"/>
                <a:cs typeface="Helvetica Neue"/>
              </a:defRPr>
            </a:lvl1pPr>
            <a:lvl2pPr algn="l">
              <a:buNone/>
              <a:defRPr sz="1425" b="1">
                <a:solidFill>
                  <a:srgbClr val="243A50"/>
                </a:solidFill>
                <a:latin typeface="Helvetica Neue"/>
                <a:ea typeface="Helvetica Neue"/>
                <a:cs typeface="Helvetica Neue"/>
              </a:defRPr>
            </a:lvl2pPr>
            <a:lvl3pPr algn="l">
              <a:buNone/>
              <a:defRPr sz="1425" b="1">
                <a:solidFill>
                  <a:srgbClr val="243A50"/>
                </a:solidFill>
                <a:latin typeface="Helvetica Neue"/>
                <a:ea typeface="Helvetica Neue"/>
                <a:cs typeface="Helvetica Neue"/>
              </a:defRPr>
            </a:lvl3pPr>
            <a:lvl4pPr algn="l">
              <a:buNone/>
              <a:defRPr sz="1425" b="1">
                <a:solidFill>
                  <a:srgbClr val="243A50"/>
                </a:solidFill>
                <a:latin typeface="Helvetica Neue"/>
                <a:ea typeface="Helvetica Neue"/>
                <a:cs typeface="Helvetica Neue"/>
              </a:defRPr>
            </a:lvl4pPr>
            <a:lvl5pPr algn="l">
              <a:buNone/>
              <a:defRPr sz="1425" b="1">
                <a:solidFill>
                  <a:srgbClr val="243A50"/>
                </a:solidFill>
                <a:latin typeface="Helvetica Neue"/>
                <a:ea typeface="Helvetica Neue"/>
                <a:cs typeface="Helvetica Neue"/>
              </a:defRPr>
            </a:lvl5pPr>
            <a:lvl6pPr algn="l">
              <a:buNone/>
              <a:defRPr sz="1425" b="1">
                <a:solidFill>
                  <a:srgbClr val="243A50"/>
                </a:solidFill>
                <a:latin typeface="Helvetica Neue"/>
                <a:ea typeface="Helvetica Neue"/>
                <a:cs typeface="Helvetica Neue"/>
              </a:defRPr>
            </a:lvl6pPr>
            <a:lvl7pPr algn="l">
              <a:buNone/>
              <a:defRPr sz="1425" b="1">
                <a:solidFill>
                  <a:srgbClr val="243A50"/>
                </a:solidFill>
                <a:latin typeface="Helvetica Neue"/>
                <a:ea typeface="Helvetica Neue"/>
                <a:cs typeface="Helvetica Neue"/>
              </a:defRPr>
            </a:lvl7pPr>
            <a:lvl8pPr algn="l">
              <a:buNone/>
              <a:defRPr sz="1425" b="1">
                <a:solidFill>
                  <a:srgbClr val="243A50"/>
                </a:solidFill>
                <a:latin typeface="Helvetica Neue"/>
                <a:ea typeface="Helvetica Neue"/>
                <a:cs typeface="Helvetica Neue"/>
              </a:defRPr>
            </a:lvl8pPr>
            <a:lvl9pPr algn="l">
              <a:buNone/>
              <a:defRPr sz="1425" b="1">
                <a:solidFill>
                  <a:srgbClr val="243A50"/>
                </a:solidFill>
                <a:latin typeface="Helvetica Neue"/>
                <a:ea typeface="Helvetica Neue"/>
                <a:cs typeface="Helvetica Neue"/>
              </a:defRPr>
            </a:lvl9pPr>
          </a:lstStyle>
          <a:p xmlns:a="http://schemas.openxmlformats.org/drawingml/2006/main">
            <a:pPr algn="l">
              <a:buNone/>
              <a:defRPr sz="1425" b="1">
                <a:solidFill>
                  <a:srgbClr val="243A50"/>
                </a:solidFill>
                <a:latin typeface="Helvetica Neue"/>
                <a:ea typeface="Helvetica Neue"/>
                <a:cs typeface="Helvetica Neue"/>
              </a:defRPr>
            </a:pPr>
            <a:r>
              <a:rPr sz="1425" b="1">
                <a:solidFill>
                  <a:srgbClr val="243A50"/>
                </a:solidFill>
                <a:latin typeface="Helvetica Neue"/>
                <a:ea typeface="Helvetica Neue"/>
                <a:cs typeface="Helvetica Neue"/>
              </a:rPr>
              <a:t>Apply the learned scaler unchanged to internal validation and held-out rows.</a:t>
            </a:r>
          </a:p>
        </p:txBody>
      </p:sp>
      <p:sp>
        <p:nvSpPr>
          <p:cNvPr id="25" name="Rectangle 24">
            <a:extLst xmlns:a="http://schemas.openxmlformats.org/drawingml/2006/main">
              <a:ext uri="{FF2B5EF4-FFF2-40B4-BE49-F238E27FC236}">
                <a16:creationId xmlns:a16="http://schemas.microsoft.com/office/drawing/2014/main" id="{FB48B7CF-5FA2-4C58-B6CE-BD12AF7FC8E0}"/>
              </a:ext>
            </a:extLst>
          </p:cNvPr>
          <p:cNvSpPr>
            <a:spLocks xmlns:a="http://schemas.openxmlformats.org/drawingml/2006/main" noGrp="1"/>
          </p:cNvSpPr>
          <p:nvPr/>
        </p:nvSpPr>
        <p:spPr>
          <a:xfrm xmlns:a="http://schemas.openxmlformats.org/drawingml/2006/main">
            <a:off x="742950" y="5524500"/>
            <a:ext cx="105727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a:bodyPr>
          <a:lstStyle xmlns:a="http://schemas.openxmlformats.org/drawingml/2006/main">
            <a:defPPr algn="l">
              <a:defRPr sz="1275" b="0">
                <a:solidFill>
                  <a:srgbClr val="63788A"/>
                </a:solidFill>
                <a:latin typeface="Helvetica Neue"/>
                <a:ea typeface="Helvetica Neue"/>
                <a:cs typeface="Helvetica Neue"/>
              </a:defRPr>
            </a:defPPr>
            <a:lvl1pPr algn="l">
              <a:buNone/>
              <a:defRPr sz="1275" b="0">
                <a:solidFill>
                  <a:srgbClr val="63788A"/>
                </a:solidFill>
                <a:latin typeface="Helvetica Neue"/>
                <a:ea typeface="Helvetica Neue"/>
                <a:cs typeface="Helvetica Neue"/>
              </a:defRPr>
            </a:lvl1pPr>
            <a:lvl2pPr algn="l">
              <a:buNone/>
              <a:defRPr sz="1275" b="0">
                <a:solidFill>
                  <a:srgbClr val="63788A"/>
                </a:solidFill>
                <a:latin typeface="Helvetica Neue"/>
                <a:ea typeface="Helvetica Neue"/>
                <a:cs typeface="Helvetica Neue"/>
              </a:defRPr>
            </a:lvl2pPr>
            <a:lvl3pPr algn="l">
              <a:buNone/>
              <a:defRPr sz="1275" b="0">
                <a:solidFill>
                  <a:srgbClr val="63788A"/>
                </a:solidFill>
                <a:latin typeface="Helvetica Neue"/>
                <a:ea typeface="Helvetica Neue"/>
                <a:cs typeface="Helvetica Neue"/>
              </a:defRPr>
            </a:lvl3pPr>
            <a:lvl4pPr algn="l">
              <a:buNone/>
              <a:defRPr sz="1275" b="0">
                <a:solidFill>
                  <a:srgbClr val="63788A"/>
                </a:solidFill>
                <a:latin typeface="Helvetica Neue"/>
                <a:ea typeface="Helvetica Neue"/>
                <a:cs typeface="Helvetica Neue"/>
              </a:defRPr>
            </a:lvl4pPr>
            <a:lvl5pPr algn="l">
              <a:buNone/>
              <a:defRPr sz="1275" b="0">
                <a:solidFill>
                  <a:srgbClr val="63788A"/>
                </a:solidFill>
                <a:latin typeface="Helvetica Neue"/>
                <a:ea typeface="Helvetica Neue"/>
                <a:cs typeface="Helvetica Neue"/>
              </a:defRPr>
            </a:lvl5pPr>
            <a:lvl6pPr algn="l">
              <a:buNone/>
              <a:defRPr sz="1275" b="0">
                <a:solidFill>
                  <a:srgbClr val="63788A"/>
                </a:solidFill>
                <a:latin typeface="Helvetica Neue"/>
                <a:ea typeface="Helvetica Neue"/>
                <a:cs typeface="Helvetica Neue"/>
              </a:defRPr>
            </a:lvl6pPr>
            <a:lvl7pPr algn="l">
              <a:buNone/>
              <a:defRPr sz="1275" b="0">
                <a:solidFill>
                  <a:srgbClr val="63788A"/>
                </a:solidFill>
                <a:latin typeface="Helvetica Neue"/>
                <a:ea typeface="Helvetica Neue"/>
                <a:cs typeface="Helvetica Neue"/>
              </a:defRPr>
            </a:lvl7pPr>
            <a:lvl8pPr algn="l">
              <a:buNone/>
              <a:defRPr sz="1275" b="0">
                <a:solidFill>
                  <a:srgbClr val="63788A"/>
                </a:solidFill>
                <a:latin typeface="Helvetica Neue"/>
                <a:ea typeface="Helvetica Neue"/>
                <a:cs typeface="Helvetica Neue"/>
              </a:defRPr>
            </a:lvl8pPr>
            <a:lvl9pPr algn="l">
              <a:buNone/>
              <a:defRPr sz="1275" b="0">
                <a:solidFill>
                  <a:srgbClr val="63788A"/>
                </a:solidFill>
                <a:latin typeface="Helvetica Neue"/>
                <a:ea typeface="Helvetica Neue"/>
                <a:cs typeface="Helvetica Neue"/>
              </a:defRPr>
            </a:lvl9pPr>
          </a:lstStyle>
          <a:p xmlns:a="http://schemas.openxmlformats.org/drawingml/2006/main">
            <a:pPr algn="l">
              <a:buNone/>
              <a:defRPr sz="1275" b="0">
                <a:solidFill>
                  <a:srgbClr val="63788A"/>
                </a:solidFill>
                <a:latin typeface="Helvetica Neue"/>
                <a:ea typeface="Helvetica Neue"/>
                <a:cs typeface="Helvetica Neue"/>
              </a:defRPr>
            </a:pPr>
            <a:r>
              <a:rPr sz="1275" b="0">
                <a:solidFill>
                  <a:srgbClr val="63788A"/>
                </a:solidFill>
                <a:latin typeface="Helvetica Neue"/>
                <a:ea typeface="Helvetica Neue"/>
                <a:cs typeface="Helvetica Neue"/>
              </a:rPr>
              <a:t>Targets, row IDs, user / phone IDs, and collection metadata stay outside the predictor allowlist.</a:t>
            </a:r>
          </a:p>
        </p:txBody>
      </p:sp>
    </p:spTree>
    <p:extLst>
      <p:ext uri="{BB962C8B-B14F-4D97-AF65-F5344CB8AC3E}">
        <p14:creationId xmlns:p14="http://schemas.microsoft.com/office/powerpoint/2010/main" val="1094596107"/>
      </p:ext>
    </p:extLst>
  </p:cSld>
</p:sld>
</file>

<file path=ppt/slides/slide6.xml><?xml version="1.0" encoding="utf-8"?>
<p:sld xmlns:p="http://schemas.openxmlformats.org/presentationml/2006/main">
  <p:cSld>
    <p:bg>
      <p:bgPr>
        <a:solidFill xmlns:a="http://schemas.openxmlformats.org/drawingml/2006/main">
          <a:srgbClr val="FAF9F6"/>
        </a:solidFill>
      </p:bgPr>
    </p:bg>
    <p:spTree>
      <p:nvGrpSpPr>
        <p:cNvPr id="1" name=""/>
        <p:cNvGrpSpPr/>
        <p:nvPr/>
      </p:nvGrpSpPr>
      <p:grpSpPr>
        <a:xfrm xmlns:a="http://schemas.openxmlformats.org/drawingml/2006/main"/>
      </p:grpSpPr>
      <p:sp>
        <p:nvSpPr>
          <p:cNvPr id="19" name="Rectangle 18">
            <a:extLst xmlns:a="http://schemas.openxmlformats.org/drawingml/2006/main">
              <a:ext uri="{FF2B5EF4-FFF2-40B4-BE49-F238E27FC236}">
                <a16:creationId xmlns:a16="http://schemas.microsoft.com/office/drawing/2014/main" id="{706C2F7F-6802-415F-90A1-8B4DD0A8BE83}"/>
              </a:ext>
            </a:extLst>
          </p:cNvPr>
          <p:cNvSpPr>
            <a:spLocks xmlns:a="http://schemas.openxmlformats.org/drawingml/2006/main" noGrp="1"/>
          </p:cNvSpPr>
          <p:nvPr/>
        </p:nvSpPr>
        <p:spPr>
          <a:xfrm xmlns:a="http://schemas.openxmlformats.org/drawingml/2006/main">
            <a:off x="0" y="0"/>
            <a:ext cx="12192000" cy="104775"/>
          </a:xfrm>
          <a:prstGeom xmlns:a="http://schemas.openxmlformats.org/drawingml/2006/main" prst="rect">
            <a:avLst/>
          </a:prstGeom>
          <a:solidFill xmlns:a="http://schemas.openxmlformats.org/drawingml/2006/main">
            <a:srgbClr val="C7DBD1"/>
          </a:solidFill>
          <a:ln xmlns:a="http://schemas.openxmlformats.org/drawingml/2006/main" w="0">
            <a:noFill/>
            <a:prstDash val="solid"/>
          </a:ln>
        </p:spPr>
      </p:sp>
      <p:sp>
        <p:nvSpPr>
          <p:cNvPr id="2" name="Rectangle 1">
            <a:extLst xmlns:a="http://schemas.openxmlformats.org/drawingml/2006/main">
              <a:ext uri="{FF2B5EF4-FFF2-40B4-BE49-F238E27FC236}">
                <a16:creationId xmlns:a16="http://schemas.microsoft.com/office/drawing/2014/main" id="{A08F835D-7D25-473C-BB5E-FDABE16245D5}"/>
              </a:ext>
            </a:extLst>
          </p:cNvPr>
          <p:cNvSpPr>
            <a:spLocks xmlns:a="http://schemas.openxmlformats.org/drawingml/2006/main" noGrp="1"/>
          </p:cNvSpPr>
          <p:nvPr/>
        </p:nvSpPr>
        <p:spPr>
          <a:xfrm xmlns:a="http://schemas.openxmlformats.org/drawingml/2006/main">
            <a:off x="609600" y="371475"/>
            <a:ext cx="1097280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a:bodyPr>
          <a:lstStyle xmlns:a="http://schemas.openxmlformats.org/drawingml/2006/main">
            <a:defPPr algn="l">
              <a:defRPr sz="2625" b="1">
                <a:solidFill>
                  <a:srgbClr val="243A50"/>
                </a:solidFill>
                <a:latin typeface="Helvetica Neue"/>
                <a:ea typeface="Helvetica Neue"/>
                <a:cs typeface="Helvetica Neue"/>
              </a:defRPr>
            </a:defPPr>
            <a:lvl1pPr algn="l">
              <a:buNone/>
              <a:defRPr sz="2625" b="1">
                <a:solidFill>
                  <a:srgbClr val="243A50"/>
                </a:solidFill>
                <a:latin typeface="Helvetica Neue"/>
                <a:ea typeface="Helvetica Neue"/>
                <a:cs typeface="Helvetica Neue"/>
              </a:defRPr>
            </a:lvl1pPr>
            <a:lvl2pPr algn="l">
              <a:buNone/>
              <a:defRPr sz="2625" b="1">
                <a:solidFill>
                  <a:srgbClr val="243A50"/>
                </a:solidFill>
                <a:latin typeface="Helvetica Neue"/>
                <a:ea typeface="Helvetica Neue"/>
                <a:cs typeface="Helvetica Neue"/>
              </a:defRPr>
            </a:lvl2pPr>
            <a:lvl3pPr algn="l">
              <a:buNone/>
              <a:defRPr sz="2625" b="1">
                <a:solidFill>
                  <a:srgbClr val="243A50"/>
                </a:solidFill>
                <a:latin typeface="Helvetica Neue"/>
                <a:ea typeface="Helvetica Neue"/>
                <a:cs typeface="Helvetica Neue"/>
              </a:defRPr>
            </a:lvl3pPr>
            <a:lvl4pPr algn="l">
              <a:buNone/>
              <a:defRPr sz="2625" b="1">
                <a:solidFill>
                  <a:srgbClr val="243A50"/>
                </a:solidFill>
                <a:latin typeface="Helvetica Neue"/>
                <a:ea typeface="Helvetica Neue"/>
                <a:cs typeface="Helvetica Neue"/>
              </a:defRPr>
            </a:lvl4pPr>
            <a:lvl5pPr algn="l">
              <a:buNone/>
              <a:defRPr sz="2625" b="1">
                <a:solidFill>
                  <a:srgbClr val="243A50"/>
                </a:solidFill>
                <a:latin typeface="Helvetica Neue"/>
                <a:ea typeface="Helvetica Neue"/>
                <a:cs typeface="Helvetica Neue"/>
              </a:defRPr>
            </a:lvl5pPr>
            <a:lvl6pPr algn="l">
              <a:buNone/>
              <a:defRPr sz="2625" b="1">
                <a:solidFill>
                  <a:srgbClr val="243A50"/>
                </a:solidFill>
                <a:latin typeface="Helvetica Neue"/>
                <a:ea typeface="Helvetica Neue"/>
                <a:cs typeface="Helvetica Neue"/>
              </a:defRPr>
            </a:lvl6pPr>
            <a:lvl7pPr algn="l">
              <a:buNone/>
              <a:defRPr sz="2625" b="1">
                <a:solidFill>
                  <a:srgbClr val="243A50"/>
                </a:solidFill>
                <a:latin typeface="Helvetica Neue"/>
                <a:ea typeface="Helvetica Neue"/>
                <a:cs typeface="Helvetica Neue"/>
              </a:defRPr>
            </a:lvl7pPr>
            <a:lvl8pPr algn="l">
              <a:buNone/>
              <a:defRPr sz="2625" b="1">
                <a:solidFill>
                  <a:srgbClr val="243A50"/>
                </a:solidFill>
                <a:latin typeface="Helvetica Neue"/>
                <a:ea typeface="Helvetica Neue"/>
                <a:cs typeface="Helvetica Neue"/>
              </a:defRPr>
            </a:lvl8pPr>
            <a:lvl9pPr algn="l">
              <a:buNone/>
              <a:defRPr sz="2625" b="1">
                <a:solidFill>
                  <a:srgbClr val="243A50"/>
                </a:solidFill>
                <a:latin typeface="Helvetica Neue"/>
                <a:ea typeface="Helvetica Neue"/>
                <a:cs typeface="Helvetica Neue"/>
              </a:defRPr>
            </a:lvl9pPr>
          </a:lstStyle>
          <a:p xmlns:a="http://schemas.openxmlformats.org/drawingml/2006/main">
            <a:pPr algn="l">
              <a:buNone/>
              <a:defRPr sz="2625" b="1">
                <a:solidFill>
                  <a:srgbClr val="243A50"/>
                </a:solidFill>
                <a:latin typeface="Helvetica Neue"/>
                <a:ea typeface="Helvetica Neue"/>
                <a:cs typeface="Helvetica Neue"/>
              </a:defRPr>
            </a:pPr>
            <a:r>
              <a:rPr sz="2625" b="1">
                <a:solidFill>
                  <a:srgbClr val="243A50"/>
                </a:solidFill>
                <a:latin typeface="Helvetica Neue"/>
                <a:ea typeface="Helvetica Neue"/>
                <a:cs typeface="Helvetica Neue"/>
              </a:rPr>
              <a:t>Workstream 1 · Feature output and safeguards</a:t>
            </a:r>
          </a:p>
        </p:txBody>
      </p:sp>
      <p:sp>
        <p:nvSpPr>
          <p:cNvPr id="3" name="Rectangle 2">
            <a:extLst xmlns:a="http://schemas.openxmlformats.org/drawingml/2006/main">
              <a:ext uri="{FF2B5EF4-FFF2-40B4-BE49-F238E27FC236}">
                <a16:creationId xmlns:a16="http://schemas.microsoft.com/office/drawing/2014/main" id="{D136D47F-E7F0-464B-8CAE-B209AC3F7832}"/>
              </a:ext>
            </a:extLst>
          </p:cNvPr>
          <p:cNvSpPr>
            <a:spLocks xmlns:a="http://schemas.openxmlformats.org/drawingml/2006/main" noGrp="1"/>
          </p:cNvSpPr>
          <p:nvPr/>
        </p:nvSpPr>
        <p:spPr>
          <a:xfrm xmlns:a="http://schemas.openxmlformats.org/drawingml/2006/main">
            <a:off x="628650" y="904875"/>
            <a:ext cx="108394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a:bodyPr>
          <a:lstStyle xmlns:a="http://schemas.openxmlformats.org/drawingml/2006/main">
            <a:defPPr algn="l">
              <a:defRPr sz="1350" b="0">
                <a:solidFill>
                  <a:srgbClr val="63788A"/>
                </a:solidFill>
                <a:latin typeface="Helvetica Neue"/>
                <a:ea typeface="Helvetica Neue"/>
                <a:cs typeface="Helvetica Neue"/>
              </a:defRPr>
            </a:defPPr>
            <a:lvl1pPr algn="l">
              <a:buNone/>
              <a:defRPr sz="1350" b="0">
                <a:solidFill>
                  <a:srgbClr val="63788A"/>
                </a:solidFill>
                <a:latin typeface="Helvetica Neue"/>
                <a:ea typeface="Helvetica Neue"/>
                <a:cs typeface="Helvetica Neue"/>
              </a:defRPr>
            </a:lvl1pPr>
            <a:lvl2pPr algn="l">
              <a:buNone/>
              <a:defRPr sz="1350" b="0">
                <a:solidFill>
                  <a:srgbClr val="63788A"/>
                </a:solidFill>
                <a:latin typeface="Helvetica Neue"/>
                <a:ea typeface="Helvetica Neue"/>
                <a:cs typeface="Helvetica Neue"/>
              </a:defRPr>
            </a:lvl2pPr>
            <a:lvl3pPr algn="l">
              <a:buNone/>
              <a:defRPr sz="1350" b="0">
                <a:solidFill>
                  <a:srgbClr val="63788A"/>
                </a:solidFill>
                <a:latin typeface="Helvetica Neue"/>
                <a:ea typeface="Helvetica Neue"/>
                <a:cs typeface="Helvetica Neue"/>
              </a:defRPr>
            </a:lvl3pPr>
            <a:lvl4pPr algn="l">
              <a:buNone/>
              <a:defRPr sz="1350" b="0">
                <a:solidFill>
                  <a:srgbClr val="63788A"/>
                </a:solidFill>
                <a:latin typeface="Helvetica Neue"/>
                <a:ea typeface="Helvetica Neue"/>
                <a:cs typeface="Helvetica Neue"/>
              </a:defRPr>
            </a:lvl4pPr>
            <a:lvl5pPr algn="l">
              <a:buNone/>
              <a:defRPr sz="1350" b="0">
                <a:solidFill>
                  <a:srgbClr val="63788A"/>
                </a:solidFill>
                <a:latin typeface="Helvetica Neue"/>
                <a:ea typeface="Helvetica Neue"/>
                <a:cs typeface="Helvetica Neue"/>
              </a:defRPr>
            </a:lvl5pPr>
            <a:lvl6pPr algn="l">
              <a:buNone/>
              <a:defRPr sz="1350" b="0">
                <a:solidFill>
                  <a:srgbClr val="63788A"/>
                </a:solidFill>
                <a:latin typeface="Helvetica Neue"/>
                <a:ea typeface="Helvetica Neue"/>
                <a:cs typeface="Helvetica Neue"/>
              </a:defRPr>
            </a:lvl6pPr>
            <a:lvl7pPr algn="l">
              <a:buNone/>
              <a:defRPr sz="1350" b="0">
                <a:solidFill>
                  <a:srgbClr val="63788A"/>
                </a:solidFill>
                <a:latin typeface="Helvetica Neue"/>
                <a:ea typeface="Helvetica Neue"/>
                <a:cs typeface="Helvetica Neue"/>
              </a:defRPr>
            </a:lvl7pPr>
            <a:lvl8pPr algn="l">
              <a:buNone/>
              <a:defRPr sz="1350" b="0">
                <a:solidFill>
                  <a:srgbClr val="63788A"/>
                </a:solidFill>
                <a:latin typeface="Helvetica Neue"/>
                <a:ea typeface="Helvetica Neue"/>
                <a:cs typeface="Helvetica Neue"/>
              </a:defRPr>
            </a:lvl8pPr>
            <a:lvl9pPr algn="l">
              <a:buNone/>
              <a:defRPr sz="1350" b="0">
                <a:solidFill>
                  <a:srgbClr val="63788A"/>
                </a:solidFill>
                <a:latin typeface="Helvetica Neue"/>
                <a:ea typeface="Helvetica Neue"/>
                <a:cs typeface="Helvetica Neue"/>
              </a:defRPr>
            </a:lvl9pPr>
          </a:lstStyle>
          <a:p xmlns:a="http://schemas.openxmlformats.org/drawingml/2006/main">
            <a:pPr algn="l">
              <a:buNone/>
              <a:defRPr sz="1350" b="0">
                <a:solidFill>
                  <a:srgbClr val="63788A"/>
                </a:solidFill>
                <a:latin typeface="Helvetica Neue"/>
                <a:ea typeface="Helvetica Neue"/>
                <a:cs typeface="Helvetica Neue"/>
              </a:defRPr>
            </a:pPr>
            <a:r>
              <a:rPr sz="1350" b="0">
                <a:solidFill>
                  <a:srgbClr val="63788A"/>
                </a:solidFill>
                <a:latin typeface="Helvetica Neue"/>
                <a:ea typeface="Helvetica Neue"/>
                <a:cs typeface="Helvetica Neue"/>
              </a:rPr>
              <a:t>One shared feature contract feeds all downstream models.</a:t>
            </a:r>
          </a:p>
        </p:txBody>
      </p:sp>
      <p:sp>
        <p:nvSpPr>
          <p:cNvPr id="4" name="Straight Connector 3">
            <a:extLst xmlns:a="http://schemas.openxmlformats.org/drawingml/2006/main">
              <a:ext uri="{FF2B5EF4-FFF2-40B4-BE49-F238E27FC236}">
                <a16:creationId xmlns:a16="http://schemas.microsoft.com/office/drawing/2014/main" id="{D19C72FE-F510-429D-BDFD-38D90C200933}"/>
              </a:ext>
            </a:extLst>
          </p:cNvPr>
          <p:cNvSpPr>
            <a:spLocks xmlns:a="http://schemas.openxmlformats.org/drawingml/2006/main" noGrp="1"/>
          </p:cNvSpPr>
          <p:nvPr/>
        </p:nvSpPr>
        <p:spPr>
          <a:xfrm xmlns:a="http://schemas.openxmlformats.org/drawingml/2006/main">
            <a:off x="609600" y="6381750"/>
            <a:ext cx="10972800" cy="0"/>
          </a:xfrm>
          <a:prstGeom xmlns:a="http://schemas.openxmlformats.org/drawingml/2006/main" prst="line">
            <a:avLst/>
          </a:prstGeom>
          <a:noFill xmlns:a="http://schemas.openxmlformats.org/drawingml/2006/main"/>
          <a:ln xmlns:a="http://schemas.openxmlformats.org/drawingml/2006/main" w="9525">
            <a:solidFill>
              <a:srgbClr val="CBD5DA"/>
            </a:solidFill>
            <a:prstDash val="solid"/>
          </a:ln>
        </p:spPr>
      </p:sp>
      <p:sp>
        <p:nvSpPr>
          <p:cNvPr id="5" name="Rectangle 4">
            <a:extLst xmlns:a="http://schemas.openxmlformats.org/drawingml/2006/main">
              <a:ext uri="{FF2B5EF4-FFF2-40B4-BE49-F238E27FC236}">
                <a16:creationId xmlns:a16="http://schemas.microsoft.com/office/drawing/2014/main" id="{ED1A61E2-E793-41DF-A5E7-8E97B65DB2CD}"/>
              </a:ext>
            </a:extLst>
          </p:cNvPr>
          <p:cNvSpPr>
            <a:spLocks xmlns:a="http://schemas.openxmlformats.org/drawingml/2006/main" noGrp="1"/>
          </p:cNvSpPr>
          <p:nvPr/>
        </p:nvSpPr>
        <p:spPr>
          <a:xfrm xmlns:a="http://schemas.openxmlformats.org/drawingml/2006/main">
            <a:off x="609600" y="6477000"/>
            <a:ext cx="109728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a:bodyPr>
          <a:lstStyle xmlns:a="http://schemas.openxmlformats.org/drawingml/2006/main">
            <a:defPPr algn="r">
              <a:defRPr sz="900" b="0">
                <a:solidFill>
                  <a:srgbClr val="63788A"/>
                </a:solidFill>
                <a:latin typeface="Helvetica Neue"/>
                <a:ea typeface="Helvetica Neue"/>
                <a:cs typeface="Helvetica Neue"/>
              </a:defRPr>
            </a:defPPr>
            <a:lvl1pPr algn="r">
              <a:buNone/>
              <a:defRPr sz="900" b="0">
                <a:solidFill>
                  <a:srgbClr val="63788A"/>
                </a:solidFill>
                <a:latin typeface="Helvetica Neue"/>
                <a:ea typeface="Helvetica Neue"/>
                <a:cs typeface="Helvetica Neue"/>
              </a:defRPr>
            </a:lvl1pPr>
            <a:lvl2pPr algn="r">
              <a:buNone/>
              <a:defRPr sz="900" b="0">
                <a:solidFill>
                  <a:srgbClr val="63788A"/>
                </a:solidFill>
                <a:latin typeface="Helvetica Neue"/>
                <a:ea typeface="Helvetica Neue"/>
                <a:cs typeface="Helvetica Neue"/>
              </a:defRPr>
            </a:lvl2pPr>
            <a:lvl3pPr algn="r">
              <a:buNone/>
              <a:defRPr sz="900" b="0">
                <a:solidFill>
                  <a:srgbClr val="63788A"/>
                </a:solidFill>
                <a:latin typeface="Helvetica Neue"/>
                <a:ea typeface="Helvetica Neue"/>
                <a:cs typeface="Helvetica Neue"/>
              </a:defRPr>
            </a:lvl3pPr>
            <a:lvl4pPr algn="r">
              <a:buNone/>
              <a:defRPr sz="900" b="0">
                <a:solidFill>
                  <a:srgbClr val="63788A"/>
                </a:solidFill>
                <a:latin typeface="Helvetica Neue"/>
                <a:ea typeface="Helvetica Neue"/>
                <a:cs typeface="Helvetica Neue"/>
              </a:defRPr>
            </a:lvl4pPr>
            <a:lvl5pPr algn="r">
              <a:buNone/>
              <a:defRPr sz="900" b="0">
                <a:solidFill>
                  <a:srgbClr val="63788A"/>
                </a:solidFill>
                <a:latin typeface="Helvetica Neue"/>
                <a:ea typeface="Helvetica Neue"/>
                <a:cs typeface="Helvetica Neue"/>
              </a:defRPr>
            </a:lvl5pPr>
            <a:lvl6pPr algn="r">
              <a:buNone/>
              <a:defRPr sz="900" b="0">
                <a:solidFill>
                  <a:srgbClr val="63788A"/>
                </a:solidFill>
                <a:latin typeface="Helvetica Neue"/>
                <a:ea typeface="Helvetica Neue"/>
                <a:cs typeface="Helvetica Neue"/>
              </a:defRPr>
            </a:lvl6pPr>
            <a:lvl7pPr algn="r">
              <a:buNone/>
              <a:defRPr sz="900" b="0">
                <a:solidFill>
                  <a:srgbClr val="63788A"/>
                </a:solidFill>
                <a:latin typeface="Helvetica Neue"/>
                <a:ea typeface="Helvetica Neue"/>
                <a:cs typeface="Helvetica Neue"/>
              </a:defRPr>
            </a:lvl7pPr>
            <a:lvl8pPr algn="r">
              <a:buNone/>
              <a:defRPr sz="900" b="0">
                <a:solidFill>
                  <a:srgbClr val="63788A"/>
                </a:solidFill>
                <a:latin typeface="Helvetica Neue"/>
                <a:ea typeface="Helvetica Neue"/>
                <a:cs typeface="Helvetica Neue"/>
              </a:defRPr>
            </a:lvl8pPr>
            <a:lvl9pPr algn="r">
              <a:buNone/>
              <a:defRPr sz="900" b="0">
                <a:solidFill>
                  <a:srgbClr val="63788A"/>
                </a:solidFill>
                <a:latin typeface="Helvetica Neue"/>
                <a:ea typeface="Helvetica Neue"/>
                <a:cs typeface="Helvetica Neue"/>
              </a:defRPr>
            </a:lvl9pPr>
          </a:lstStyle>
          <a:p xmlns:a="http://schemas.openxmlformats.org/drawingml/2006/main">
            <a:pPr algn="r">
              <a:buNone/>
              <a:defRPr sz="900" b="0">
                <a:solidFill>
                  <a:srgbClr val="63788A"/>
                </a:solidFill>
                <a:latin typeface="Helvetica Neue"/>
                <a:ea typeface="Helvetica Neue"/>
                <a:cs typeface="Helvetica Neue"/>
              </a:defRPr>
            </a:pPr>
            <a:r>
              <a:rPr sz="900" b="0">
                <a:solidFill>
                  <a:srgbClr val="63788A"/>
                </a:solidFill>
                <a:latin typeface="Helvetica Neue"/>
                <a:ea typeface="Helvetica Neue"/>
                <a:cs typeface="Helvetica Neue"/>
              </a:rPr>
              <a:t>PROJECT 9  •  AML VIVA  •  06</a:t>
            </a:r>
          </a:p>
        </p:txBody>
      </p:sp>
      <p:pic>
        <p:nvPicPr>
          <p:cNvPr id="6" name="Picture 5">
            <a:extLst xmlns:a="http://schemas.openxmlformats.org/drawingml/2006/main">
              <a:ext uri="{FF2B5EF4-FFF2-40B4-BE49-F238E27FC236}">
                <a16:creationId xmlns:a16="http://schemas.microsoft.com/office/drawing/2014/main" id="{7EEF1EE0-01E2-4444-84E6-C229006704D9}"/>
              </a:ext>
            </a:extLst>
          </p:cNvPr>
          <p:cNvPicPr>
            <a:picLocks xmlns:a="http://schemas.openxmlformats.org/drawingml/2006/main" noChangeAspect="1"/>
          </p:cNvPicPr>
          <p:nvPr/>
        </p:nvPicPr>
        <p:blipFill>
          <a:blip xmlns:r="http://schemas.openxmlformats.org/officeDocument/2006/relationships" xmlns:a="http://schemas.openxmlformats.org/drawingml/2006/main" r:embed="Rb348bd9dbc7045f8"/>
          <a:stretch xmlns:a="http://schemas.openxmlformats.org/drawingml/2006/main"/>
        </p:blipFill>
        <p:spPr>
          <a:xfrm xmlns:a="http://schemas.openxmlformats.org/drawingml/2006/main">
            <a:off x="476250" y="2359891"/>
            <a:ext cx="5905500" cy="2185842"/>
          </a:xfrm>
          <a:prstGeom xmlns:a="http://schemas.openxmlformats.org/drawingml/2006/main" prst="rect">
            <a:avLst/>
          </a:prstGeom>
        </p:spPr>
      </p:pic>
      <p:sp>
        <p:nvSpPr>
          <p:cNvPr id="7" name="Rectangle 6">
            <a:extLst xmlns:a="http://schemas.openxmlformats.org/drawingml/2006/main">
              <a:ext uri="{FF2B5EF4-FFF2-40B4-BE49-F238E27FC236}">
                <a16:creationId xmlns:a16="http://schemas.microsoft.com/office/drawing/2014/main" id="{0EC890E9-5CE8-4AD5-8AC4-3622B4C492B5}"/>
              </a:ext>
            </a:extLst>
          </p:cNvPr>
          <p:cNvSpPr>
            <a:spLocks xmlns:a="http://schemas.openxmlformats.org/drawingml/2006/main" noGrp="1"/>
          </p:cNvSpPr>
          <p:nvPr/>
        </p:nvSpPr>
        <p:spPr>
          <a:xfrm xmlns:a="http://schemas.openxmlformats.org/drawingml/2006/main">
            <a:off x="7000875" y="1666875"/>
            <a:ext cx="333375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a:bodyPr>
          <a:lstStyle xmlns:a="http://schemas.openxmlformats.org/drawingml/2006/main">
            <a:defPPr algn="l">
              <a:defRPr sz="3600" b="1">
                <a:solidFill>
                  <a:srgbClr val="243A50"/>
                </a:solidFill>
                <a:latin typeface="Helvetica Neue"/>
                <a:ea typeface="Helvetica Neue"/>
                <a:cs typeface="Helvetica Neue"/>
              </a:defRPr>
            </a:defPPr>
            <a:lvl1pPr algn="l">
              <a:buNone/>
              <a:defRPr sz="3600" b="1">
                <a:solidFill>
                  <a:srgbClr val="243A50"/>
                </a:solidFill>
                <a:latin typeface="Helvetica Neue"/>
                <a:ea typeface="Helvetica Neue"/>
                <a:cs typeface="Helvetica Neue"/>
              </a:defRPr>
            </a:lvl1pPr>
            <a:lvl2pPr algn="l">
              <a:buNone/>
              <a:defRPr sz="3600" b="1">
                <a:solidFill>
                  <a:srgbClr val="243A50"/>
                </a:solidFill>
                <a:latin typeface="Helvetica Neue"/>
                <a:ea typeface="Helvetica Neue"/>
                <a:cs typeface="Helvetica Neue"/>
              </a:defRPr>
            </a:lvl2pPr>
            <a:lvl3pPr algn="l">
              <a:buNone/>
              <a:defRPr sz="3600" b="1">
                <a:solidFill>
                  <a:srgbClr val="243A50"/>
                </a:solidFill>
                <a:latin typeface="Helvetica Neue"/>
                <a:ea typeface="Helvetica Neue"/>
                <a:cs typeface="Helvetica Neue"/>
              </a:defRPr>
            </a:lvl3pPr>
            <a:lvl4pPr algn="l">
              <a:buNone/>
              <a:defRPr sz="3600" b="1">
                <a:solidFill>
                  <a:srgbClr val="243A50"/>
                </a:solidFill>
                <a:latin typeface="Helvetica Neue"/>
                <a:ea typeface="Helvetica Neue"/>
                <a:cs typeface="Helvetica Neue"/>
              </a:defRPr>
            </a:lvl4pPr>
            <a:lvl5pPr algn="l">
              <a:buNone/>
              <a:defRPr sz="3600" b="1">
                <a:solidFill>
                  <a:srgbClr val="243A50"/>
                </a:solidFill>
                <a:latin typeface="Helvetica Neue"/>
                <a:ea typeface="Helvetica Neue"/>
                <a:cs typeface="Helvetica Neue"/>
              </a:defRPr>
            </a:lvl5pPr>
            <a:lvl6pPr algn="l">
              <a:buNone/>
              <a:defRPr sz="3600" b="1">
                <a:solidFill>
                  <a:srgbClr val="243A50"/>
                </a:solidFill>
                <a:latin typeface="Helvetica Neue"/>
                <a:ea typeface="Helvetica Neue"/>
                <a:cs typeface="Helvetica Neue"/>
              </a:defRPr>
            </a:lvl6pPr>
            <a:lvl7pPr algn="l">
              <a:buNone/>
              <a:defRPr sz="3600" b="1">
                <a:solidFill>
                  <a:srgbClr val="243A50"/>
                </a:solidFill>
                <a:latin typeface="Helvetica Neue"/>
                <a:ea typeface="Helvetica Neue"/>
                <a:cs typeface="Helvetica Neue"/>
              </a:defRPr>
            </a:lvl7pPr>
            <a:lvl8pPr algn="l">
              <a:buNone/>
              <a:defRPr sz="3600" b="1">
                <a:solidFill>
                  <a:srgbClr val="243A50"/>
                </a:solidFill>
                <a:latin typeface="Helvetica Neue"/>
                <a:ea typeface="Helvetica Neue"/>
                <a:cs typeface="Helvetica Neue"/>
              </a:defRPr>
            </a:lvl8pPr>
            <a:lvl9pPr algn="l">
              <a:buNone/>
              <a:defRPr sz="3600" b="1">
                <a:solidFill>
                  <a:srgbClr val="243A50"/>
                </a:solidFill>
                <a:latin typeface="Helvetica Neue"/>
                <a:ea typeface="Helvetica Neue"/>
                <a:cs typeface="Helvetica Neue"/>
              </a:defRPr>
            </a:lvl9pPr>
          </a:lstStyle>
          <a:p xmlns:a="http://schemas.openxmlformats.org/drawingml/2006/main">
            <a:pPr algn="l">
              <a:buNone/>
              <a:defRPr sz="3600" b="1">
                <a:solidFill>
                  <a:srgbClr val="243A50"/>
                </a:solidFill>
                <a:latin typeface="Helvetica Neue"/>
                <a:ea typeface="Helvetica Neue"/>
                <a:cs typeface="Helvetica Neue"/>
              </a:defRPr>
            </a:pPr>
            <a:r>
              <a:rPr sz="3600" b="1">
                <a:solidFill>
                  <a:srgbClr val="243A50"/>
                </a:solidFill>
                <a:latin typeface="Helvetica Neue"/>
                <a:ea typeface="Helvetica Neue"/>
                <a:cs typeface="Helvetica Neue"/>
              </a:rPr>
              <a:t>1,046</a:t>
            </a:r>
          </a:p>
        </p:txBody>
      </p:sp>
      <p:sp>
        <p:nvSpPr>
          <p:cNvPr id="8" name="Rectangle 7">
            <a:extLst xmlns:a="http://schemas.openxmlformats.org/drawingml/2006/main">
              <a:ext uri="{FF2B5EF4-FFF2-40B4-BE49-F238E27FC236}">
                <a16:creationId xmlns:a16="http://schemas.microsoft.com/office/drawing/2014/main" id="{F2EFF506-4884-48ED-8A82-1A2EC299745E}"/>
              </a:ext>
            </a:extLst>
          </p:cNvPr>
          <p:cNvSpPr>
            <a:spLocks xmlns:a="http://schemas.openxmlformats.org/drawingml/2006/main" noGrp="1"/>
          </p:cNvSpPr>
          <p:nvPr/>
        </p:nvSpPr>
        <p:spPr>
          <a:xfrm xmlns:a="http://schemas.openxmlformats.org/drawingml/2006/main">
            <a:off x="7058025" y="2238375"/>
            <a:ext cx="31432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a:bodyPr>
          <a:lstStyle xmlns:a="http://schemas.openxmlformats.org/drawingml/2006/main">
            <a:defPPr algn="l">
              <a:defRPr sz="1425" b="0">
                <a:solidFill>
                  <a:srgbClr val="63788A"/>
                </a:solidFill>
                <a:latin typeface="Helvetica Neue"/>
                <a:ea typeface="Helvetica Neue"/>
                <a:cs typeface="Helvetica Neue"/>
              </a:defRPr>
            </a:defPPr>
            <a:lvl1pPr algn="l">
              <a:buNone/>
              <a:defRPr sz="1425" b="0">
                <a:solidFill>
                  <a:srgbClr val="63788A"/>
                </a:solidFill>
                <a:latin typeface="Helvetica Neue"/>
                <a:ea typeface="Helvetica Neue"/>
                <a:cs typeface="Helvetica Neue"/>
              </a:defRPr>
            </a:lvl1pPr>
            <a:lvl2pPr algn="l">
              <a:buNone/>
              <a:defRPr sz="1425" b="0">
                <a:solidFill>
                  <a:srgbClr val="63788A"/>
                </a:solidFill>
                <a:latin typeface="Helvetica Neue"/>
                <a:ea typeface="Helvetica Neue"/>
                <a:cs typeface="Helvetica Neue"/>
              </a:defRPr>
            </a:lvl2pPr>
            <a:lvl3pPr algn="l">
              <a:buNone/>
              <a:defRPr sz="1425" b="0">
                <a:solidFill>
                  <a:srgbClr val="63788A"/>
                </a:solidFill>
                <a:latin typeface="Helvetica Neue"/>
                <a:ea typeface="Helvetica Neue"/>
                <a:cs typeface="Helvetica Neue"/>
              </a:defRPr>
            </a:lvl3pPr>
            <a:lvl4pPr algn="l">
              <a:buNone/>
              <a:defRPr sz="1425" b="0">
                <a:solidFill>
                  <a:srgbClr val="63788A"/>
                </a:solidFill>
                <a:latin typeface="Helvetica Neue"/>
                <a:ea typeface="Helvetica Neue"/>
                <a:cs typeface="Helvetica Neue"/>
              </a:defRPr>
            </a:lvl4pPr>
            <a:lvl5pPr algn="l">
              <a:buNone/>
              <a:defRPr sz="1425" b="0">
                <a:solidFill>
                  <a:srgbClr val="63788A"/>
                </a:solidFill>
                <a:latin typeface="Helvetica Neue"/>
                <a:ea typeface="Helvetica Neue"/>
                <a:cs typeface="Helvetica Neue"/>
              </a:defRPr>
            </a:lvl5pPr>
            <a:lvl6pPr algn="l">
              <a:buNone/>
              <a:defRPr sz="1425" b="0">
                <a:solidFill>
                  <a:srgbClr val="63788A"/>
                </a:solidFill>
                <a:latin typeface="Helvetica Neue"/>
                <a:ea typeface="Helvetica Neue"/>
                <a:cs typeface="Helvetica Neue"/>
              </a:defRPr>
            </a:lvl6pPr>
            <a:lvl7pPr algn="l">
              <a:buNone/>
              <a:defRPr sz="1425" b="0">
                <a:solidFill>
                  <a:srgbClr val="63788A"/>
                </a:solidFill>
                <a:latin typeface="Helvetica Neue"/>
                <a:ea typeface="Helvetica Neue"/>
                <a:cs typeface="Helvetica Neue"/>
              </a:defRPr>
            </a:lvl7pPr>
            <a:lvl8pPr algn="l">
              <a:buNone/>
              <a:defRPr sz="1425" b="0">
                <a:solidFill>
                  <a:srgbClr val="63788A"/>
                </a:solidFill>
                <a:latin typeface="Helvetica Neue"/>
                <a:ea typeface="Helvetica Neue"/>
                <a:cs typeface="Helvetica Neue"/>
              </a:defRPr>
            </a:lvl8pPr>
            <a:lvl9pPr algn="l">
              <a:buNone/>
              <a:defRPr sz="1425" b="0">
                <a:solidFill>
                  <a:srgbClr val="63788A"/>
                </a:solidFill>
                <a:latin typeface="Helvetica Neue"/>
                <a:ea typeface="Helvetica Neue"/>
                <a:cs typeface="Helvetica Neue"/>
              </a:defRPr>
            </a:lvl9pPr>
          </a:lstStyle>
          <a:p xmlns:a="http://schemas.openxmlformats.org/drawingml/2006/main">
            <a:pPr algn="l">
              <a:buNone/>
              <a:defRPr sz="1425" b="0">
                <a:solidFill>
                  <a:srgbClr val="63788A"/>
                </a:solidFill>
                <a:latin typeface="Helvetica Neue"/>
                <a:ea typeface="Helvetica Neue"/>
                <a:cs typeface="Helvetica Neue"/>
              </a:defRPr>
            </a:pPr>
            <a:r>
              <a:rPr sz="1425" b="0">
                <a:solidFill>
                  <a:srgbClr val="63788A"/>
                </a:solidFill>
                <a:latin typeface="Helvetica Neue"/>
                <a:ea typeface="Helvetica Neue"/>
                <a:cs typeface="Helvetica Neue"/>
              </a:rPr>
              <a:t>predictor columns</a:t>
            </a:r>
          </a:p>
        </p:txBody>
      </p:sp>
      <p:sp>
        <p:nvSpPr>
          <p:cNvPr id="9" name="Rectangle 8">
            <a:extLst xmlns:a="http://schemas.openxmlformats.org/drawingml/2006/main">
              <a:ext uri="{FF2B5EF4-FFF2-40B4-BE49-F238E27FC236}">
                <a16:creationId xmlns:a16="http://schemas.microsoft.com/office/drawing/2014/main" id="{B7CA1B8E-5058-4509-A75D-85AB3B06BCF0}"/>
              </a:ext>
            </a:extLst>
          </p:cNvPr>
          <p:cNvSpPr>
            <a:spLocks xmlns:a="http://schemas.openxmlformats.org/drawingml/2006/main" noGrp="1"/>
          </p:cNvSpPr>
          <p:nvPr/>
        </p:nvSpPr>
        <p:spPr>
          <a:xfrm xmlns:a="http://schemas.openxmlformats.org/drawingml/2006/main">
            <a:off x="7000875" y="2838450"/>
            <a:ext cx="209550" cy="2571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a:bodyPr>
          <a:lstStyle xmlns:a="http://schemas.openxmlformats.org/drawingml/2006/main">
            <a:defPPr algn="l">
              <a:defRPr sz="1650" b="1">
                <a:solidFill>
                  <a:srgbClr val="64877F"/>
                </a:solidFill>
                <a:latin typeface="Helvetica Neue"/>
                <a:ea typeface="Helvetica Neue"/>
                <a:cs typeface="Helvetica Neue"/>
              </a:defRPr>
            </a:defPPr>
            <a:lvl1pPr algn="l">
              <a:buNone/>
              <a:defRPr sz="1650" b="1">
                <a:solidFill>
                  <a:srgbClr val="64877F"/>
                </a:solidFill>
                <a:latin typeface="Helvetica Neue"/>
                <a:ea typeface="Helvetica Neue"/>
                <a:cs typeface="Helvetica Neue"/>
              </a:defRPr>
            </a:lvl1pPr>
            <a:lvl2pPr algn="l">
              <a:buNone/>
              <a:defRPr sz="1650" b="1">
                <a:solidFill>
                  <a:srgbClr val="64877F"/>
                </a:solidFill>
                <a:latin typeface="Helvetica Neue"/>
                <a:ea typeface="Helvetica Neue"/>
                <a:cs typeface="Helvetica Neue"/>
              </a:defRPr>
            </a:lvl2pPr>
            <a:lvl3pPr algn="l">
              <a:buNone/>
              <a:defRPr sz="1650" b="1">
                <a:solidFill>
                  <a:srgbClr val="64877F"/>
                </a:solidFill>
                <a:latin typeface="Helvetica Neue"/>
                <a:ea typeface="Helvetica Neue"/>
                <a:cs typeface="Helvetica Neue"/>
              </a:defRPr>
            </a:lvl3pPr>
            <a:lvl4pPr algn="l">
              <a:buNone/>
              <a:defRPr sz="1650" b="1">
                <a:solidFill>
                  <a:srgbClr val="64877F"/>
                </a:solidFill>
                <a:latin typeface="Helvetica Neue"/>
                <a:ea typeface="Helvetica Neue"/>
                <a:cs typeface="Helvetica Neue"/>
              </a:defRPr>
            </a:lvl4pPr>
            <a:lvl5pPr algn="l">
              <a:buNone/>
              <a:defRPr sz="1650" b="1">
                <a:solidFill>
                  <a:srgbClr val="64877F"/>
                </a:solidFill>
                <a:latin typeface="Helvetica Neue"/>
                <a:ea typeface="Helvetica Neue"/>
                <a:cs typeface="Helvetica Neue"/>
              </a:defRPr>
            </a:lvl5pPr>
            <a:lvl6pPr algn="l">
              <a:buNone/>
              <a:defRPr sz="1650" b="1">
                <a:solidFill>
                  <a:srgbClr val="64877F"/>
                </a:solidFill>
                <a:latin typeface="Helvetica Neue"/>
                <a:ea typeface="Helvetica Neue"/>
                <a:cs typeface="Helvetica Neue"/>
              </a:defRPr>
            </a:lvl6pPr>
            <a:lvl7pPr algn="l">
              <a:buNone/>
              <a:defRPr sz="1650" b="1">
                <a:solidFill>
                  <a:srgbClr val="64877F"/>
                </a:solidFill>
                <a:latin typeface="Helvetica Neue"/>
                <a:ea typeface="Helvetica Neue"/>
                <a:cs typeface="Helvetica Neue"/>
              </a:defRPr>
            </a:lvl7pPr>
            <a:lvl8pPr algn="l">
              <a:buNone/>
              <a:defRPr sz="1650" b="1">
                <a:solidFill>
                  <a:srgbClr val="64877F"/>
                </a:solidFill>
                <a:latin typeface="Helvetica Neue"/>
                <a:ea typeface="Helvetica Neue"/>
                <a:cs typeface="Helvetica Neue"/>
              </a:defRPr>
            </a:lvl8pPr>
            <a:lvl9pPr algn="l">
              <a:buNone/>
              <a:defRPr sz="1650" b="1">
                <a:solidFill>
                  <a:srgbClr val="64877F"/>
                </a:solidFill>
                <a:latin typeface="Helvetica Neue"/>
                <a:ea typeface="Helvetica Neue"/>
                <a:cs typeface="Helvetica Neue"/>
              </a:defRPr>
            </a:lvl9pPr>
          </a:lstStyle>
          <a:p xmlns:a="http://schemas.openxmlformats.org/drawingml/2006/main">
            <a:pPr algn="l">
              <a:buNone/>
              <a:defRPr sz="1650" b="1">
                <a:solidFill>
                  <a:srgbClr val="64877F"/>
                </a:solidFill>
                <a:latin typeface="Helvetica Neue"/>
                <a:ea typeface="Helvetica Neue"/>
                <a:cs typeface="Helvetica Neue"/>
              </a:defRPr>
            </a:pPr>
            <a:r>
              <a:rPr sz="1650" b="1">
                <a:solidFill>
                  <a:srgbClr val="64877F"/>
                </a:solidFill>
                <a:latin typeface="Helvetica Neue"/>
                <a:ea typeface="Helvetica Neue"/>
                <a:cs typeface="Helvetica Neue"/>
              </a:rPr>
              <a:t>•</a:t>
            </a:r>
          </a:p>
        </p:txBody>
      </p:sp>
      <p:sp>
        <p:nvSpPr>
          <p:cNvPr id="10" name="Rectangle 9">
            <a:extLst xmlns:a="http://schemas.openxmlformats.org/drawingml/2006/main">
              <a:ext uri="{FF2B5EF4-FFF2-40B4-BE49-F238E27FC236}">
                <a16:creationId xmlns:a16="http://schemas.microsoft.com/office/drawing/2014/main" id="{6FDB5951-B191-4DA8-8139-2A62779FD9A6}"/>
              </a:ext>
            </a:extLst>
          </p:cNvPr>
          <p:cNvSpPr>
            <a:spLocks xmlns:a="http://schemas.openxmlformats.org/drawingml/2006/main" noGrp="1"/>
          </p:cNvSpPr>
          <p:nvPr/>
        </p:nvSpPr>
        <p:spPr>
          <a:xfrm xmlns:a="http://schemas.openxmlformats.org/drawingml/2006/main">
            <a:off x="7267575" y="2838450"/>
            <a:ext cx="4210050"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a:bodyPr>
          <a:lstStyle xmlns:a="http://schemas.openxmlformats.org/drawingml/2006/main">
            <a:defPPr algn="l">
              <a:defRPr sz="1425" b="1">
                <a:solidFill>
                  <a:srgbClr val="243A50"/>
                </a:solidFill>
                <a:latin typeface="Helvetica Neue"/>
                <a:ea typeface="Helvetica Neue"/>
                <a:cs typeface="Helvetica Neue"/>
              </a:defRPr>
            </a:defPPr>
            <a:lvl1pPr algn="l">
              <a:buNone/>
              <a:defRPr sz="1425" b="1">
                <a:solidFill>
                  <a:srgbClr val="243A50"/>
                </a:solidFill>
                <a:latin typeface="Helvetica Neue"/>
                <a:ea typeface="Helvetica Neue"/>
                <a:cs typeface="Helvetica Neue"/>
              </a:defRPr>
            </a:lvl1pPr>
            <a:lvl2pPr algn="l">
              <a:buNone/>
              <a:defRPr sz="1425" b="1">
                <a:solidFill>
                  <a:srgbClr val="243A50"/>
                </a:solidFill>
                <a:latin typeface="Helvetica Neue"/>
                <a:ea typeface="Helvetica Neue"/>
                <a:cs typeface="Helvetica Neue"/>
              </a:defRPr>
            </a:lvl2pPr>
            <a:lvl3pPr algn="l">
              <a:buNone/>
              <a:defRPr sz="1425" b="1">
                <a:solidFill>
                  <a:srgbClr val="243A50"/>
                </a:solidFill>
                <a:latin typeface="Helvetica Neue"/>
                <a:ea typeface="Helvetica Neue"/>
                <a:cs typeface="Helvetica Neue"/>
              </a:defRPr>
            </a:lvl3pPr>
            <a:lvl4pPr algn="l">
              <a:buNone/>
              <a:defRPr sz="1425" b="1">
                <a:solidFill>
                  <a:srgbClr val="243A50"/>
                </a:solidFill>
                <a:latin typeface="Helvetica Neue"/>
                <a:ea typeface="Helvetica Neue"/>
                <a:cs typeface="Helvetica Neue"/>
              </a:defRPr>
            </a:lvl4pPr>
            <a:lvl5pPr algn="l">
              <a:buNone/>
              <a:defRPr sz="1425" b="1">
                <a:solidFill>
                  <a:srgbClr val="243A50"/>
                </a:solidFill>
                <a:latin typeface="Helvetica Neue"/>
                <a:ea typeface="Helvetica Neue"/>
                <a:cs typeface="Helvetica Neue"/>
              </a:defRPr>
            </a:lvl5pPr>
            <a:lvl6pPr algn="l">
              <a:buNone/>
              <a:defRPr sz="1425" b="1">
                <a:solidFill>
                  <a:srgbClr val="243A50"/>
                </a:solidFill>
                <a:latin typeface="Helvetica Neue"/>
                <a:ea typeface="Helvetica Neue"/>
                <a:cs typeface="Helvetica Neue"/>
              </a:defRPr>
            </a:lvl6pPr>
            <a:lvl7pPr algn="l">
              <a:buNone/>
              <a:defRPr sz="1425" b="1">
                <a:solidFill>
                  <a:srgbClr val="243A50"/>
                </a:solidFill>
                <a:latin typeface="Helvetica Neue"/>
                <a:ea typeface="Helvetica Neue"/>
                <a:cs typeface="Helvetica Neue"/>
              </a:defRPr>
            </a:lvl7pPr>
            <a:lvl8pPr algn="l">
              <a:buNone/>
              <a:defRPr sz="1425" b="1">
                <a:solidFill>
                  <a:srgbClr val="243A50"/>
                </a:solidFill>
                <a:latin typeface="Helvetica Neue"/>
                <a:ea typeface="Helvetica Neue"/>
                <a:cs typeface="Helvetica Neue"/>
              </a:defRPr>
            </a:lvl8pPr>
            <a:lvl9pPr algn="l">
              <a:buNone/>
              <a:defRPr sz="1425" b="1">
                <a:solidFill>
                  <a:srgbClr val="243A50"/>
                </a:solidFill>
                <a:latin typeface="Helvetica Neue"/>
                <a:ea typeface="Helvetica Neue"/>
                <a:cs typeface="Helvetica Neue"/>
              </a:defRPr>
            </a:lvl9pPr>
          </a:lstStyle>
          <a:p xmlns:a="http://schemas.openxmlformats.org/drawingml/2006/main">
            <a:pPr algn="l">
              <a:buNone/>
              <a:defRPr sz="1425" b="1">
                <a:solidFill>
                  <a:srgbClr val="243A50"/>
                </a:solidFill>
                <a:latin typeface="Helvetica Neue"/>
                <a:ea typeface="Helvetica Neue"/>
                <a:cs typeface="Helvetica Neue"/>
              </a:defRPr>
            </a:pPr>
            <a:r>
              <a:rPr sz="1425" b="1">
                <a:solidFill>
                  <a:srgbClr val="243A50"/>
                </a:solidFill>
                <a:latin typeface="Helvetica Neue"/>
                <a:ea typeface="Helvetica Neue"/>
                <a:cs typeface="Helvetica Neue"/>
              </a:rPr>
              <a:t>520 standardized RSSI</a:t>
            </a:r>
          </a:p>
        </p:txBody>
      </p:sp>
      <p:sp>
        <p:nvSpPr>
          <p:cNvPr id="11" name="Rectangle 10">
            <a:extLst xmlns:a="http://schemas.openxmlformats.org/drawingml/2006/main">
              <a:ext uri="{FF2B5EF4-FFF2-40B4-BE49-F238E27FC236}">
                <a16:creationId xmlns:a16="http://schemas.microsoft.com/office/drawing/2014/main" id="{AF88E29E-B4AC-4FEE-8989-E7C0B94AF9D8}"/>
              </a:ext>
            </a:extLst>
          </p:cNvPr>
          <p:cNvSpPr>
            <a:spLocks xmlns:a="http://schemas.openxmlformats.org/drawingml/2006/main" noGrp="1"/>
          </p:cNvSpPr>
          <p:nvPr/>
        </p:nvSpPr>
        <p:spPr>
          <a:xfrm xmlns:a="http://schemas.openxmlformats.org/drawingml/2006/main">
            <a:off x="7267575" y="3124200"/>
            <a:ext cx="4191000" cy="523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a:bodyPr>
          <a:lstStyle xmlns:a="http://schemas.openxmlformats.org/drawingml/2006/main">
            <a:defPPr algn="l">
              <a:defRPr sz="1200" b="0">
                <a:solidFill>
                  <a:srgbClr val="33485D"/>
                </a:solidFill>
                <a:latin typeface="Helvetica Neue"/>
                <a:ea typeface="Helvetica Neue"/>
                <a:cs typeface="Helvetica Neue"/>
              </a:defRPr>
            </a:defPPr>
            <a:lvl1pPr algn="l">
              <a:buNone/>
              <a:defRPr sz="1200" b="0">
                <a:solidFill>
                  <a:srgbClr val="33485D"/>
                </a:solidFill>
                <a:latin typeface="Helvetica Neue"/>
                <a:ea typeface="Helvetica Neue"/>
                <a:cs typeface="Helvetica Neue"/>
              </a:defRPr>
            </a:lvl1pPr>
            <a:lvl2pPr algn="l">
              <a:buNone/>
              <a:defRPr sz="1200" b="0">
                <a:solidFill>
                  <a:srgbClr val="33485D"/>
                </a:solidFill>
                <a:latin typeface="Helvetica Neue"/>
                <a:ea typeface="Helvetica Neue"/>
                <a:cs typeface="Helvetica Neue"/>
              </a:defRPr>
            </a:lvl2pPr>
            <a:lvl3pPr algn="l">
              <a:buNone/>
              <a:defRPr sz="1200" b="0">
                <a:solidFill>
                  <a:srgbClr val="33485D"/>
                </a:solidFill>
                <a:latin typeface="Helvetica Neue"/>
                <a:ea typeface="Helvetica Neue"/>
                <a:cs typeface="Helvetica Neue"/>
              </a:defRPr>
            </a:lvl3pPr>
            <a:lvl4pPr algn="l">
              <a:buNone/>
              <a:defRPr sz="1200" b="0">
                <a:solidFill>
                  <a:srgbClr val="33485D"/>
                </a:solidFill>
                <a:latin typeface="Helvetica Neue"/>
                <a:ea typeface="Helvetica Neue"/>
                <a:cs typeface="Helvetica Neue"/>
              </a:defRPr>
            </a:lvl4pPr>
            <a:lvl5pPr algn="l">
              <a:buNone/>
              <a:defRPr sz="1200" b="0">
                <a:solidFill>
                  <a:srgbClr val="33485D"/>
                </a:solidFill>
                <a:latin typeface="Helvetica Neue"/>
                <a:ea typeface="Helvetica Neue"/>
                <a:cs typeface="Helvetica Neue"/>
              </a:defRPr>
            </a:lvl5pPr>
            <a:lvl6pPr algn="l">
              <a:buNone/>
              <a:defRPr sz="1200" b="0">
                <a:solidFill>
                  <a:srgbClr val="33485D"/>
                </a:solidFill>
                <a:latin typeface="Helvetica Neue"/>
                <a:ea typeface="Helvetica Neue"/>
                <a:cs typeface="Helvetica Neue"/>
              </a:defRPr>
            </a:lvl6pPr>
            <a:lvl7pPr algn="l">
              <a:buNone/>
              <a:defRPr sz="1200" b="0">
                <a:solidFill>
                  <a:srgbClr val="33485D"/>
                </a:solidFill>
                <a:latin typeface="Helvetica Neue"/>
                <a:ea typeface="Helvetica Neue"/>
                <a:cs typeface="Helvetica Neue"/>
              </a:defRPr>
            </a:lvl7pPr>
            <a:lvl8pPr algn="l">
              <a:buNone/>
              <a:defRPr sz="1200" b="0">
                <a:solidFill>
                  <a:srgbClr val="33485D"/>
                </a:solidFill>
                <a:latin typeface="Helvetica Neue"/>
                <a:ea typeface="Helvetica Neue"/>
                <a:cs typeface="Helvetica Neue"/>
              </a:defRPr>
            </a:lvl8pPr>
            <a:lvl9pPr algn="l">
              <a:buNone/>
              <a:defRPr sz="1200" b="0">
                <a:solidFill>
                  <a:srgbClr val="33485D"/>
                </a:solidFill>
                <a:latin typeface="Helvetica Neue"/>
                <a:ea typeface="Helvetica Neue"/>
                <a:cs typeface="Helvetica Neue"/>
              </a:defRPr>
            </a:lvl9pPr>
          </a:lstStyle>
          <a:p xmlns:a="http://schemas.openxmlformats.org/drawingml/2006/main">
            <a:pPr algn="l">
              <a:buNone/>
              <a:defRPr sz="1200" b="0">
                <a:solidFill>
                  <a:srgbClr val="33485D"/>
                </a:solidFill>
                <a:latin typeface="Helvetica Neue"/>
                <a:ea typeface="Helvetica Neue"/>
                <a:cs typeface="Helvetica Neue"/>
              </a:defRPr>
            </a:pPr>
            <a:r>
              <a:rPr sz="1200" b="0">
                <a:solidFill>
                  <a:srgbClr val="33485D"/>
                </a:solidFill>
                <a:latin typeface="Helvetica Neue"/>
                <a:ea typeface="Helvetica Neue"/>
                <a:cs typeface="Helvetica Neue"/>
              </a:rPr>
              <a:t>Signal strength after train-only scaling.</a:t>
            </a:r>
          </a:p>
        </p:txBody>
      </p:sp>
      <p:sp>
        <p:nvSpPr>
          <p:cNvPr id="12" name="Rectangle 11">
            <a:extLst xmlns:a="http://schemas.openxmlformats.org/drawingml/2006/main">
              <a:ext uri="{FF2B5EF4-FFF2-40B4-BE49-F238E27FC236}">
                <a16:creationId xmlns:a16="http://schemas.microsoft.com/office/drawing/2014/main" id="{AA640CFF-8772-4F83-9655-E9A4BA67E96B}"/>
              </a:ext>
            </a:extLst>
          </p:cNvPr>
          <p:cNvSpPr>
            <a:spLocks xmlns:a="http://schemas.openxmlformats.org/drawingml/2006/main" noGrp="1"/>
          </p:cNvSpPr>
          <p:nvPr/>
        </p:nvSpPr>
        <p:spPr>
          <a:xfrm xmlns:a="http://schemas.openxmlformats.org/drawingml/2006/main">
            <a:off x="7000875" y="3714750"/>
            <a:ext cx="209550" cy="2571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a:bodyPr>
          <a:lstStyle xmlns:a="http://schemas.openxmlformats.org/drawingml/2006/main">
            <a:defPPr algn="l">
              <a:defRPr sz="1650" b="1">
                <a:solidFill>
                  <a:srgbClr val="64877F"/>
                </a:solidFill>
                <a:latin typeface="Helvetica Neue"/>
                <a:ea typeface="Helvetica Neue"/>
                <a:cs typeface="Helvetica Neue"/>
              </a:defRPr>
            </a:defPPr>
            <a:lvl1pPr algn="l">
              <a:buNone/>
              <a:defRPr sz="1650" b="1">
                <a:solidFill>
                  <a:srgbClr val="64877F"/>
                </a:solidFill>
                <a:latin typeface="Helvetica Neue"/>
                <a:ea typeface="Helvetica Neue"/>
                <a:cs typeface="Helvetica Neue"/>
              </a:defRPr>
            </a:lvl1pPr>
            <a:lvl2pPr algn="l">
              <a:buNone/>
              <a:defRPr sz="1650" b="1">
                <a:solidFill>
                  <a:srgbClr val="64877F"/>
                </a:solidFill>
                <a:latin typeface="Helvetica Neue"/>
                <a:ea typeface="Helvetica Neue"/>
                <a:cs typeface="Helvetica Neue"/>
              </a:defRPr>
            </a:lvl2pPr>
            <a:lvl3pPr algn="l">
              <a:buNone/>
              <a:defRPr sz="1650" b="1">
                <a:solidFill>
                  <a:srgbClr val="64877F"/>
                </a:solidFill>
                <a:latin typeface="Helvetica Neue"/>
                <a:ea typeface="Helvetica Neue"/>
                <a:cs typeface="Helvetica Neue"/>
              </a:defRPr>
            </a:lvl3pPr>
            <a:lvl4pPr algn="l">
              <a:buNone/>
              <a:defRPr sz="1650" b="1">
                <a:solidFill>
                  <a:srgbClr val="64877F"/>
                </a:solidFill>
                <a:latin typeface="Helvetica Neue"/>
                <a:ea typeface="Helvetica Neue"/>
                <a:cs typeface="Helvetica Neue"/>
              </a:defRPr>
            </a:lvl4pPr>
            <a:lvl5pPr algn="l">
              <a:buNone/>
              <a:defRPr sz="1650" b="1">
                <a:solidFill>
                  <a:srgbClr val="64877F"/>
                </a:solidFill>
                <a:latin typeface="Helvetica Neue"/>
                <a:ea typeface="Helvetica Neue"/>
                <a:cs typeface="Helvetica Neue"/>
              </a:defRPr>
            </a:lvl5pPr>
            <a:lvl6pPr algn="l">
              <a:buNone/>
              <a:defRPr sz="1650" b="1">
                <a:solidFill>
                  <a:srgbClr val="64877F"/>
                </a:solidFill>
                <a:latin typeface="Helvetica Neue"/>
                <a:ea typeface="Helvetica Neue"/>
                <a:cs typeface="Helvetica Neue"/>
              </a:defRPr>
            </a:lvl6pPr>
            <a:lvl7pPr algn="l">
              <a:buNone/>
              <a:defRPr sz="1650" b="1">
                <a:solidFill>
                  <a:srgbClr val="64877F"/>
                </a:solidFill>
                <a:latin typeface="Helvetica Neue"/>
                <a:ea typeface="Helvetica Neue"/>
                <a:cs typeface="Helvetica Neue"/>
              </a:defRPr>
            </a:lvl7pPr>
            <a:lvl8pPr algn="l">
              <a:buNone/>
              <a:defRPr sz="1650" b="1">
                <a:solidFill>
                  <a:srgbClr val="64877F"/>
                </a:solidFill>
                <a:latin typeface="Helvetica Neue"/>
                <a:ea typeface="Helvetica Neue"/>
                <a:cs typeface="Helvetica Neue"/>
              </a:defRPr>
            </a:lvl8pPr>
            <a:lvl9pPr algn="l">
              <a:buNone/>
              <a:defRPr sz="1650" b="1">
                <a:solidFill>
                  <a:srgbClr val="64877F"/>
                </a:solidFill>
                <a:latin typeface="Helvetica Neue"/>
                <a:ea typeface="Helvetica Neue"/>
                <a:cs typeface="Helvetica Neue"/>
              </a:defRPr>
            </a:lvl9pPr>
          </a:lstStyle>
          <a:p xmlns:a="http://schemas.openxmlformats.org/drawingml/2006/main">
            <a:pPr algn="l">
              <a:buNone/>
              <a:defRPr sz="1650" b="1">
                <a:solidFill>
                  <a:srgbClr val="64877F"/>
                </a:solidFill>
                <a:latin typeface="Helvetica Neue"/>
                <a:ea typeface="Helvetica Neue"/>
                <a:cs typeface="Helvetica Neue"/>
              </a:defRPr>
            </a:pPr>
            <a:r>
              <a:rPr sz="1650" b="1">
                <a:solidFill>
                  <a:srgbClr val="64877F"/>
                </a:solidFill>
                <a:latin typeface="Helvetica Neue"/>
                <a:ea typeface="Helvetica Neue"/>
                <a:cs typeface="Helvetica Neue"/>
              </a:rPr>
              <a:t>•</a:t>
            </a:r>
          </a:p>
        </p:txBody>
      </p:sp>
      <p:sp>
        <p:nvSpPr>
          <p:cNvPr id="13" name="Rectangle 12">
            <a:extLst xmlns:a="http://schemas.openxmlformats.org/drawingml/2006/main">
              <a:ext uri="{FF2B5EF4-FFF2-40B4-BE49-F238E27FC236}">
                <a16:creationId xmlns:a16="http://schemas.microsoft.com/office/drawing/2014/main" id="{91586240-5586-4236-99E6-6F3DA73BCAED}"/>
              </a:ext>
            </a:extLst>
          </p:cNvPr>
          <p:cNvSpPr>
            <a:spLocks xmlns:a="http://schemas.openxmlformats.org/drawingml/2006/main" noGrp="1"/>
          </p:cNvSpPr>
          <p:nvPr/>
        </p:nvSpPr>
        <p:spPr>
          <a:xfrm xmlns:a="http://schemas.openxmlformats.org/drawingml/2006/main">
            <a:off x="7267575" y="3714750"/>
            <a:ext cx="4210050"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a:bodyPr>
          <a:lstStyle xmlns:a="http://schemas.openxmlformats.org/drawingml/2006/main">
            <a:defPPr algn="l">
              <a:defRPr sz="1425" b="1">
                <a:solidFill>
                  <a:srgbClr val="243A50"/>
                </a:solidFill>
                <a:latin typeface="Helvetica Neue"/>
                <a:ea typeface="Helvetica Neue"/>
                <a:cs typeface="Helvetica Neue"/>
              </a:defRPr>
            </a:defPPr>
            <a:lvl1pPr algn="l">
              <a:buNone/>
              <a:defRPr sz="1425" b="1">
                <a:solidFill>
                  <a:srgbClr val="243A50"/>
                </a:solidFill>
                <a:latin typeface="Helvetica Neue"/>
                <a:ea typeface="Helvetica Neue"/>
                <a:cs typeface="Helvetica Neue"/>
              </a:defRPr>
            </a:lvl1pPr>
            <a:lvl2pPr algn="l">
              <a:buNone/>
              <a:defRPr sz="1425" b="1">
                <a:solidFill>
                  <a:srgbClr val="243A50"/>
                </a:solidFill>
                <a:latin typeface="Helvetica Neue"/>
                <a:ea typeface="Helvetica Neue"/>
                <a:cs typeface="Helvetica Neue"/>
              </a:defRPr>
            </a:lvl2pPr>
            <a:lvl3pPr algn="l">
              <a:buNone/>
              <a:defRPr sz="1425" b="1">
                <a:solidFill>
                  <a:srgbClr val="243A50"/>
                </a:solidFill>
                <a:latin typeface="Helvetica Neue"/>
                <a:ea typeface="Helvetica Neue"/>
                <a:cs typeface="Helvetica Neue"/>
              </a:defRPr>
            </a:lvl3pPr>
            <a:lvl4pPr algn="l">
              <a:buNone/>
              <a:defRPr sz="1425" b="1">
                <a:solidFill>
                  <a:srgbClr val="243A50"/>
                </a:solidFill>
                <a:latin typeface="Helvetica Neue"/>
                <a:ea typeface="Helvetica Neue"/>
                <a:cs typeface="Helvetica Neue"/>
              </a:defRPr>
            </a:lvl4pPr>
            <a:lvl5pPr algn="l">
              <a:buNone/>
              <a:defRPr sz="1425" b="1">
                <a:solidFill>
                  <a:srgbClr val="243A50"/>
                </a:solidFill>
                <a:latin typeface="Helvetica Neue"/>
                <a:ea typeface="Helvetica Neue"/>
                <a:cs typeface="Helvetica Neue"/>
              </a:defRPr>
            </a:lvl5pPr>
            <a:lvl6pPr algn="l">
              <a:buNone/>
              <a:defRPr sz="1425" b="1">
                <a:solidFill>
                  <a:srgbClr val="243A50"/>
                </a:solidFill>
                <a:latin typeface="Helvetica Neue"/>
                <a:ea typeface="Helvetica Neue"/>
                <a:cs typeface="Helvetica Neue"/>
              </a:defRPr>
            </a:lvl6pPr>
            <a:lvl7pPr algn="l">
              <a:buNone/>
              <a:defRPr sz="1425" b="1">
                <a:solidFill>
                  <a:srgbClr val="243A50"/>
                </a:solidFill>
                <a:latin typeface="Helvetica Neue"/>
                <a:ea typeface="Helvetica Neue"/>
                <a:cs typeface="Helvetica Neue"/>
              </a:defRPr>
            </a:lvl7pPr>
            <a:lvl8pPr algn="l">
              <a:buNone/>
              <a:defRPr sz="1425" b="1">
                <a:solidFill>
                  <a:srgbClr val="243A50"/>
                </a:solidFill>
                <a:latin typeface="Helvetica Neue"/>
                <a:ea typeface="Helvetica Neue"/>
                <a:cs typeface="Helvetica Neue"/>
              </a:defRPr>
            </a:lvl8pPr>
            <a:lvl9pPr algn="l">
              <a:buNone/>
              <a:defRPr sz="1425" b="1">
                <a:solidFill>
                  <a:srgbClr val="243A50"/>
                </a:solidFill>
                <a:latin typeface="Helvetica Neue"/>
                <a:ea typeface="Helvetica Neue"/>
                <a:cs typeface="Helvetica Neue"/>
              </a:defRPr>
            </a:lvl9pPr>
          </a:lstStyle>
          <a:p xmlns:a="http://schemas.openxmlformats.org/drawingml/2006/main">
            <a:pPr algn="l">
              <a:buNone/>
              <a:defRPr sz="1425" b="1">
                <a:solidFill>
                  <a:srgbClr val="243A50"/>
                </a:solidFill>
                <a:latin typeface="Helvetica Neue"/>
                <a:ea typeface="Helvetica Neue"/>
                <a:cs typeface="Helvetica Neue"/>
              </a:defRPr>
            </a:pPr>
            <a:r>
              <a:rPr sz="1425" b="1">
                <a:solidFill>
                  <a:srgbClr val="243A50"/>
                </a:solidFill>
                <a:latin typeface="Helvetica Neue"/>
                <a:ea typeface="Helvetica Neue"/>
                <a:cs typeface="Helvetica Neue"/>
              </a:rPr>
              <a:t>520 presence indicators</a:t>
            </a:r>
          </a:p>
        </p:txBody>
      </p:sp>
      <p:sp>
        <p:nvSpPr>
          <p:cNvPr id="14" name="Rectangle 13">
            <a:extLst xmlns:a="http://schemas.openxmlformats.org/drawingml/2006/main">
              <a:ext uri="{FF2B5EF4-FFF2-40B4-BE49-F238E27FC236}">
                <a16:creationId xmlns:a16="http://schemas.microsoft.com/office/drawing/2014/main" id="{E507259A-C257-4D90-A39A-BCD14779969E}"/>
              </a:ext>
            </a:extLst>
          </p:cNvPr>
          <p:cNvSpPr>
            <a:spLocks xmlns:a="http://schemas.openxmlformats.org/drawingml/2006/main" noGrp="1"/>
          </p:cNvSpPr>
          <p:nvPr/>
        </p:nvSpPr>
        <p:spPr>
          <a:xfrm xmlns:a="http://schemas.openxmlformats.org/drawingml/2006/main">
            <a:off x="7267575" y="4000500"/>
            <a:ext cx="4191000" cy="523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a:bodyPr>
          <a:lstStyle xmlns:a="http://schemas.openxmlformats.org/drawingml/2006/main">
            <a:defPPr algn="l">
              <a:defRPr sz="1200" b="0">
                <a:solidFill>
                  <a:srgbClr val="33485D"/>
                </a:solidFill>
                <a:latin typeface="Helvetica Neue"/>
                <a:ea typeface="Helvetica Neue"/>
                <a:cs typeface="Helvetica Neue"/>
              </a:defRPr>
            </a:defPPr>
            <a:lvl1pPr algn="l">
              <a:buNone/>
              <a:defRPr sz="1200" b="0">
                <a:solidFill>
                  <a:srgbClr val="33485D"/>
                </a:solidFill>
                <a:latin typeface="Helvetica Neue"/>
                <a:ea typeface="Helvetica Neue"/>
                <a:cs typeface="Helvetica Neue"/>
              </a:defRPr>
            </a:lvl1pPr>
            <a:lvl2pPr algn="l">
              <a:buNone/>
              <a:defRPr sz="1200" b="0">
                <a:solidFill>
                  <a:srgbClr val="33485D"/>
                </a:solidFill>
                <a:latin typeface="Helvetica Neue"/>
                <a:ea typeface="Helvetica Neue"/>
                <a:cs typeface="Helvetica Neue"/>
              </a:defRPr>
            </a:lvl2pPr>
            <a:lvl3pPr algn="l">
              <a:buNone/>
              <a:defRPr sz="1200" b="0">
                <a:solidFill>
                  <a:srgbClr val="33485D"/>
                </a:solidFill>
                <a:latin typeface="Helvetica Neue"/>
                <a:ea typeface="Helvetica Neue"/>
                <a:cs typeface="Helvetica Neue"/>
              </a:defRPr>
            </a:lvl3pPr>
            <a:lvl4pPr algn="l">
              <a:buNone/>
              <a:defRPr sz="1200" b="0">
                <a:solidFill>
                  <a:srgbClr val="33485D"/>
                </a:solidFill>
                <a:latin typeface="Helvetica Neue"/>
                <a:ea typeface="Helvetica Neue"/>
                <a:cs typeface="Helvetica Neue"/>
              </a:defRPr>
            </a:lvl4pPr>
            <a:lvl5pPr algn="l">
              <a:buNone/>
              <a:defRPr sz="1200" b="0">
                <a:solidFill>
                  <a:srgbClr val="33485D"/>
                </a:solidFill>
                <a:latin typeface="Helvetica Neue"/>
                <a:ea typeface="Helvetica Neue"/>
                <a:cs typeface="Helvetica Neue"/>
              </a:defRPr>
            </a:lvl5pPr>
            <a:lvl6pPr algn="l">
              <a:buNone/>
              <a:defRPr sz="1200" b="0">
                <a:solidFill>
                  <a:srgbClr val="33485D"/>
                </a:solidFill>
                <a:latin typeface="Helvetica Neue"/>
                <a:ea typeface="Helvetica Neue"/>
                <a:cs typeface="Helvetica Neue"/>
              </a:defRPr>
            </a:lvl6pPr>
            <a:lvl7pPr algn="l">
              <a:buNone/>
              <a:defRPr sz="1200" b="0">
                <a:solidFill>
                  <a:srgbClr val="33485D"/>
                </a:solidFill>
                <a:latin typeface="Helvetica Neue"/>
                <a:ea typeface="Helvetica Neue"/>
                <a:cs typeface="Helvetica Neue"/>
              </a:defRPr>
            </a:lvl7pPr>
            <a:lvl8pPr algn="l">
              <a:buNone/>
              <a:defRPr sz="1200" b="0">
                <a:solidFill>
                  <a:srgbClr val="33485D"/>
                </a:solidFill>
                <a:latin typeface="Helvetica Neue"/>
                <a:ea typeface="Helvetica Neue"/>
                <a:cs typeface="Helvetica Neue"/>
              </a:defRPr>
            </a:lvl8pPr>
            <a:lvl9pPr algn="l">
              <a:buNone/>
              <a:defRPr sz="1200" b="0">
                <a:solidFill>
                  <a:srgbClr val="33485D"/>
                </a:solidFill>
                <a:latin typeface="Helvetica Neue"/>
                <a:ea typeface="Helvetica Neue"/>
                <a:cs typeface="Helvetica Neue"/>
              </a:defRPr>
            </a:lvl9pPr>
          </a:lstStyle>
          <a:p xmlns:a="http://schemas.openxmlformats.org/drawingml/2006/main">
            <a:pPr algn="l">
              <a:buNone/>
              <a:defRPr sz="1200" b="0">
                <a:solidFill>
                  <a:srgbClr val="33485D"/>
                </a:solidFill>
                <a:latin typeface="Helvetica Neue"/>
                <a:ea typeface="Helvetica Neue"/>
                <a:cs typeface="Helvetica Neue"/>
              </a:defRPr>
            </a:pPr>
            <a:r>
              <a:rPr sz="1200" b="0">
                <a:solidFill>
                  <a:srgbClr val="33485D"/>
                </a:solidFill>
                <a:latin typeface="Helvetica Neue"/>
                <a:ea typeface="Helvetica Neue"/>
                <a:cs typeface="Helvetica Neue"/>
              </a:rPr>
              <a:t>Whether each WAP was observed.</a:t>
            </a:r>
          </a:p>
        </p:txBody>
      </p:sp>
      <p:sp>
        <p:nvSpPr>
          <p:cNvPr id="15" name="Rectangle 14">
            <a:extLst xmlns:a="http://schemas.openxmlformats.org/drawingml/2006/main">
              <a:ext uri="{FF2B5EF4-FFF2-40B4-BE49-F238E27FC236}">
                <a16:creationId xmlns:a16="http://schemas.microsoft.com/office/drawing/2014/main" id="{0B3A4D38-08E8-46B1-AF75-488528AD36AA}"/>
              </a:ext>
            </a:extLst>
          </p:cNvPr>
          <p:cNvSpPr>
            <a:spLocks xmlns:a="http://schemas.openxmlformats.org/drawingml/2006/main" noGrp="1"/>
          </p:cNvSpPr>
          <p:nvPr/>
        </p:nvSpPr>
        <p:spPr>
          <a:xfrm xmlns:a="http://schemas.openxmlformats.org/drawingml/2006/main">
            <a:off x="7000875" y="4591050"/>
            <a:ext cx="209550" cy="2571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a:bodyPr>
          <a:lstStyle xmlns:a="http://schemas.openxmlformats.org/drawingml/2006/main">
            <a:defPPr algn="l">
              <a:defRPr sz="1650" b="1">
                <a:solidFill>
                  <a:srgbClr val="64877F"/>
                </a:solidFill>
                <a:latin typeface="Helvetica Neue"/>
                <a:ea typeface="Helvetica Neue"/>
                <a:cs typeface="Helvetica Neue"/>
              </a:defRPr>
            </a:defPPr>
            <a:lvl1pPr algn="l">
              <a:buNone/>
              <a:defRPr sz="1650" b="1">
                <a:solidFill>
                  <a:srgbClr val="64877F"/>
                </a:solidFill>
                <a:latin typeface="Helvetica Neue"/>
                <a:ea typeface="Helvetica Neue"/>
                <a:cs typeface="Helvetica Neue"/>
              </a:defRPr>
            </a:lvl1pPr>
            <a:lvl2pPr algn="l">
              <a:buNone/>
              <a:defRPr sz="1650" b="1">
                <a:solidFill>
                  <a:srgbClr val="64877F"/>
                </a:solidFill>
                <a:latin typeface="Helvetica Neue"/>
                <a:ea typeface="Helvetica Neue"/>
                <a:cs typeface="Helvetica Neue"/>
              </a:defRPr>
            </a:lvl2pPr>
            <a:lvl3pPr algn="l">
              <a:buNone/>
              <a:defRPr sz="1650" b="1">
                <a:solidFill>
                  <a:srgbClr val="64877F"/>
                </a:solidFill>
                <a:latin typeface="Helvetica Neue"/>
                <a:ea typeface="Helvetica Neue"/>
                <a:cs typeface="Helvetica Neue"/>
              </a:defRPr>
            </a:lvl3pPr>
            <a:lvl4pPr algn="l">
              <a:buNone/>
              <a:defRPr sz="1650" b="1">
                <a:solidFill>
                  <a:srgbClr val="64877F"/>
                </a:solidFill>
                <a:latin typeface="Helvetica Neue"/>
                <a:ea typeface="Helvetica Neue"/>
                <a:cs typeface="Helvetica Neue"/>
              </a:defRPr>
            </a:lvl4pPr>
            <a:lvl5pPr algn="l">
              <a:buNone/>
              <a:defRPr sz="1650" b="1">
                <a:solidFill>
                  <a:srgbClr val="64877F"/>
                </a:solidFill>
                <a:latin typeface="Helvetica Neue"/>
                <a:ea typeface="Helvetica Neue"/>
                <a:cs typeface="Helvetica Neue"/>
              </a:defRPr>
            </a:lvl5pPr>
            <a:lvl6pPr algn="l">
              <a:buNone/>
              <a:defRPr sz="1650" b="1">
                <a:solidFill>
                  <a:srgbClr val="64877F"/>
                </a:solidFill>
                <a:latin typeface="Helvetica Neue"/>
                <a:ea typeface="Helvetica Neue"/>
                <a:cs typeface="Helvetica Neue"/>
              </a:defRPr>
            </a:lvl6pPr>
            <a:lvl7pPr algn="l">
              <a:buNone/>
              <a:defRPr sz="1650" b="1">
                <a:solidFill>
                  <a:srgbClr val="64877F"/>
                </a:solidFill>
                <a:latin typeface="Helvetica Neue"/>
                <a:ea typeface="Helvetica Neue"/>
                <a:cs typeface="Helvetica Neue"/>
              </a:defRPr>
            </a:lvl7pPr>
            <a:lvl8pPr algn="l">
              <a:buNone/>
              <a:defRPr sz="1650" b="1">
                <a:solidFill>
                  <a:srgbClr val="64877F"/>
                </a:solidFill>
                <a:latin typeface="Helvetica Neue"/>
                <a:ea typeface="Helvetica Neue"/>
                <a:cs typeface="Helvetica Neue"/>
              </a:defRPr>
            </a:lvl8pPr>
            <a:lvl9pPr algn="l">
              <a:buNone/>
              <a:defRPr sz="1650" b="1">
                <a:solidFill>
                  <a:srgbClr val="64877F"/>
                </a:solidFill>
                <a:latin typeface="Helvetica Neue"/>
                <a:ea typeface="Helvetica Neue"/>
                <a:cs typeface="Helvetica Neue"/>
              </a:defRPr>
            </a:lvl9pPr>
          </a:lstStyle>
          <a:p xmlns:a="http://schemas.openxmlformats.org/drawingml/2006/main">
            <a:pPr algn="l">
              <a:buNone/>
              <a:defRPr sz="1650" b="1">
                <a:solidFill>
                  <a:srgbClr val="64877F"/>
                </a:solidFill>
                <a:latin typeface="Helvetica Neue"/>
                <a:ea typeface="Helvetica Neue"/>
                <a:cs typeface="Helvetica Neue"/>
              </a:defRPr>
            </a:pPr>
            <a:r>
              <a:rPr sz="1650" b="1">
                <a:solidFill>
                  <a:srgbClr val="64877F"/>
                </a:solidFill>
                <a:latin typeface="Helvetica Neue"/>
                <a:ea typeface="Helvetica Neue"/>
                <a:cs typeface="Helvetica Neue"/>
              </a:rPr>
              <a:t>•</a:t>
            </a:r>
          </a:p>
        </p:txBody>
      </p:sp>
      <p:sp>
        <p:nvSpPr>
          <p:cNvPr id="16" name="Rectangle 15">
            <a:extLst xmlns:a="http://schemas.openxmlformats.org/drawingml/2006/main">
              <a:ext uri="{FF2B5EF4-FFF2-40B4-BE49-F238E27FC236}">
                <a16:creationId xmlns:a16="http://schemas.microsoft.com/office/drawing/2014/main" id="{EEFF7154-0108-47F3-AD22-C69CB99CD06A}"/>
              </a:ext>
            </a:extLst>
          </p:cNvPr>
          <p:cNvSpPr>
            <a:spLocks xmlns:a="http://schemas.openxmlformats.org/drawingml/2006/main" noGrp="1"/>
          </p:cNvSpPr>
          <p:nvPr/>
        </p:nvSpPr>
        <p:spPr>
          <a:xfrm xmlns:a="http://schemas.openxmlformats.org/drawingml/2006/main">
            <a:off x="7267575" y="4591050"/>
            <a:ext cx="4210050"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a:bodyPr>
          <a:lstStyle xmlns:a="http://schemas.openxmlformats.org/drawingml/2006/main">
            <a:defPPr algn="l">
              <a:defRPr sz="1425" b="1">
                <a:solidFill>
                  <a:srgbClr val="243A50"/>
                </a:solidFill>
                <a:latin typeface="Helvetica Neue"/>
                <a:ea typeface="Helvetica Neue"/>
                <a:cs typeface="Helvetica Neue"/>
              </a:defRPr>
            </a:defPPr>
            <a:lvl1pPr algn="l">
              <a:buNone/>
              <a:defRPr sz="1425" b="1">
                <a:solidFill>
                  <a:srgbClr val="243A50"/>
                </a:solidFill>
                <a:latin typeface="Helvetica Neue"/>
                <a:ea typeface="Helvetica Neue"/>
                <a:cs typeface="Helvetica Neue"/>
              </a:defRPr>
            </a:lvl1pPr>
            <a:lvl2pPr algn="l">
              <a:buNone/>
              <a:defRPr sz="1425" b="1">
                <a:solidFill>
                  <a:srgbClr val="243A50"/>
                </a:solidFill>
                <a:latin typeface="Helvetica Neue"/>
                <a:ea typeface="Helvetica Neue"/>
                <a:cs typeface="Helvetica Neue"/>
              </a:defRPr>
            </a:lvl2pPr>
            <a:lvl3pPr algn="l">
              <a:buNone/>
              <a:defRPr sz="1425" b="1">
                <a:solidFill>
                  <a:srgbClr val="243A50"/>
                </a:solidFill>
                <a:latin typeface="Helvetica Neue"/>
                <a:ea typeface="Helvetica Neue"/>
                <a:cs typeface="Helvetica Neue"/>
              </a:defRPr>
            </a:lvl3pPr>
            <a:lvl4pPr algn="l">
              <a:buNone/>
              <a:defRPr sz="1425" b="1">
                <a:solidFill>
                  <a:srgbClr val="243A50"/>
                </a:solidFill>
                <a:latin typeface="Helvetica Neue"/>
                <a:ea typeface="Helvetica Neue"/>
                <a:cs typeface="Helvetica Neue"/>
              </a:defRPr>
            </a:lvl4pPr>
            <a:lvl5pPr algn="l">
              <a:buNone/>
              <a:defRPr sz="1425" b="1">
                <a:solidFill>
                  <a:srgbClr val="243A50"/>
                </a:solidFill>
                <a:latin typeface="Helvetica Neue"/>
                <a:ea typeface="Helvetica Neue"/>
                <a:cs typeface="Helvetica Neue"/>
              </a:defRPr>
            </a:lvl5pPr>
            <a:lvl6pPr algn="l">
              <a:buNone/>
              <a:defRPr sz="1425" b="1">
                <a:solidFill>
                  <a:srgbClr val="243A50"/>
                </a:solidFill>
                <a:latin typeface="Helvetica Neue"/>
                <a:ea typeface="Helvetica Neue"/>
                <a:cs typeface="Helvetica Neue"/>
              </a:defRPr>
            </a:lvl6pPr>
            <a:lvl7pPr algn="l">
              <a:buNone/>
              <a:defRPr sz="1425" b="1">
                <a:solidFill>
                  <a:srgbClr val="243A50"/>
                </a:solidFill>
                <a:latin typeface="Helvetica Neue"/>
                <a:ea typeface="Helvetica Neue"/>
                <a:cs typeface="Helvetica Neue"/>
              </a:defRPr>
            </a:lvl7pPr>
            <a:lvl8pPr algn="l">
              <a:buNone/>
              <a:defRPr sz="1425" b="1">
                <a:solidFill>
                  <a:srgbClr val="243A50"/>
                </a:solidFill>
                <a:latin typeface="Helvetica Neue"/>
                <a:ea typeface="Helvetica Neue"/>
                <a:cs typeface="Helvetica Neue"/>
              </a:defRPr>
            </a:lvl8pPr>
            <a:lvl9pPr algn="l">
              <a:buNone/>
              <a:defRPr sz="1425" b="1">
                <a:solidFill>
                  <a:srgbClr val="243A50"/>
                </a:solidFill>
                <a:latin typeface="Helvetica Neue"/>
                <a:ea typeface="Helvetica Neue"/>
                <a:cs typeface="Helvetica Neue"/>
              </a:defRPr>
            </a:lvl9pPr>
          </a:lstStyle>
          <a:p xmlns:a="http://schemas.openxmlformats.org/drawingml/2006/main">
            <a:pPr algn="l">
              <a:buNone/>
              <a:defRPr sz="1425" b="1">
                <a:solidFill>
                  <a:srgbClr val="243A50"/>
                </a:solidFill>
                <a:latin typeface="Helvetica Neue"/>
                <a:ea typeface="Helvetica Neue"/>
                <a:cs typeface="Helvetica Neue"/>
              </a:defRPr>
            </a:pPr>
            <a:r>
              <a:rPr sz="1425" b="1">
                <a:solidFill>
                  <a:srgbClr val="243A50"/>
                </a:solidFill>
                <a:latin typeface="Helvetica Neue"/>
                <a:ea typeface="Helvetica Neue"/>
                <a:cs typeface="Helvetica Neue"/>
              </a:rPr>
              <a:t>6 signal summaries</a:t>
            </a:r>
          </a:p>
        </p:txBody>
      </p:sp>
      <p:sp>
        <p:nvSpPr>
          <p:cNvPr id="17" name="Rectangle 16">
            <a:extLst xmlns:a="http://schemas.openxmlformats.org/drawingml/2006/main">
              <a:ext uri="{FF2B5EF4-FFF2-40B4-BE49-F238E27FC236}">
                <a16:creationId xmlns:a16="http://schemas.microsoft.com/office/drawing/2014/main" id="{B502C38C-EAB4-403D-B526-4C59708545AC}"/>
              </a:ext>
            </a:extLst>
          </p:cNvPr>
          <p:cNvSpPr>
            <a:spLocks xmlns:a="http://schemas.openxmlformats.org/drawingml/2006/main" noGrp="1"/>
          </p:cNvSpPr>
          <p:nvPr/>
        </p:nvSpPr>
        <p:spPr>
          <a:xfrm xmlns:a="http://schemas.openxmlformats.org/drawingml/2006/main">
            <a:off x="7267575" y="4876800"/>
            <a:ext cx="4191000" cy="523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a:bodyPr>
          <a:lstStyle xmlns:a="http://schemas.openxmlformats.org/drawingml/2006/main">
            <a:defPPr algn="l">
              <a:defRPr sz="1200" b="0">
                <a:solidFill>
                  <a:srgbClr val="33485D"/>
                </a:solidFill>
                <a:latin typeface="Helvetica Neue"/>
                <a:ea typeface="Helvetica Neue"/>
                <a:cs typeface="Helvetica Neue"/>
              </a:defRPr>
            </a:defPPr>
            <a:lvl1pPr algn="l">
              <a:buNone/>
              <a:defRPr sz="1200" b="0">
                <a:solidFill>
                  <a:srgbClr val="33485D"/>
                </a:solidFill>
                <a:latin typeface="Helvetica Neue"/>
                <a:ea typeface="Helvetica Neue"/>
                <a:cs typeface="Helvetica Neue"/>
              </a:defRPr>
            </a:lvl1pPr>
            <a:lvl2pPr algn="l">
              <a:buNone/>
              <a:defRPr sz="1200" b="0">
                <a:solidFill>
                  <a:srgbClr val="33485D"/>
                </a:solidFill>
                <a:latin typeface="Helvetica Neue"/>
                <a:ea typeface="Helvetica Neue"/>
                <a:cs typeface="Helvetica Neue"/>
              </a:defRPr>
            </a:lvl2pPr>
            <a:lvl3pPr algn="l">
              <a:buNone/>
              <a:defRPr sz="1200" b="0">
                <a:solidFill>
                  <a:srgbClr val="33485D"/>
                </a:solidFill>
                <a:latin typeface="Helvetica Neue"/>
                <a:ea typeface="Helvetica Neue"/>
                <a:cs typeface="Helvetica Neue"/>
              </a:defRPr>
            </a:lvl3pPr>
            <a:lvl4pPr algn="l">
              <a:buNone/>
              <a:defRPr sz="1200" b="0">
                <a:solidFill>
                  <a:srgbClr val="33485D"/>
                </a:solidFill>
                <a:latin typeface="Helvetica Neue"/>
                <a:ea typeface="Helvetica Neue"/>
                <a:cs typeface="Helvetica Neue"/>
              </a:defRPr>
            </a:lvl4pPr>
            <a:lvl5pPr algn="l">
              <a:buNone/>
              <a:defRPr sz="1200" b="0">
                <a:solidFill>
                  <a:srgbClr val="33485D"/>
                </a:solidFill>
                <a:latin typeface="Helvetica Neue"/>
                <a:ea typeface="Helvetica Neue"/>
                <a:cs typeface="Helvetica Neue"/>
              </a:defRPr>
            </a:lvl5pPr>
            <a:lvl6pPr algn="l">
              <a:buNone/>
              <a:defRPr sz="1200" b="0">
                <a:solidFill>
                  <a:srgbClr val="33485D"/>
                </a:solidFill>
                <a:latin typeface="Helvetica Neue"/>
                <a:ea typeface="Helvetica Neue"/>
                <a:cs typeface="Helvetica Neue"/>
              </a:defRPr>
            </a:lvl6pPr>
            <a:lvl7pPr algn="l">
              <a:buNone/>
              <a:defRPr sz="1200" b="0">
                <a:solidFill>
                  <a:srgbClr val="33485D"/>
                </a:solidFill>
                <a:latin typeface="Helvetica Neue"/>
                <a:ea typeface="Helvetica Neue"/>
                <a:cs typeface="Helvetica Neue"/>
              </a:defRPr>
            </a:lvl7pPr>
            <a:lvl8pPr algn="l">
              <a:buNone/>
              <a:defRPr sz="1200" b="0">
                <a:solidFill>
                  <a:srgbClr val="33485D"/>
                </a:solidFill>
                <a:latin typeface="Helvetica Neue"/>
                <a:ea typeface="Helvetica Neue"/>
                <a:cs typeface="Helvetica Neue"/>
              </a:defRPr>
            </a:lvl8pPr>
            <a:lvl9pPr algn="l">
              <a:buNone/>
              <a:defRPr sz="1200" b="0">
                <a:solidFill>
                  <a:srgbClr val="33485D"/>
                </a:solidFill>
                <a:latin typeface="Helvetica Neue"/>
                <a:ea typeface="Helvetica Neue"/>
                <a:cs typeface="Helvetica Neue"/>
              </a:defRPr>
            </a:lvl9pPr>
          </a:lstStyle>
          <a:p xmlns:a="http://schemas.openxmlformats.org/drawingml/2006/main">
            <a:pPr algn="l">
              <a:buNone/>
              <a:defRPr sz="1200" b="0">
                <a:solidFill>
                  <a:srgbClr val="33485D"/>
                </a:solidFill>
                <a:latin typeface="Helvetica Neue"/>
                <a:ea typeface="Helvetica Neue"/>
                <a:cs typeface="Helvetica Neue"/>
              </a:defRPr>
            </a:pPr>
            <a:r>
              <a:rPr sz="1200" b="0">
                <a:solidFill>
                  <a:srgbClr val="33485D"/>
                </a:solidFill>
                <a:latin typeface="Helvetica Neue"/>
                <a:ea typeface="Helvetica Neue"/>
                <a:cs typeface="Helvetica Neue"/>
              </a:rPr>
              <a:t>Count heard, strongest RSSI, mean, standard deviation, strong-signal count, strongest WAP index.</a:t>
            </a:r>
          </a:p>
        </p:txBody>
      </p:sp>
      <p:sp>
        <p:nvSpPr>
          <p:cNvPr id="18" name="Rectangle 17">
            <a:extLst xmlns:a="http://schemas.openxmlformats.org/drawingml/2006/main">
              <a:ext uri="{FF2B5EF4-FFF2-40B4-BE49-F238E27FC236}">
                <a16:creationId xmlns:a16="http://schemas.microsoft.com/office/drawing/2014/main" id="{649E2DE2-15AD-4EF5-AC3A-236EB79AA2EB}"/>
              </a:ext>
            </a:extLst>
          </p:cNvPr>
          <p:cNvSpPr>
            <a:spLocks xmlns:a="http://schemas.openxmlformats.org/drawingml/2006/main" noGrp="1"/>
          </p:cNvSpPr>
          <p:nvPr/>
        </p:nvSpPr>
        <p:spPr>
          <a:xfrm xmlns:a="http://schemas.openxmlformats.org/drawingml/2006/main">
            <a:off x="6991350" y="5572125"/>
            <a:ext cx="4591050" cy="3524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96354"/>
          </a:bodyPr>
          <a:lstStyle xmlns:a="http://schemas.openxmlformats.org/drawingml/2006/main">
            <a:defPPr algn="l">
              <a:defRPr sz="1200" b="0">
                <a:solidFill>
                  <a:srgbClr val="33485D"/>
                </a:solidFill>
                <a:latin typeface="Helvetica Neue"/>
                <a:ea typeface="Helvetica Neue"/>
                <a:cs typeface="Helvetica Neue"/>
              </a:defRPr>
            </a:defPPr>
            <a:lvl1pPr algn="l">
              <a:buNone/>
              <a:defRPr sz="1200" b="0">
                <a:solidFill>
                  <a:srgbClr val="33485D"/>
                </a:solidFill>
                <a:latin typeface="Helvetica Neue"/>
                <a:ea typeface="Helvetica Neue"/>
                <a:cs typeface="Helvetica Neue"/>
              </a:defRPr>
            </a:lvl1pPr>
            <a:lvl2pPr algn="l">
              <a:buNone/>
              <a:defRPr sz="1200" b="0">
                <a:solidFill>
                  <a:srgbClr val="33485D"/>
                </a:solidFill>
                <a:latin typeface="Helvetica Neue"/>
                <a:ea typeface="Helvetica Neue"/>
                <a:cs typeface="Helvetica Neue"/>
              </a:defRPr>
            </a:lvl2pPr>
            <a:lvl3pPr algn="l">
              <a:buNone/>
              <a:defRPr sz="1200" b="0">
                <a:solidFill>
                  <a:srgbClr val="33485D"/>
                </a:solidFill>
                <a:latin typeface="Helvetica Neue"/>
                <a:ea typeface="Helvetica Neue"/>
                <a:cs typeface="Helvetica Neue"/>
              </a:defRPr>
            </a:lvl3pPr>
            <a:lvl4pPr algn="l">
              <a:buNone/>
              <a:defRPr sz="1200" b="0">
                <a:solidFill>
                  <a:srgbClr val="33485D"/>
                </a:solidFill>
                <a:latin typeface="Helvetica Neue"/>
                <a:ea typeface="Helvetica Neue"/>
                <a:cs typeface="Helvetica Neue"/>
              </a:defRPr>
            </a:lvl4pPr>
            <a:lvl5pPr algn="l">
              <a:buNone/>
              <a:defRPr sz="1200" b="0">
                <a:solidFill>
                  <a:srgbClr val="33485D"/>
                </a:solidFill>
                <a:latin typeface="Helvetica Neue"/>
                <a:ea typeface="Helvetica Neue"/>
                <a:cs typeface="Helvetica Neue"/>
              </a:defRPr>
            </a:lvl5pPr>
            <a:lvl6pPr algn="l">
              <a:buNone/>
              <a:defRPr sz="1200" b="0">
                <a:solidFill>
                  <a:srgbClr val="33485D"/>
                </a:solidFill>
                <a:latin typeface="Helvetica Neue"/>
                <a:ea typeface="Helvetica Neue"/>
                <a:cs typeface="Helvetica Neue"/>
              </a:defRPr>
            </a:lvl6pPr>
            <a:lvl7pPr algn="l">
              <a:buNone/>
              <a:defRPr sz="1200" b="0">
                <a:solidFill>
                  <a:srgbClr val="33485D"/>
                </a:solidFill>
                <a:latin typeface="Helvetica Neue"/>
                <a:ea typeface="Helvetica Neue"/>
                <a:cs typeface="Helvetica Neue"/>
              </a:defRPr>
            </a:lvl7pPr>
            <a:lvl8pPr algn="l">
              <a:buNone/>
              <a:defRPr sz="1200" b="0">
                <a:solidFill>
                  <a:srgbClr val="33485D"/>
                </a:solidFill>
                <a:latin typeface="Helvetica Neue"/>
                <a:ea typeface="Helvetica Neue"/>
                <a:cs typeface="Helvetica Neue"/>
              </a:defRPr>
            </a:lvl8pPr>
            <a:lvl9pPr algn="l">
              <a:buNone/>
              <a:defRPr sz="1200" b="0">
                <a:solidFill>
                  <a:srgbClr val="33485D"/>
                </a:solidFill>
                <a:latin typeface="Helvetica Neue"/>
                <a:ea typeface="Helvetica Neue"/>
                <a:cs typeface="Helvetica Neue"/>
              </a:defRPr>
            </a:lvl9pPr>
          </a:lstStyle>
          <a:p xmlns:a="http://schemas.openxmlformats.org/drawingml/2006/main">
            <a:pPr algn="l">
              <a:buNone/>
              <a:defRPr sz="1200" b="0">
                <a:solidFill>
                  <a:srgbClr val="33485D"/>
                </a:solidFill>
                <a:latin typeface="Helvetica Neue"/>
                <a:ea typeface="Helvetica Neue"/>
                <a:cs typeface="Helvetica Neue"/>
              </a:defRPr>
            </a:pPr>
            <a:r>
              <a:rPr sz="1200" b="0">
                <a:solidFill>
                  <a:srgbClr val="33485D"/>
                </a:solidFill>
                <a:latin typeface="Helvetica Neue"/>
                <a:ea typeface="Helvetica Neue"/>
                <a:cs typeface="Helvetica Neue"/>
              </a:rPr>
              <a:t>Output files retain targets and metadata beside predictors for auditing.</a:t>
            </a:r>
          </a:p>
        </p:txBody>
      </p:sp>
    </p:spTree>
    <p:extLst>
      <p:ext uri="{BB962C8B-B14F-4D97-AF65-F5344CB8AC3E}">
        <p14:creationId xmlns:p14="http://schemas.microsoft.com/office/powerpoint/2010/main" val="173238605"/>
      </p:ext>
    </p:extLst>
  </p:cSld>
</p:sld>
</file>

<file path=ppt/slides/slide7.xml><?xml version="1.0" encoding="utf-8"?>
<p:sld xmlns:p="http://schemas.openxmlformats.org/presentationml/2006/main">
  <p:cSld>
    <p:bg>
      <p:bgPr>
        <a:solidFill xmlns:a="http://schemas.openxmlformats.org/drawingml/2006/main">
          <a:srgbClr val="FAF9F6"/>
        </a:solidFill>
      </p:bgPr>
    </p:bg>
    <p:spTree>
      <p:nvGrpSpPr>
        <p:cNvPr id="1" name=""/>
        <p:cNvGrpSpPr/>
        <p:nvPr/>
      </p:nvGrpSpPr>
      <p:grpSpPr>
        <a:xfrm xmlns:a="http://schemas.openxmlformats.org/drawingml/2006/main"/>
      </p:grpSpPr>
      <p:sp>
        <p:nvSpPr>
          <p:cNvPr id="23" name="Rectangle 22">
            <a:extLst xmlns:a="http://schemas.openxmlformats.org/drawingml/2006/main">
              <a:ext uri="{FF2B5EF4-FFF2-40B4-BE49-F238E27FC236}">
                <a16:creationId xmlns:a16="http://schemas.microsoft.com/office/drawing/2014/main" id="{8939B888-0348-4320-80B5-0F0E86CC06C8}"/>
              </a:ext>
            </a:extLst>
          </p:cNvPr>
          <p:cNvSpPr>
            <a:spLocks xmlns:a="http://schemas.openxmlformats.org/drawingml/2006/main" noGrp="1"/>
          </p:cNvSpPr>
          <p:nvPr/>
        </p:nvSpPr>
        <p:spPr>
          <a:xfrm xmlns:a="http://schemas.openxmlformats.org/drawingml/2006/main">
            <a:off x="0" y="0"/>
            <a:ext cx="12192000" cy="104775"/>
          </a:xfrm>
          <a:prstGeom xmlns:a="http://schemas.openxmlformats.org/drawingml/2006/main" prst="rect">
            <a:avLst/>
          </a:prstGeom>
          <a:solidFill xmlns:a="http://schemas.openxmlformats.org/drawingml/2006/main">
            <a:srgbClr val="C7DBD1"/>
          </a:solidFill>
          <a:ln xmlns:a="http://schemas.openxmlformats.org/drawingml/2006/main" w="0">
            <a:noFill/>
            <a:prstDash val="solid"/>
          </a:ln>
        </p:spPr>
      </p:sp>
      <p:sp>
        <p:nvSpPr>
          <p:cNvPr id="2" name="Rectangle 1">
            <a:extLst xmlns:a="http://schemas.openxmlformats.org/drawingml/2006/main">
              <a:ext uri="{FF2B5EF4-FFF2-40B4-BE49-F238E27FC236}">
                <a16:creationId xmlns:a16="http://schemas.microsoft.com/office/drawing/2014/main" id="{71E33576-D700-4B9F-A549-9FF9F6DB10FB}"/>
              </a:ext>
            </a:extLst>
          </p:cNvPr>
          <p:cNvSpPr>
            <a:spLocks xmlns:a="http://schemas.openxmlformats.org/drawingml/2006/main" noGrp="1"/>
          </p:cNvSpPr>
          <p:nvPr/>
        </p:nvSpPr>
        <p:spPr>
          <a:xfrm xmlns:a="http://schemas.openxmlformats.org/drawingml/2006/main">
            <a:off x="609600" y="371475"/>
            <a:ext cx="1097280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a:bodyPr>
          <a:lstStyle xmlns:a="http://schemas.openxmlformats.org/drawingml/2006/main">
            <a:defPPr algn="l">
              <a:defRPr sz="2625" b="1">
                <a:solidFill>
                  <a:srgbClr val="243A50"/>
                </a:solidFill>
                <a:latin typeface="Helvetica Neue"/>
                <a:ea typeface="Helvetica Neue"/>
                <a:cs typeface="Helvetica Neue"/>
              </a:defRPr>
            </a:defPPr>
            <a:lvl1pPr algn="l">
              <a:buNone/>
              <a:defRPr sz="2625" b="1">
                <a:solidFill>
                  <a:srgbClr val="243A50"/>
                </a:solidFill>
                <a:latin typeface="Helvetica Neue"/>
                <a:ea typeface="Helvetica Neue"/>
                <a:cs typeface="Helvetica Neue"/>
              </a:defRPr>
            </a:lvl1pPr>
            <a:lvl2pPr algn="l">
              <a:buNone/>
              <a:defRPr sz="2625" b="1">
                <a:solidFill>
                  <a:srgbClr val="243A50"/>
                </a:solidFill>
                <a:latin typeface="Helvetica Neue"/>
                <a:ea typeface="Helvetica Neue"/>
                <a:cs typeface="Helvetica Neue"/>
              </a:defRPr>
            </a:lvl2pPr>
            <a:lvl3pPr algn="l">
              <a:buNone/>
              <a:defRPr sz="2625" b="1">
                <a:solidFill>
                  <a:srgbClr val="243A50"/>
                </a:solidFill>
                <a:latin typeface="Helvetica Neue"/>
                <a:ea typeface="Helvetica Neue"/>
                <a:cs typeface="Helvetica Neue"/>
              </a:defRPr>
            </a:lvl3pPr>
            <a:lvl4pPr algn="l">
              <a:buNone/>
              <a:defRPr sz="2625" b="1">
                <a:solidFill>
                  <a:srgbClr val="243A50"/>
                </a:solidFill>
                <a:latin typeface="Helvetica Neue"/>
                <a:ea typeface="Helvetica Neue"/>
                <a:cs typeface="Helvetica Neue"/>
              </a:defRPr>
            </a:lvl4pPr>
            <a:lvl5pPr algn="l">
              <a:buNone/>
              <a:defRPr sz="2625" b="1">
                <a:solidFill>
                  <a:srgbClr val="243A50"/>
                </a:solidFill>
                <a:latin typeface="Helvetica Neue"/>
                <a:ea typeface="Helvetica Neue"/>
                <a:cs typeface="Helvetica Neue"/>
              </a:defRPr>
            </a:lvl5pPr>
            <a:lvl6pPr algn="l">
              <a:buNone/>
              <a:defRPr sz="2625" b="1">
                <a:solidFill>
                  <a:srgbClr val="243A50"/>
                </a:solidFill>
                <a:latin typeface="Helvetica Neue"/>
                <a:ea typeface="Helvetica Neue"/>
                <a:cs typeface="Helvetica Neue"/>
              </a:defRPr>
            </a:lvl6pPr>
            <a:lvl7pPr algn="l">
              <a:buNone/>
              <a:defRPr sz="2625" b="1">
                <a:solidFill>
                  <a:srgbClr val="243A50"/>
                </a:solidFill>
                <a:latin typeface="Helvetica Neue"/>
                <a:ea typeface="Helvetica Neue"/>
                <a:cs typeface="Helvetica Neue"/>
              </a:defRPr>
            </a:lvl7pPr>
            <a:lvl8pPr algn="l">
              <a:buNone/>
              <a:defRPr sz="2625" b="1">
                <a:solidFill>
                  <a:srgbClr val="243A50"/>
                </a:solidFill>
                <a:latin typeface="Helvetica Neue"/>
                <a:ea typeface="Helvetica Neue"/>
                <a:cs typeface="Helvetica Neue"/>
              </a:defRPr>
            </a:lvl8pPr>
            <a:lvl9pPr algn="l">
              <a:buNone/>
              <a:defRPr sz="2625" b="1">
                <a:solidFill>
                  <a:srgbClr val="243A50"/>
                </a:solidFill>
                <a:latin typeface="Helvetica Neue"/>
                <a:ea typeface="Helvetica Neue"/>
                <a:cs typeface="Helvetica Neue"/>
              </a:defRPr>
            </a:lvl9pPr>
          </a:lstStyle>
          <a:p xmlns:a="http://schemas.openxmlformats.org/drawingml/2006/main">
            <a:pPr algn="l">
              <a:buNone/>
              <a:defRPr sz="2625" b="1">
                <a:solidFill>
                  <a:srgbClr val="243A50"/>
                </a:solidFill>
                <a:latin typeface="Helvetica Neue"/>
                <a:ea typeface="Helvetica Neue"/>
                <a:cs typeface="Helvetica Neue"/>
              </a:defRPr>
            </a:pPr>
            <a:r>
              <a:rPr sz="2625" b="1">
                <a:solidFill>
                  <a:srgbClr val="243A50"/>
                </a:solidFill>
                <a:latin typeface="Helvetica Neue"/>
                <a:ea typeface="Helvetica Neue"/>
                <a:cs typeface="Helvetica Neue"/>
              </a:rPr>
              <a:t>Workstream 2 · Building model pipeline</a:t>
            </a:r>
          </a:p>
        </p:txBody>
      </p:sp>
      <p:sp>
        <p:nvSpPr>
          <p:cNvPr id="3" name="Rectangle 2">
            <a:extLst xmlns:a="http://schemas.openxmlformats.org/drawingml/2006/main">
              <a:ext uri="{FF2B5EF4-FFF2-40B4-BE49-F238E27FC236}">
                <a16:creationId xmlns:a16="http://schemas.microsoft.com/office/drawing/2014/main" id="{1A033938-DE61-48BB-AED9-5D824697BE79}"/>
              </a:ext>
            </a:extLst>
          </p:cNvPr>
          <p:cNvSpPr>
            <a:spLocks xmlns:a="http://schemas.openxmlformats.org/drawingml/2006/main" noGrp="1"/>
          </p:cNvSpPr>
          <p:nvPr/>
        </p:nvSpPr>
        <p:spPr>
          <a:xfrm xmlns:a="http://schemas.openxmlformats.org/drawingml/2006/main">
            <a:off x="628650" y="904875"/>
            <a:ext cx="108394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a:bodyPr>
          <a:lstStyle xmlns:a="http://schemas.openxmlformats.org/drawingml/2006/main">
            <a:defPPr algn="l">
              <a:defRPr sz="1350" b="0">
                <a:solidFill>
                  <a:srgbClr val="63788A"/>
                </a:solidFill>
                <a:latin typeface="Helvetica Neue"/>
                <a:ea typeface="Helvetica Neue"/>
                <a:cs typeface="Helvetica Neue"/>
              </a:defRPr>
            </a:defPPr>
            <a:lvl1pPr algn="l">
              <a:buNone/>
              <a:defRPr sz="1350" b="0">
                <a:solidFill>
                  <a:srgbClr val="63788A"/>
                </a:solidFill>
                <a:latin typeface="Helvetica Neue"/>
                <a:ea typeface="Helvetica Neue"/>
                <a:cs typeface="Helvetica Neue"/>
              </a:defRPr>
            </a:lvl1pPr>
            <a:lvl2pPr algn="l">
              <a:buNone/>
              <a:defRPr sz="1350" b="0">
                <a:solidFill>
                  <a:srgbClr val="63788A"/>
                </a:solidFill>
                <a:latin typeface="Helvetica Neue"/>
                <a:ea typeface="Helvetica Neue"/>
                <a:cs typeface="Helvetica Neue"/>
              </a:defRPr>
            </a:lvl2pPr>
            <a:lvl3pPr algn="l">
              <a:buNone/>
              <a:defRPr sz="1350" b="0">
                <a:solidFill>
                  <a:srgbClr val="63788A"/>
                </a:solidFill>
                <a:latin typeface="Helvetica Neue"/>
                <a:ea typeface="Helvetica Neue"/>
                <a:cs typeface="Helvetica Neue"/>
              </a:defRPr>
            </a:lvl3pPr>
            <a:lvl4pPr algn="l">
              <a:buNone/>
              <a:defRPr sz="1350" b="0">
                <a:solidFill>
                  <a:srgbClr val="63788A"/>
                </a:solidFill>
                <a:latin typeface="Helvetica Neue"/>
                <a:ea typeface="Helvetica Neue"/>
                <a:cs typeface="Helvetica Neue"/>
              </a:defRPr>
            </a:lvl4pPr>
            <a:lvl5pPr algn="l">
              <a:buNone/>
              <a:defRPr sz="1350" b="0">
                <a:solidFill>
                  <a:srgbClr val="63788A"/>
                </a:solidFill>
                <a:latin typeface="Helvetica Neue"/>
                <a:ea typeface="Helvetica Neue"/>
                <a:cs typeface="Helvetica Neue"/>
              </a:defRPr>
            </a:lvl5pPr>
            <a:lvl6pPr algn="l">
              <a:buNone/>
              <a:defRPr sz="1350" b="0">
                <a:solidFill>
                  <a:srgbClr val="63788A"/>
                </a:solidFill>
                <a:latin typeface="Helvetica Neue"/>
                <a:ea typeface="Helvetica Neue"/>
                <a:cs typeface="Helvetica Neue"/>
              </a:defRPr>
            </a:lvl6pPr>
            <a:lvl7pPr algn="l">
              <a:buNone/>
              <a:defRPr sz="1350" b="0">
                <a:solidFill>
                  <a:srgbClr val="63788A"/>
                </a:solidFill>
                <a:latin typeface="Helvetica Neue"/>
                <a:ea typeface="Helvetica Neue"/>
                <a:cs typeface="Helvetica Neue"/>
              </a:defRPr>
            </a:lvl7pPr>
            <a:lvl8pPr algn="l">
              <a:buNone/>
              <a:defRPr sz="1350" b="0">
                <a:solidFill>
                  <a:srgbClr val="63788A"/>
                </a:solidFill>
                <a:latin typeface="Helvetica Neue"/>
                <a:ea typeface="Helvetica Neue"/>
                <a:cs typeface="Helvetica Neue"/>
              </a:defRPr>
            </a:lvl8pPr>
            <a:lvl9pPr algn="l">
              <a:buNone/>
              <a:defRPr sz="1350" b="0">
                <a:solidFill>
                  <a:srgbClr val="63788A"/>
                </a:solidFill>
                <a:latin typeface="Helvetica Neue"/>
                <a:ea typeface="Helvetica Neue"/>
                <a:cs typeface="Helvetica Neue"/>
              </a:defRPr>
            </a:lvl9pPr>
          </a:lstStyle>
          <a:p xmlns:a="http://schemas.openxmlformats.org/drawingml/2006/main">
            <a:pPr algn="l">
              <a:buNone/>
              <a:defRPr sz="1350" b="0">
                <a:solidFill>
                  <a:srgbClr val="63788A"/>
                </a:solidFill>
                <a:latin typeface="Helvetica Neue"/>
                <a:ea typeface="Helvetica Neue"/>
                <a:cs typeface="Helvetica Neue"/>
              </a:defRPr>
            </a:pPr>
            <a:r>
              <a:rPr sz="1350" b="0">
                <a:solidFill>
                  <a:srgbClr val="63788A"/>
                </a:solidFill>
                <a:latin typeface="Helvetica Neue"/>
                <a:ea typeface="Helvetica Neue"/>
                <a:cs typeface="Helvetica Neue"/>
              </a:rPr>
              <a:t>Train a building classifier on the shared feature matrix.</a:t>
            </a:r>
          </a:p>
        </p:txBody>
      </p:sp>
      <p:sp>
        <p:nvSpPr>
          <p:cNvPr id="4" name="Straight Connector 3">
            <a:extLst xmlns:a="http://schemas.openxmlformats.org/drawingml/2006/main">
              <a:ext uri="{FF2B5EF4-FFF2-40B4-BE49-F238E27FC236}">
                <a16:creationId xmlns:a16="http://schemas.microsoft.com/office/drawing/2014/main" id="{055698F7-92FC-4935-932D-07E94C4CCE9B}"/>
              </a:ext>
            </a:extLst>
          </p:cNvPr>
          <p:cNvSpPr>
            <a:spLocks xmlns:a="http://schemas.openxmlformats.org/drawingml/2006/main" noGrp="1"/>
          </p:cNvSpPr>
          <p:nvPr/>
        </p:nvSpPr>
        <p:spPr>
          <a:xfrm xmlns:a="http://schemas.openxmlformats.org/drawingml/2006/main">
            <a:off x="609600" y="6381750"/>
            <a:ext cx="10972800" cy="0"/>
          </a:xfrm>
          <a:prstGeom xmlns:a="http://schemas.openxmlformats.org/drawingml/2006/main" prst="line">
            <a:avLst/>
          </a:prstGeom>
          <a:noFill xmlns:a="http://schemas.openxmlformats.org/drawingml/2006/main"/>
          <a:ln xmlns:a="http://schemas.openxmlformats.org/drawingml/2006/main" w="9525">
            <a:solidFill>
              <a:srgbClr val="CBD5DA"/>
            </a:solidFill>
            <a:prstDash val="solid"/>
          </a:ln>
        </p:spPr>
      </p:sp>
      <p:sp>
        <p:nvSpPr>
          <p:cNvPr id="5" name="Rectangle 4">
            <a:extLst xmlns:a="http://schemas.openxmlformats.org/drawingml/2006/main">
              <a:ext uri="{FF2B5EF4-FFF2-40B4-BE49-F238E27FC236}">
                <a16:creationId xmlns:a16="http://schemas.microsoft.com/office/drawing/2014/main" id="{9E366D7A-4BDA-4B89-B8AC-8EA1F78444C2}"/>
              </a:ext>
            </a:extLst>
          </p:cNvPr>
          <p:cNvSpPr>
            <a:spLocks xmlns:a="http://schemas.openxmlformats.org/drawingml/2006/main" noGrp="1"/>
          </p:cNvSpPr>
          <p:nvPr/>
        </p:nvSpPr>
        <p:spPr>
          <a:xfrm xmlns:a="http://schemas.openxmlformats.org/drawingml/2006/main">
            <a:off x="609600" y="6477000"/>
            <a:ext cx="109728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a:bodyPr>
          <a:lstStyle xmlns:a="http://schemas.openxmlformats.org/drawingml/2006/main">
            <a:defPPr algn="r">
              <a:defRPr sz="900" b="0">
                <a:solidFill>
                  <a:srgbClr val="63788A"/>
                </a:solidFill>
                <a:latin typeface="Helvetica Neue"/>
                <a:ea typeface="Helvetica Neue"/>
                <a:cs typeface="Helvetica Neue"/>
              </a:defRPr>
            </a:defPPr>
            <a:lvl1pPr algn="r">
              <a:buNone/>
              <a:defRPr sz="900" b="0">
                <a:solidFill>
                  <a:srgbClr val="63788A"/>
                </a:solidFill>
                <a:latin typeface="Helvetica Neue"/>
                <a:ea typeface="Helvetica Neue"/>
                <a:cs typeface="Helvetica Neue"/>
              </a:defRPr>
            </a:lvl1pPr>
            <a:lvl2pPr algn="r">
              <a:buNone/>
              <a:defRPr sz="900" b="0">
                <a:solidFill>
                  <a:srgbClr val="63788A"/>
                </a:solidFill>
                <a:latin typeface="Helvetica Neue"/>
                <a:ea typeface="Helvetica Neue"/>
                <a:cs typeface="Helvetica Neue"/>
              </a:defRPr>
            </a:lvl2pPr>
            <a:lvl3pPr algn="r">
              <a:buNone/>
              <a:defRPr sz="900" b="0">
                <a:solidFill>
                  <a:srgbClr val="63788A"/>
                </a:solidFill>
                <a:latin typeface="Helvetica Neue"/>
                <a:ea typeface="Helvetica Neue"/>
                <a:cs typeface="Helvetica Neue"/>
              </a:defRPr>
            </a:lvl3pPr>
            <a:lvl4pPr algn="r">
              <a:buNone/>
              <a:defRPr sz="900" b="0">
                <a:solidFill>
                  <a:srgbClr val="63788A"/>
                </a:solidFill>
                <a:latin typeface="Helvetica Neue"/>
                <a:ea typeface="Helvetica Neue"/>
                <a:cs typeface="Helvetica Neue"/>
              </a:defRPr>
            </a:lvl4pPr>
            <a:lvl5pPr algn="r">
              <a:buNone/>
              <a:defRPr sz="900" b="0">
                <a:solidFill>
                  <a:srgbClr val="63788A"/>
                </a:solidFill>
                <a:latin typeface="Helvetica Neue"/>
                <a:ea typeface="Helvetica Neue"/>
                <a:cs typeface="Helvetica Neue"/>
              </a:defRPr>
            </a:lvl5pPr>
            <a:lvl6pPr algn="r">
              <a:buNone/>
              <a:defRPr sz="900" b="0">
                <a:solidFill>
                  <a:srgbClr val="63788A"/>
                </a:solidFill>
                <a:latin typeface="Helvetica Neue"/>
                <a:ea typeface="Helvetica Neue"/>
                <a:cs typeface="Helvetica Neue"/>
              </a:defRPr>
            </a:lvl6pPr>
            <a:lvl7pPr algn="r">
              <a:buNone/>
              <a:defRPr sz="900" b="0">
                <a:solidFill>
                  <a:srgbClr val="63788A"/>
                </a:solidFill>
                <a:latin typeface="Helvetica Neue"/>
                <a:ea typeface="Helvetica Neue"/>
                <a:cs typeface="Helvetica Neue"/>
              </a:defRPr>
            </a:lvl7pPr>
            <a:lvl8pPr algn="r">
              <a:buNone/>
              <a:defRPr sz="900" b="0">
                <a:solidFill>
                  <a:srgbClr val="63788A"/>
                </a:solidFill>
                <a:latin typeface="Helvetica Neue"/>
                <a:ea typeface="Helvetica Neue"/>
                <a:cs typeface="Helvetica Neue"/>
              </a:defRPr>
            </a:lvl8pPr>
            <a:lvl9pPr algn="r">
              <a:buNone/>
              <a:defRPr sz="900" b="0">
                <a:solidFill>
                  <a:srgbClr val="63788A"/>
                </a:solidFill>
                <a:latin typeface="Helvetica Neue"/>
                <a:ea typeface="Helvetica Neue"/>
                <a:cs typeface="Helvetica Neue"/>
              </a:defRPr>
            </a:lvl9pPr>
          </a:lstStyle>
          <a:p xmlns:a="http://schemas.openxmlformats.org/drawingml/2006/main">
            <a:pPr algn="r">
              <a:buNone/>
              <a:defRPr sz="900" b="0">
                <a:solidFill>
                  <a:srgbClr val="63788A"/>
                </a:solidFill>
                <a:latin typeface="Helvetica Neue"/>
                <a:ea typeface="Helvetica Neue"/>
                <a:cs typeface="Helvetica Neue"/>
              </a:defRPr>
            </a:pPr>
            <a:r>
              <a:rPr sz="900" b="0">
                <a:solidFill>
                  <a:srgbClr val="63788A"/>
                </a:solidFill>
                <a:latin typeface="Helvetica Neue"/>
                <a:ea typeface="Helvetica Neue"/>
                <a:cs typeface="Helvetica Neue"/>
              </a:rPr>
              <a:t>PROJECT 9  •  AML VIVA  •  07</a:t>
            </a:r>
          </a:p>
        </p:txBody>
      </p:sp>
      <p:sp>
        <p:nvSpPr>
          <p:cNvPr id="6" name="Rounded Rectangle 5">
            <a:extLst xmlns:a="http://schemas.openxmlformats.org/drawingml/2006/main">
              <a:ext uri="{FF2B5EF4-FFF2-40B4-BE49-F238E27FC236}">
                <a16:creationId xmlns:a16="http://schemas.microsoft.com/office/drawing/2014/main" id="{98C5CFBC-5BE5-4A25-8E85-2A9A99FC2448}"/>
              </a:ext>
            </a:extLst>
          </p:cNvPr>
          <p:cNvSpPr>
            <a:spLocks xmlns:a="http://schemas.openxmlformats.org/drawingml/2006/main" noGrp="1"/>
          </p:cNvSpPr>
          <p:nvPr/>
        </p:nvSpPr>
        <p:spPr>
          <a:xfrm xmlns:a="http://schemas.openxmlformats.org/drawingml/2006/main">
            <a:off x="647700" y="2095500"/>
            <a:ext cx="2143125" cy="1485900"/>
          </a:xfrm>
          <a:prstGeom xmlns:a="http://schemas.openxmlformats.org/drawingml/2006/main" prst="roundRect">
            <a:avLst>
              <a:gd name="adj" fmla="val 5128"/>
            </a:avLst>
          </a:prstGeom>
          <a:solidFill xmlns:a="http://schemas.openxmlformats.org/drawingml/2006/main">
            <a:srgbClr val="E8EFF4"/>
          </a:solidFill>
          <a:ln xmlns:a="http://schemas.openxmlformats.org/drawingml/2006/main" w="9525">
            <a:solidFill>
              <a:srgbClr val="CBD5DA"/>
            </a:solidFill>
            <a:prstDash val="solid"/>
          </a:ln>
        </p:spPr>
      </p:sp>
      <p:sp>
        <p:nvSpPr>
          <p:cNvPr id="7" name="Rectangle 6">
            <a:extLst xmlns:a="http://schemas.openxmlformats.org/drawingml/2006/main">
              <a:ext uri="{FF2B5EF4-FFF2-40B4-BE49-F238E27FC236}">
                <a16:creationId xmlns:a16="http://schemas.microsoft.com/office/drawing/2014/main" id="{66F8C904-9978-41B3-9BCC-C1158287A141}"/>
              </a:ext>
            </a:extLst>
          </p:cNvPr>
          <p:cNvSpPr>
            <a:spLocks xmlns:a="http://schemas.openxmlformats.org/drawingml/2006/main" noGrp="1"/>
          </p:cNvSpPr>
          <p:nvPr/>
        </p:nvSpPr>
        <p:spPr>
          <a:xfrm xmlns:a="http://schemas.openxmlformats.org/drawingml/2006/main">
            <a:off x="762000" y="2209800"/>
            <a:ext cx="1914525" cy="3333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a:bodyPr>
          <a:lstStyle xmlns:a="http://schemas.openxmlformats.org/drawingml/2006/main">
            <a:defPPr algn="ctr">
              <a:defRPr sz="1500" b="1">
                <a:solidFill>
                  <a:srgbClr val="243A50"/>
                </a:solidFill>
                <a:latin typeface="Helvetica Neue"/>
                <a:ea typeface="Helvetica Neue"/>
                <a:cs typeface="Helvetica Neue"/>
              </a:defRPr>
            </a:defPPr>
            <a:lvl1pPr algn="ctr">
              <a:buNone/>
              <a:defRPr sz="1500" b="1">
                <a:solidFill>
                  <a:srgbClr val="243A50"/>
                </a:solidFill>
                <a:latin typeface="Helvetica Neue"/>
                <a:ea typeface="Helvetica Neue"/>
                <a:cs typeface="Helvetica Neue"/>
              </a:defRPr>
            </a:lvl1pPr>
            <a:lvl2pPr algn="ctr">
              <a:buNone/>
              <a:defRPr sz="1500" b="1">
                <a:solidFill>
                  <a:srgbClr val="243A50"/>
                </a:solidFill>
                <a:latin typeface="Helvetica Neue"/>
                <a:ea typeface="Helvetica Neue"/>
                <a:cs typeface="Helvetica Neue"/>
              </a:defRPr>
            </a:lvl2pPr>
            <a:lvl3pPr algn="ctr">
              <a:buNone/>
              <a:defRPr sz="1500" b="1">
                <a:solidFill>
                  <a:srgbClr val="243A50"/>
                </a:solidFill>
                <a:latin typeface="Helvetica Neue"/>
                <a:ea typeface="Helvetica Neue"/>
                <a:cs typeface="Helvetica Neue"/>
              </a:defRPr>
            </a:lvl3pPr>
            <a:lvl4pPr algn="ctr">
              <a:buNone/>
              <a:defRPr sz="1500" b="1">
                <a:solidFill>
                  <a:srgbClr val="243A50"/>
                </a:solidFill>
                <a:latin typeface="Helvetica Neue"/>
                <a:ea typeface="Helvetica Neue"/>
                <a:cs typeface="Helvetica Neue"/>
              </a:defRPr>
            </a:lvl4pPr>
            <a:lvl5pPr algn="ctr">
              <a:buNone/>
              <a:defRPr sz="1500" b="1">
                <a:solidFill>
                  <a:srgbClr val="243A50"/>
                </a:solidFill>
                <a:latin typeface="Helvetica Neue"/>
                <a:ea typeface="Helvetica Neue"/>
                <a:cs typeface="Helvetica Neue"/>
              </a:defRPr>
            </a:lvl5pPr>
            <a:lvl6pPr algn="ctr">
              <a:buNone/>
              <a:defRPr sz="1500" b="1">
                <a:solidFill>
                  <a:srgbClr val="243A50"/>
                </a:solidFill>
                <a:latin typeface="Helvetica Neue"/>
                <a:ea typeface="Helvetica Neue"/>
                <a:cs typeface="Helvetica Neue"/>
              </a:defRPr>
            </a:lvl6pPr>
            <a:lvl7pPr algn="ctr">
              <a:buNone/>
              <a:defRPr sz="1500" b="1">
                <a:solidFill>
                  <a:srgbClr val="243A50"/>
                </a:solidFill>
                <a:latin typeface="Helvetica Neue"/>
                <a:ea typeface="Helvetica Neue"/>
                <a:cs typeface="Helvetica Neue"/>
              </a:defRPr>
            </a:lvl7pPr>
            <a:lvl8pPr algn="ctr">
              <a:buNone/>
              <a:defRPr sz="1500" b="1">
                <a:solidFill>
                  <a:srgbClr val="243A50"/>
                </a:solidFill>
                <a:latin typeface="Helvetica Neue"/>
                <a:ea typeface="Helvetica Neue"/>
                <a:cs typeface="Helvetica Neue"/>
              </a:defRPr>
            </a:lvl8pPr>
            <a:lvl9pPr algn="ctr">
              <a:buNone/>
              <a:defRPr sz="1500" b="1">
                <a:solidFill>
                  <a:srgbClr val="243A50"/>
                </a:solidFill>
                <a:latin typeface="Helvetica Neue"/>
                <a:ea typeface="Helvetica Neue"/>
                <a:cs typeface="Helvetica Neue"/>
              </a:defRPr>
            </a:lvl9pPr>
          </a:lstStyle>
          <a:p xmlns:a="http://schemas.openxmlformats.org/drawingml/2006/main">
            <a:pPr algn="ctr">
              <a:buNone/>
              <a:defRPr sz="1500" b="1">
                <a:solidFill>
                  <a:srgbClr val="243A50"/>
                </a:solidFill>
                <a:latin typeface="Helvetica Neue"/>
                <a:ea typeface="Helvetica Neue"/>
                <a:cs typeface="Helvetica Neue"/>
              </a:defRPr>
            </a:pPr>
            <a:r>
              <a:rPr sz="1500" b="1">
                <a:solidFill>
                  <a:srgbClr val="243A50"/>
                </a:solidFill>
                <a:latin typeface="Helvetica Neue"/>
                <a:ea typeface="Helvetica Neue"/>
                <a:cs typeface="Helvetica Neue"/>
              </a:rPr>
              <a:t>Inputs</a:t>
            </a:r>
          </a:p>
        </p:txBody>
      </p:sp>
      <p:sp>
        <p:nvSpPr>
          <p:cNvPr id="8" name="Rectangle 7">
            <a:extLst xmlns:a="http://schemas.openxmlformats.org/drawingml/2006/main">
              <a:ext uri="{FF2B5EF4-FFF2-40B4-BE49-F238E27FC236}">
                <a16:creationId xmlns:a16="http://schemas.microsoft.com/office/drawing/2014/main" id="{74F18160-5A3B-41EF-AAD6-6AC695335602}"/>
              </a:ext>
            </a:extLst>
          </p:cNvPr>
          <p:cNvSpPr>
            <a:spLocks xmlns:a="http://schemas.openxmlformats.org/drawingml/2006/main" noGrp="1"/>
          </p:cNvSpPr>
          <p:nvPr/>
        </p:nvSpPr>
        <p:spPr>
          <a:xfrm xmlns:a="http://schemas.openxmlformats.org/drawingml/2006/main">
            <a:off x="781050" y="2609850"/>
            <a:ext cx="1876425" cy="876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a:bodyPr>
          <a:lstStyle xmlns:a="http://schemas.openxmlformats.org/drawingml/2006/main">
            <a:defPPr algn="ctr">
              <a:defRPr sz="1200" b="0">
                <a:solidFill>
                  <a:srgbClr val="33485D"/>
                </a:solidFill>
                <a:latin typeface="Helvetica Neue"/>
                <a:ea typeface="Helvetica Neue"/>
                <a:cs typeface="Helvetica Neue"/>
              </a:defRPr>
            </a:defPPr>
            <a:lvl1pPr algn="ctr">
              <a:buNone/>
              <a:defRPr sz="1200" b="0">
                <a:solidFill>
                  <a:srgbClr val="33485D"/>
                </a:solidFill>
                <a:latin typeface="Helvetica Neue"/>
                <a:ea typeface="Helvetica Neue"/>
                <a:cs typeface="Helvetica Neue"/>
              </a:defRPr>
            </a:lvl1pPr>
            <a:lvl2pPr algn="ctr">
              <a:buNone/>
              <a:defRPr sz="1200" b="0">
                <a:solidFill>
                  <a:srgbClr val="33485D"/>
                </a:solidFill>
                <a:latin typeface="Helvetica Neue"/>
                <a:ea typeface="Helvetica Neue"/>
                <a:cs typeface="Helvetica Neue"/>
              </a:defRPr>
            </a:lvl2pPr>
            <a:lvl3pPr algn="ctr">
              <a:buNone/>
              <a:defRPr sz="1200" b="0">
                <a:solidFill>
                  <a:srgbClr val="33485D"/>
                </a:solidFill>
                <a:latin typeface="Helvetica Neue"/>
                <a:ea typeface="Helvetica Neue"/>
                <a:cs typeface="Helvetica Neue"/>
              </a:defRPr>
            </a:lvl3pPr>
            <a:lvl4pPr algn="ctr">
              <a:buNone/>
              <a:defRPr sz="1200" b="0">
                <a:solidFill>
                  <a:srgbClr val="33485D"/>
                </a:solidFill>
                <a:latin typeface="Helvetica Neue"/>
                <a:ea typeface="Helvetica Neue"/>
                <a:cs typeface="Helvetica Neue"/>
              </a:defRPr>
            </a:lvl4pPr>
            <a:lvl5pPr algn="ctr">
              <a:buNone/>
              <a:defRPr sz="1200" b="0">
                <a:solidFill>
                  <a:srgbClr val="33485D"/>
                </a:solidFill>
                <a:latin typeface="Helvetica Neue"/>
                <a:ea typeface="Helvetica Neue"/>
                <a:cs typeface="Helvetica Neue"/>
              </a:defRPr>
            </a:lvl5pPr>
            <a:lvl6pPr algn="ctr">
              <a:buNone/>
              <a:defRPr sz="1200" b="0">
                <a:solidFill>
                  <a:srgbClr val="33485D"/>
                </a:solidFill>
                <a:latin typeface="Helvetica Neue"/>
                <a:ea typeface="Helvetica Neue"/>
                <a:cs typeface="Helvetica Neue"/>
              </a:defRPr>
            </a:lvl6pPr>
            <a:lvl7pPr algn="ctr">
              <a:buNone/>
              <a:defRPr sz="1200" b="0">
                <a:solidFill>
                  <a:srgbClr val="33485D"/>
                </a:solidFill>
                <a:latin typeface="Helvetica Neue"/>
                <a:ea typeface="Helvetica Neue"/>
                <a:cs typeface="Helvetica Neue"/>
              </a:defRPr>
            </a:lvl7pPr>
            <a:lvl8pPr algn="ctr">
              <a:buNone/>
              <a:defRPr sz="1200" b="0">
                <a:solidFill>
                  <a:srgbClr val="33485D"/>
                </a:solidFill>
                <a:latin typeface="Helvetica Neue"/>
                <a:ea typeface="Helvetica Neue"/>
                <a:cs typeface="Helvetica Neue"/>
              </a:defRPr>
            </a:lvl8pPr>
            <a:lvl9pPr algn="ctr">
              <a:buNone/>
              <a:defRPr sz="1200" b="0">
                <a:solidFill>
                  <a:srgbClr val="33485D"/>
                </a:solidFill>
                <a:latin typeface="Helvetica Neue"/>
                <a:ea typeface="Helvetica Neue"/>
                <a:cs typeface="Helvetica Neue"/>
              </a:defRPr>
            </a:lvl9pPr>
          </a:lstStyle>
          <a:p xmlns:a="http://schemas.openxmlformats.org/drawingml/2006/main">
            <a:pPr algn="ctr">
              <a:buNone/>
              <a:defRPr sz="1200" b="0">
                <a:solidFill>
                  <a:srgbClr val="33485D"/>
                </a:solidFill>
                <a:latin typeface="Helvetica Neue"/>
                <a:ea typeface="Helvetica Neue"/>
                <a:cs typeface="Helvetica Neue"/>
              </a:defRPr>
            </a:pPr>
            <a:r>
              <a:rPr sz="1200" b="0">
                <a:solidFill>
                  <a:srgbClr val="33485D"/>
                </a:solidFill>
                <a:latin typeface="Helvetica Neue"/>
                <a:ea typeface="Helvetica Neue"/>
                <a:cs typeface="Helvetica Neue"/>
              </a:rPr>
              <a:t>1,046 approved</a:t>
            </a:r>
          </a:p>
          <a:p xmlns:a="http://schemas.openxmlformats.org/drawingml/2006/main">
            <a:pPr algn="ctr">
              <a:buNone/>
              <a:defRPr sz="1200" b="0">
                <a:solidFill>
                  <a:srgbClr val="33485D"/>
                </a:solidFill>
                <a:latin typeface="Helvetica Neue"/>
                <a:ea typeface="Helvetica Neue"/>
                <a:cs typeface="Helvetica Neue"/>
              </a:defRPr>
            </a:pPr>
            <a:r>
              <a:rPr sz="1200" b="0">
                <a:solidFill>
                  <a:srgbClr val="33485D"/>
                </a:solidFill>
                <a:latin typeface="Helvetica Neue"/>
                <a:ea typeface="Helvetica Neue"/>
                <a:cs typeface="Helvetica Neue"/>
              </a:rPr>
              <a:t>signal predictors</a:t>
            </a:r>
          </a:p>
        </p:txBody>
      </p:sp>
      <p:sp>
        <p:nvSpPr>
          <p:cNvPr id="9" name="Right Arrow 8">
            <a:extLst xmlns:a="http://schemas.openxmlformats.org/drawingml/2006/main">
              <a:ext uri="{FF2B5EF4-FFF2-40B4-BE49-F238E27FC236}">
                <a16:creationId xmlns:a16="http://schemas.microsoft.com/office/drawing/2014/main" id="{2404452C-2164-46CF-8FF7-07CF554EAF06}"/>
              </a:ext>
            </a:extLst>
          </p:cNvPr>
          <p:cNvSpPr>
            <a:spLocks xmlns:a="http://schemas.openxmlformats.org/drawingml/2006/main" noGrp="1"/>
          </p:cNvSpPr>
          <p:nvPr/>
        </p:nvSpPr>
        <p:spPr>
          <a:xfrm xmlns:a="http://schemas.openxmlformats.org/drawingml/2006/main">
            <a:off x="2924175" y="2733675"/>
            <a:ext cx="381000" cy="152400"/>
          </a:xfrm>
          <a:prstGeom xmlns:a="http://schemas.openxmlformats.org/drawingml/2006/main" prst="rightArrow">
            <a:avLst/>
          </a:prstGeom>
          <a:solidFill xmlns:a="http://schemas.openxmlformats.org/drawingml/2006/main">
            <a:srgbClr val="64877F"/>
          </a:solidFill>
          <a:ln xmlns:a="http://schemas.openxmlformats.org/drawingml/2006/main" w="0">
            <a:noFill/>
            <a:prstDash val="solid"/>
          </a:ln>
        </p:spPr>
      </p:sp>
      <p:sp>
        <p:nvSpPr>
          <p:cNvPr id="10" name="Rounded Rectangle 9">
            <a:extLst xmlns:a="http://schemas.openxmlformats.org/drawingml/2006/main">
              <a:ext uri="{FF2B5EF4-FFF2-40B4-BE49-F238E27FC236}">
                <a16:creationId xmlns:a16="http://schemas.microsoft.com/office/drawing/2014/main" id="{FDCAB14B-0FA6-49A4-AFD0-5556C6D3293D}"/>
              </a:ext>
            </a:extLst>
          </p:cNvPr>
          <p:cNvSpPr>
            <a:spLocks xmlns:a="http://schemas.openxmlformats.org/drawingml/2006/main" noGrp="1"/>
          </p:cNvSpPr>
          <p:nvPr/>
        </p:nvSpPr>
        <p:spPr>
          <a:xfrm xmlns:a="http://schemas.openxmlformats.org/drawingml/2006/main">
            <a:off x="3457575" y="2095500"/>
            <a:ext cx="2143125" cy="1485900"/>
          </a:xfrm>
          <a:prstGeom xmlns:a="http://schemas.openxmlformats.org/drawingml/2006/main" prst="roundRect">
            <a:avLst>
              <a:gd name="adj" fmla="val 5128"/>
            </a:avLst>
          </a:prstGeom>
          <a:solidFill xmlns:a="http://schemas.openxmlformats.org/drawingml/2006/main">
            <a:srgbClr val="F1E9DB"/>
          </a:solidFill>
          <a:ln xmlns:a="http://schemas.openxmlformats.org/drawingml/2006/main" w="9525">
            <a:solidFill>
              <a:srgbClr val="CBD5DA"/>
            </a:solidFill>
            <a:prstDash val="solid"/>
          </a:ln>
        </p:spPr>
      </p:sp>
      <p:sp>
        <p:nvSpPr>
          <p:cNvPr id="11" name="Rectangle 10">
            <a:extLst xmlns:a="http://schemas.openxmlformats.org/drawingml/2006/main">
              <a:ext uri="{FF2B5EF4-FFF2-40B4-BE49-F238E27FC236}">
                <a16:creationId xmlns:a16="http://schemas.microsoft.com/office/drawing/2014/main" id="{71EEEE48-8019-4A1B-BC9A-EC86DE035D24}"/>
              </a:ext>
            </a:extLst>
          </p:cNvPr>
          <p:cNvSpPr>
            <a:spLocks xmlns:a="http://schemas.openxmlformats.org/drawingml/2006/main" noGrp="1"/>
          </p:cNvSpPr>
          <p:nvPr/>
        </p:nvSpPr>
        <p:spPr>
          <a:xfrm xmlns:a="http://schemas.openxmlformats.org/drawingml/2006/main">
            <a:off x="3571875" y="2209800"/>
            <a:ext cx="1914525" cy="3333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a:bodyPr>
          <a:lstStyle xmlns:a="http://schemas.openxmlformats.org/drawingml/2006/main">
            <a:defPPr algn="ctr">
              <a:defRPr sz="1500" b="1">
                <a:solidFill>
                  <a:srgbClr val="243A50"/>
                </a:solidFill>
                <a:latin typeface="Helvetica Neue"/>
                <a:ea typeface="Helvetica Neue"/>
                <a:cs typeface="Helvetica Neue"/>
              </a:defRPr>
            </a:defPPr>
            <a:lvl1pPr algn="ctr">
              <a:buNone/>
              <a:defRPr sz="1500" b="1">
                <a:solidFill>
                  <a:srgbClr val="243A50"/>
                </a:solidFill>
                <a:latin typeface="Helvetica Neue"/>
                <a:ea typeface="Helvetica Neue"/>
                <a:cs typeface="Helvetica Neue"/>
              </a:defRPr>
            </a:lvl1pPr>
            <a:lvl2pPr algn="ctr">
              <a:buNone/>
              <a:defRPr sz="1500" b="1">
                <a:solidFill>
                  <a:srgbClr val="243A50"/>
                </a:solidFill>
                <a:latin typeface="Helvetica Neue"/>
                <a:ea typeface="Helvetica Neue"/>
                <a:cs typeface="Helvetica Neue"/>
              </a:defRPr>
            </a:lvl2pPr>
            <a:lvl3pPr algn="ctr">
              <a:buNone/>
              <a:defRPr sz="1500" b="1">
                <a:solidFill>
                  <a:srgbClr val="243A50"/>
                </a:solidFill>
                <a:latin typeface="Helvetica Neue"/>
                <a:ea typeface="Helvetica Neue"/>
                <a:cs typeface="Helvetica Neue"/>
              </a:defRPr>
            </a:lvl3pPr>
            <a:lvl4pPr algn="ctr">
              <a:buNone/>
              <a:defRPr sz="1500" b="1">
                <a:solidFill>
                  <a:srgbClr val="243A50"/>
                </a:solidFill>
                <a:latin typeface="Helvetica Neue"/>
                <a:ea typeface="Helvetica Neue"/>
                <a:cs typeface="Helvetica Neue"/>
              </a:defRPr>
            </a:lvl4pPr>
            <a:lvl5pPr algn="ctr">
              <a:buNone/>
              <a:defRPr sz="1500" b="1">
                <a:solidFill>
                  <a:srgbClr val="243A50"/>
                </a:solidFill>
                <a:latin typeface="Helvetica Neue"/>
                <a:ea typeface="Helvetica Neue"/>
                <a:cs typeface="Helvetica Neue"/>
              </a:defRPr>
            </a:lvl5pPr>
            <a:lvl6pPr algn="ctr">
              <a:buNone/>
              <a:defRPr sz="1500" b="1">
                <a:solidFill>
                  <a:srgbClr val="243A50"/>
                </a:solidFill>
                <a:latin typeface="Helvetica Neue"/>
                <a:ea typeface="Helvetica Neue"/>
                <a:cs typeface="Helvetica Neue"/>
              </a:defRPr>
            </a:lvl6pPr>
            <a:lvl7pPr algn="ctr">
              <a:buNone/>
              <a:defRPr sz="1500" b="1">
                <a:solidFill>
                  <a:srgbClr val="243A50"/>
                </a:solidFill>
                <a:latin typeface="Helvetica Neue"/>
                <a:ea typeface="Helvetica Neue"/>
                <a:cs typeface="Helvetica Neue"/>
              </a:defRPr>
            </a:lvl7pPr>
            <a:lvl8pPr algn="ctr">
              <a:buNone/>
              <a:defRPr sz="1500" b="1">
                <a:solidFill>
                  <a:srgbClr val="243A50"/>
                </a:solidFill>
                <a:latin typeface="Helvetica Neue"/>
                <a:ea typeface="Helvetica Neue"/>
                <a:cs typeface="Helvetica Neue"/>
              </a:defRPr>
            </a:lvl8pPr>
            <a:lvl9pPr algn="ctr">
              <a:buNone/>
              <a:defRPr sz="1500" b="1">
                <a:solidFill>
                  <a:srgbClr val="243A50"/>
                </a:solidFill>
                <a:latin typeface="Helvetica Neue"/>
                <a:ea typeface="Helvetica Neue"/>
                <a:cs typeface="Helvetica Neue"/>
              </a:defRPr>
            </a:lvl9pPr>
          </a:lstStyle>
          <a:p xmlns:a="http://schemas.openxmlformats.org/drawingml/2006/main">
            <a:pPr algn="ctr">
              <a:buNone/>
              <a:defRPr sz="1500" b="1">
                <a:solidFill>
                  <a:srgbClr val="243A50"/>
                </a:solidFill>
                <a:latin typeface="Helvetica Neue"/>
                <a:ea typeface="Helvetica Neue"/>
                <a:cs typeface="Helvetica Neue"/>
              </a:defRPr>
            </a:pPr>
            <a:r>
              <a:rPr sz="1500" b="1">
                <a:solidFill>
                  <a:srgbClr val="243A50"/>
                </a:solidFill>
                <a:latin typeface="Helvetica Neue"/>
                <a:ea typeface="Helvetica Neue"/>
                <a:cs typeface="Helvetica Neue"/>
              </a:rPr>
              <a:t>Candidate search</a:t>
            </a:r>
          </a:p>
        </p:txBody>
      </p:sp>
      <p:sp>
        <p:nvSpPr>
          <p:cNvPr id="12" name="Rectangle 11">
            <a:extLst xmlns:a="http://schemas.openxmlformats.org/drawingml/2006/main">
              <a:ext uri="{FF2B5EF4-FFF2-40B4-BE49-F238E27FC236}">
                <a16:creationId xmlns:a16="http://schemas.microsoft.com/office/drawing/2014/main" id="{3C238FDE-1A3F-486E-ADCC-1C7942610DD5}"/>
              </a:ext>
            </a:extLst>
          </p:cNvPr>
          <p:cNvSpPr>
            <a:spLocks xmlns:a="http://schemas.openxmlformats.org/drawingml/2006/main" noGrp="1"/>
          </p:cNvSpPr>
          <p:nvPr/>
        </p:nvSpPr>
        <p:spPr>
          <a:xfrm xmlns:a="http://schemas.openxmlformats.org/drawingml/2006/main">
            <a:off x="3590925" y="2609850"/>
            <a:ext cx="1876425" cy="876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a:bodyPr>
          <a:lstStyle xmlns:a="http://schemas.openxmlformats.org/drawingml/2006/main">
            <a:defPPr algn="ctr">
              <a:defRPr sz="1200" b="0">
                <a:solidFill>
                  <a:srgbClr val="33485D"/>
                </a:solidFill>
                <a:latin typeface="Helvetica Neue"/>
                <a:ea typeface="Helvetica Neue"/>
                <a:cs typeface="Helvetica Neue"/>
              </a:defRPr>
            </a:defPPr>
            <a:lvl1pPr algn="ctr">
              <a:buNone/>
              <a:defRPr sz="1200" b="0">
                <a:solidFill>
                  <a:srgbClr val="33485D"/>
                </a:solidFill>
                <a:latin typeface="Helvetica Neue"/>
                <a:ea typeface="Helvetica Neue"/>
                <a:cs typeface="Helvetica Neue"/>
              </a:defRPr>
            </a:lvl1pPr>
            <a:lvl2pPr algn="ctr">
              <a:buNone/>
              <a:defRPr sz="1200" b="0">
                <a:solidFill>
                  <a:srgbClr val="33485D"/>
                </a:solidFill>
                <a:latin typeface="Helvetica Neue"/>
                <a:ea typeface="Helvetica Neue"/>
                <a:cs typeface="Helvetica Neue"/>
              </a:defRPr>
            </a:lvl2pPr>
            <a:lvl3pPr algn="ctr">
              <a:buNone/>
              <a:defRPr sz="1200" b="0">
                <a:solidFill>
                  <a:srgbClr val="33485D"/>
                </a:solidFill>
                <a:latin typeface="Helvetica Neue"/>
                <a:ea typeface="Helvetica Neue"/>
                <a:cs typeface="Helvetica Neue"/>
              </a:defRPr>
            </a:lvl3pPr>
            <a:lvl4pPr algn="ctr">
              <a:buNone/>
              <a:defRPr sz="1200" b="0">
                <a:solidFill>
                  <a:srgbClr val="33485D"/>
                </a:solidFill>
                <a:latin typeface="Helvetica Neue"/>
                <a:ea typeface="Helvetica Neue"/>
                <a:cs typeface="Helvetica Neue"/>
              </a:defRPr>
            </a:lvl4pPr>
            <a:lvl5pPr algn="ctr">
              <a:buNone/>
              <a:defRPr sz="1200" b="0">
                <a:solidFill>
                  <a:srgbClr val="33485D"/>
                </a:solidFill>
                <a:latin typeface="Helvetica Neue"/>
                <a:ea typeface="Helvetica Neue"/>
                <a:cs typeface="Helvetica Neue"/>
              </a:defRPr>
            </a:lvl5pPr>
            <a:lvl6pPr algn="ctr">
              <a:buNone/>
              <a:defRPr sz="1200" b="0">
                <a:solidFill>
                  <a:srgbClr val="33485D"/>
                </a:solidFill>
                <a:latin typeface="Helvetica Neue"/>
                <a:ea typeface="Helvetica Neue"/>
                <a:cs typeface="Helvetica Neue"/>
              </a:defRPr>
            </a:lvl6pPr>
            <a:lvl7pPr algn="ctr">
              <a:buNone/>
              <a:defRPr sz="1200" b="0">
                <a:solidFill>
                  <a:srgbClr val="33485D"/>
                </a:solidFill>
                <a:latin typeface="Helvetica Neue"/>
                <a:ea typeface="Helvetica Neue"/>
                <a:cs typeface="Helvetica Neue"/>
              </a:defRPr>
            </a:lvl7pPr>
            <a:lvl8pPr algn="ctr">
              <a:buNone/>
              <a:defRPr sz="1200" b="0">
                <a:solidFill>
                  <a:srgbClr val="33485D"/>
                </a:solidFill>
                <a:latin typeface="Helvetica Neue"/>
                <a:ea typeface="Helvetica Neue"/>
                <a:cs typeface="Helvetica Neue"/>
              </a:defRPr>
            </a:lvl8pPr>
            <a:lvl9pPr algn="ctr">
              <a:buNone/>
              <a:defRPr sz="1200" b="0">
                <a:solidFill>
                  <a:srgbClr val="33485D"/>
                </a:solidFill>
                <a:latin typeface="Helvetica Neue"/>
                <a:ea typeface="Helvetica Neue"/>
                <a:cs typeface="Helvetica Neue"/>
              </a:defRPr>
            </a:lvl9pPr>
          </a:lstStyle>
          <a:p xmlns:a="http://schemas.openxmlformats.org/drawingml/2006/main">
            <a:pPr algn="ctr">
              <a:buNone/>
              <a:defRPr sz="1200" b="0">
                <a:solidFill>
                  <a:srgbClr val="33485D"/>
                </a:solidFill>
                <a:latin typeface="Helvetica Neue"/>
                <a:ea typeface="Helvetica Neue"/>
                <a:cs typeface="Helvetica Neue"/>
              </a:defRPr>
            </a:pPr>
            <a:r>
              <a:rPr sz="1200" b="0">
                <a:solidFill>
                  <a:srgbClr val="33485D"/>
                </a:solidFill>
                <a:latin typeface="Helvetica Neue"/>
                <a:ea typeface="Helvetica Neue"/>
                <a:cs typeface="Helvetica Neue"/>
              </a:rPr>
              <a:t>18 Random Forest</a:t>
            </a:r>
          </a:p>
          <a:p xmlns:a="http://schemas.openxmlformats.org/drawingml/2006/main">
            <a:pPr algn="ctr">
              <a:buNone/>
              <a:defRPr sz="1200" b="0">
                <a:solidFill>
                  <a:srgbClr val="33485D"/>
                </a:solidFill>
                <a:latin typeface="Helvetica Neue"/>
                <a:ea typeface="Helvetica Neue"/>
                <a:cs typeface="Helvetica Neue"/>
              </a:defRPr>
            </a:pPr>
            <a:r>
              <a:rPr sz="1200" b="0">
                <a:solidFill>
                  <a:srgbClr val="33485D"/>
                </a:solidFill>
                <a:latin typeface="Helvetica Neue"/>
                <a:ea typeface="Helvetica Neue"/>
                <a:cs typeface="Helvetica Neue"/>
              </a:rPr>
              <a:t>configurations</a:t>
            </a:r>
          </a:p>
        </p:txBody>
      </p:sp>
      <p:sp>
        <p:nvSpPr>
          <p:cNvPr id="13" name="Right Arrow 12">
            <a:extLst xmlns:a="http://schemas.openxmlformats.org/drawingml/2006/main">
              <a:ext uri="{FF2B5EF4-FFF2-40B4-BE49-F238E27FC236}">
                <a16:creationId xmlns:a16="http://schemas.microsoft.com/office/drawing/2014/main" id="{4AA54780-C19D-44AE-80BA-99A372394921}"/>
              </a:ext>
            </a:extLst>
          </p:cNvPr>
          <p:cNvSpPr>
            <a:spLocks xmlns:a="http://schemas.openxmlformats.org/drawingml/2006/main" noGrp="1"/>
          </p:cNvSpPr>
          <p:nvPr/>
        </p:nvSpPr>
        <p:spPr>
          <a:xfrm xmlns:a="http://schemas.openxmlformats.org/drawingml/2006/main">
            <a:off x="5734050" y="2733675"/>
            <a:ext cx="381000" cy="152400"/>
          </a:xfrm>
          <a:prstGeom xmlns:a="http://schemas.openxmlformats.org/drawingml/2006/main" prst="rightArrow">
            <a:avLst/>
          </a:prstGeom>
          <a:solidFill xmlns:a="http://schemas.openxmlformats.org/drawingml/2006/main">
            <a:srgbClr val="64877F"/>
          </a:solidFill>
          <a:ln xmlns:a="http://schemas.openxmlformats.org/drawingml/2006/main" w="0">
            <a:noFill/>
            <a:prstDash val="solid"/>
          </a:ln>
        </p:spPr>
      </p:sp>
      <p:sp>
        <p:nvSpPr>
          <p:cNvPr id="14" name="Rounded Rectangle 13">
            <a:extLst xmlns:a="http://schemas.openxmlformats.org/drawingml/2006/main">
              <a:ext uri="{FF2B5EF4-FFF2-40B4-BE49-F238E27FC236}">
                <a16:creationId xmlns:a16="http://schemas.microsoft.com/office/drawing/2014/main" id="{19EF1576-B057-4FA6-A336-573A3B45A6D5}"/>
              </a:ext>
            </a:extLst>
          </p:cNvPr>
          <p:cNvSpPr>
            <a:spLocks xmlns:a="http://schemas.openxmlformats.org/drawingml/2006/main" noGrp="1"/>
          </p:cNvSpPr>
          <p:nvPr/>
        </p:nvSpPr>
        <p:spPr>
          <a:xfrm xmlns:a="http://schemas.openxmlformats.org/drawingml/2006/main">
            <a:off x="6267450" y="2095500"/>
            <a:ext cx="2143125" cy="1485900"/>
          </a:xfrm>
          <a:prstGeom xmlns:a="http://schemas.openxmlformats.org/drawingml/2006/main" prst="roundRect">
            <a:avLst>
              <a:gd name="adj" fmla="val 5128"/>
            </a:avLst>
          </a:prstGeom>
          <a:solidFill xmlns:a="http://schemas.openxmlformats.org/drawingml/2006/main">
            <a:srgbClr val="C7DBD1"/>
          </a:solidFill>
          <a:ln xmlns:a="http://schemas.openxmlformats.org/drawingml/2006/main" w="9525">
            <a:solidFill>
              <a:srgbClr val="CBD5DA"/>
            </a:solidFill>
            <a:prstDash val="solid"/>
          </a:ln>
        </p:spPr>
      </p:sp>
      <p:sp>
        <p:nvSpPr>
          <p:cNvPr id="15" name="Rectangle 14">
            <a:extLst xmlns:a="http://schemas.openxmlformats.org/drawingml/2006/main">
              <a:ext uri="{FF2B5EF4-FFF2-40B4-BE49-F238E27FC236}">
                <a16:creationId xmlns:a16="http://schemas.microsoft.com/office/drawing/2014/main" id="{43E471E7-C5F9-465A-AB39-755CACD65E4C}"/>
              </a:ext>
            </a:extLst>
          </p:cNvPr>
          <p:cNvSpPr>
            <a:spLocks xmlns:a="http://schemas.openxmlformats.org/drawingml/2006/main" noGrp="1"/>
          </p:cNvSpPr>
          <p:nvPr/>
        </p:nvSpPr>
        <p:spPr>
          <a:xfrm xmlns:a="http://schemas.openxmlformats.org/drawingml/2006/main">
            <a:off x="6381750" y="2209800"/>
            <a:ext cx="1914525" cy="3333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a:bodyPr>
          <a:lstStyle xmlns:a="http://schemas.openxmlformats.org/drawingml/2006/main">
            <a:defPPr algn="ctr">
              <a:defRPr sz="1500" b="1">
                <a:solidFill>
                  <a:srgbClr val="243A50"/>
                </a:solidFill>
                <a:latin typeface="Helvetica Neue"/>
                <a:ea typeface="Helvetica Neue"/>
                <a:cs typeface="Helvetica Neue"/>
              </a:defRPr>
            </a:defPPr>
            <a:lvl1pPr algn="ctr">
              <a:buNone/>
              <a:defRPr sz="1500" b="1">
                <a:solidFill>
                  <a:srgbClr val="243A50"/>
                </a:solidFill>
                <a:latin typeface="Helvetica Neue"/>
                <a:ea typeface="Helvetica Neue"/>
                <a:cs typeface="Helvetica Neue"/>
              </a:defRPr>
            </a:lvl1pPr>
            <a:lvl2pPr algn="ctr">
              <a:buNone/>
              <a:defRPr sz="1500" b="1">
                <a:solidFill>
                  <a:srgbClr val="243A50"/>
                </a:solidFill>
                <a:latin typeface="Helvetica Neue"/>
                <a:ea typeface="Helvetica Neue"/>
                <a:cs typeface="Helvetica Neue"/>
              </a:defRPr>
            </a:lvl2pPr>
            <a:lvl3pPr algn="ctr">
              <a:buNone/>
              <a:defRPr sz="1500" b="1">
                <a:solidFill>
                  <a:srgbClr val="243A50"/>
                </a:solidFill>
                <a:latin typeface="Helvetica Neue"/>
                <a:ea typeface="Helvetica Neue"/>
                <a:cs typeface="Helvetica Neue"/>
              </a:defRPr>
            </a:lvl3pPr>
            <a:lvl4pPr algn="ctr">
              <a:buNone/>
              <a:defRPr sz="1500" b="1">
                <a:solidFill>
                  <a:srgbClr val="243A50"/>
                </a:solidFill>
                <a:latin typeface="Helvetica Neue"/>
                <a:ea typeface="Helvetica Neue"/>
                <a:cs typeface="Helvetica Neue"/>
              </a:defRPr>
            </a:lvl4pPr>
            <a:lvl5pPr algn="ctr">
              <a:buNone/>
              <a:defRPr sz="1500" b="1">
                <a:solidFill>
                  <a:srgbClr val="243A50"/>
                </a:solidFill>
                <a:latin typeface="Helvetica Neue"/>
                <a:ea typeface="Helvetica Neue"/>
                <a:cs typeface="Helvetica Neue"/>
              </a:defRPr>
            </a:lvl5pPr>
            <a:lvl6pPr algn="ctr">
              <a:buNone/>
              <a:defRPr sz="1500" b="1">
                <a:solidFill>
                  <a:srgbClr val="243A50"/>
                </a:solidFill>
                <a:latin typeface="Helvetica Neue"/>
                <a:ea typeface="Helvetica Neue"/>
                <a:cs typeface="Helvetica Neue"/>
              </a:defRPr>
            </a:lvl6pPr>
            <a:lvl7pPr algn="ctr">
              <a:buNone/>
              <a:defRPr sz="1500" b="1">
                <a:solidFill>
                  <a:srgbClr val="243A50"/>
                </a:solidFill>
                <a:latin typeface="Helvetica Neue"/>
                <a:ea typeface="Helvetica Neue"/>
                <a:cs typeface="Helvetica Neue"/>
              </a:defRPr>
            </a:lvl7pPr>
            <a:lvl8pPr algn="ctr">
              <a:buNone/>
              <a:defRPr sz="1500" b="1">
                <a:solidFill>
                  <a:srgbClr val="243A50"/>
                </a:solidFill>
                <a:latin typeface="Helvetica Neue"/>
                <a:ea typeface="Helvetica Neue"/>
                <a:cs typeface="Helvetica Neue"/>
              </a:defRPr>
            </a:lvl8pPr>
            <a:lvl9pPr algn="ctr">
              <a:buNone/>
              <a:defRPr sz="1500" b="1">
                <a:solidFill>
                  <a:srgbClr val="243A50"/>
                </a:solidFill>
                <a:latin typeface="Helvetica Neue"/>
                <a:ea typeface="Helvetica Neue"/>
                <a:cs typeface="Helvetica Neue"/>
              </a:defRPr>
            </a:lvl9pPr>
          </a:lstStyle>
          <a:p xmlns:a="http://schemas.openxmlformats.org/drawingml/2006/main">
            <a:pPr algn="ctr">
              <a:buNone/>
              <a:defRPr sz="1500" b="1">
                <a:solidFill>
                  <a:srgbClr val="243A50"/>
                </a:solidFill>
                <a:latin typeface="Helvetica Neue"/>
                <a:ea typeface="Helvetica Neue"/>
                <a:cs typeface="Helvetica Neue"/>
              </a:defRPr>
            </a:pPr>
            <a:r>
              <a:rPr sz="1500" b="1">
                <a:solidFill>
                  <a:srgbClr val="243A50"/>
                </a:solidFill>
                <a:latin typeface="Helvetica Neue"/>
                <a:ea typeface="Helvetica Neue"/>
                <a:cs typeface="Helvetica Neue"/>
              </a:rPr>
              <a:t>Selection rule</a:t>
            </a:r>
          </a:p>
        </p:txBody>
      </p:sp>
      <p:sp>
        <p:nvSpPr>
          <p:cNvPr id="16" name="Rectangle 15">
            <a:extLst xmlns:a="http://schemas.openxmlformats.org/drawingml/2006/main">
              <a:ext uri="{FF2B5EF4-FFF2-40B4-BE49-F238E27FC236}">
                <a16:creationId xmlns:a16="http://schemas.microsoft.com/office/drawing/2014/main" id="{1457C867-F75D-4D98-9933-5077E1924733}"/>
              </a:ext>
            </a:extLst>
          </p:cNvPr>
          <p:cNvSpPr>
            <a:spLocks xmlns:a="http://schemas.openxmlformats.org/drawingml/2006/main" noGrp="1"/>
          </p:cNvSpPr>
          <p:nvPr/>
        </p:nvSpPr>
        <p:spPr>
          <a:xfrm xmlns:a="http://schemas.openxmlformats.org/drawingml/2006/main">
            <a:off x="6400800" y="2609850"/>
            <a:ext cx="1876425" cy="876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a:bodyPr>
          <a:lstStyle xmlns:a="http://schemas.openxmlformats.org/drawingml/2006/main">
            <a:defPPr algn="ctr">
              <a:defRPr sz="1200" b="0">
                <a:solidFill>
                  <a:srgbClr val="33485D"/>
                </a:solidFill>
                <a:latin typeface="Helvetica Neue"/>
                <a:ea typeface="Helvetica Neue"/>
                <a:cs typeface="Helvetica Neue"/>
              </a:defRPr>
            </a:defPPr>
            <a:lvl1pPr algn="ctr">
              <a:buNone/>
              <a:defRPr sz="1200" b="0">
                <a:solidFill>
                  <a:srgbClr val="33485D"/>
                </a:solidFill>
                <a:latin typeface="Helvetica Neue"/>
                <a:ea typeface="Helvetica Neue"/>
                <a:cs typeface="Helvetica Neue"/>
              </a:defRPr>
            </a:lvl1pPr>
            <a:lvl2pPr algn="ctr">
              <a:buNone/>
              <a:defRPr sz="1200" b="0">
                <a:solidFill>
                  <a:srgbClr val="33485D"/>
                </a:solidFill>
                <a:latin typeface="Helvetica Neue"/>
                <a:ea typeface="Helvetica Neue"/>
                <a:cs typeface="Helvetica Neue"/>
              </a:defRPr>
            </a:lvl2pPr>
            <a:lvl3pPr algn="ctr">
              <a:buNone/>
              <a:defRPr sz="1200" b="0">
                <a:solidFill>
                  <a:srgbClr val="33485D"/>
                </a:solidFill>
                <a:latin typeface="Helvetica Neue"/>
                <a:ea typeface="Helvetica Neue"/>
                <a:cs typeface="Helvetica Neue"/>
              </a:defRPr>
            </a:lvl3pPr>
            <a:lvl4pPr algn="ctr">
              <a:buNone/>
              <a:defRPr sz="1200" b="0">
                <a:solidFill>
                  <a:srgbClr val="33485D"/>
                </a:solidFill>
                <a:latin typeface="Helvetica Neue"/>
                <a:ea typeface="Helvetica Neue"/>
                <a:cs typeface="Helvetica Neue"/>
              </a:defRPr>
            </a:lvl4pPr>
            <a:lvl5pPr algn="ctr">
              <a:buNone/>
              <a:defRPr sz="1200" b="0">
                <a:solidFill>
                  <a:srgbClr val="33485D"/>
                </a:solidFill>
                <a:latin typeface="Helvetica Neue"/>
                <a:ea typeface="Helvetica Neue"/>
                <a:cs typeface="Helvetica Neue"/>
              </a:defRPr>
            </a:lvl5pPr>
            <a:lvl6pPr algn="ctr">
              <a:buNone/>
              <a:defRPr sz="1200" b="0">
                <a:solidFill>
                  <a:srgbClr val="33485D"/>
                </a:solidFill>
                <a:latin typeface="Helvetica Neue"/>
                <a:ea typeface="Helvetica Neue"/>
                <a:cs typeface="Helvetica Neue"/>
              </a:defRPr>
            </a:lvl6pPr>
            <a:lvl7pPr algn="ctr">
              <a:buNone/>
              <a:defRPr sz="1200" b="0">
                <a:solidFill>
                  <a:srgbClr val="33485D"/>
                </a:solidFill>
                <a:latin typeface="Helvetica Neue"/>
                <a:ea typeface="Helvetica Neue"/>
                <a:cs typeface="Helvetica Neue"/>
              </a:defRPr>
            </a:lvl7pPr>
            <a:lvl8pPr algn="ctr">
              <a:buNone/>
              <a:defRPr sz="1200" b="0">
                <a:solidFill>
                  <a:srgbClr val="33485D"/>
                </a:solidFill>
                <a:latin typeface="Helvetica Neue"/>
                <a:ea typeface="Helvetica Neue"/>
                <a:cs typeface="Helvetica Neue"/>
              </a:defRPr>
            </a:lvl8pPr>
            <a:lvl9pPr algn="ctr">
              <a:buNone/>
              <a:defRPr sz="1200" b="0">
                <a:solidFill>
                  <a:srgbClr val="33485D"/>
                </a:solidFill>
                <a:latin typeface="Helvetica Neue"/>
                <a:ea typeface="Helvetica Neue"/>
                <a:cs typeface="Helvetica Neue"/>
              </a:defRPr>
            </a:lvl9pPr>
          </a:lstStyle>
          <a:p xmlns:a="http://schemas.openxmlformats.org/drawingml/2006/main">
            <a:pPr algn="ctr">
              <a:buNone/>
              <a:defRPr sz="1200" b="0">
                <a:solidFill>
                  <a:srgbClr val="33485D"/>
                </a:solidFill>
                <a:latin typeface="Helvetica Neue"/>
                <a:ea typeface="Helvetica Neue"/>
                <a:cs typeface="Helvetica Neue"/>
              </a:defRPr>
            </a:pPr>
            <a:r>
              <a:rPr sz="1200" b="0">
                <a:solidFill>
                  <a:srgbClr val="33485D"/>
                </a:solidFill>
                <a:latin typeface="Helvetica Neue"/>
                <a:ea typeface="Helvetica Neue"/>
                <a:cs typeface="Helvetica Neue"/>
              </a:rPr>
              <a:t>best internal validation</a:t>
            </a:r>
          </a:p>
          <a:p xmlns:a="http://schemas.openxmlformats.org/drawingml/2006/main">
            <a:pPr algn="ctr">
              <a:buNone/>
              <a:defRPr sz="1200" b="0">
                <a:solidFill>
                  <a:srgbClr val="33485D"/>
                </a:solidFill>
                <a:latin typeface="Helvetica Neue"/>
                <a:ea typeface="Helvetica Neue"/>
                <a:cs typeface="Helvetica Neue"/>
              </a:defRPr>
            </a:pPr>
            <a:r>
              <a:rPr sz="1200" b="0">
                <a:solidFill>
                  <a:srgbClr val="33485D"/>
                </a:solidFill>
                <a:latin typeface="Helvetica Neue"/>
                <a:ea typeface="Helvetica Neue"/>
                <a:cs typeface="Helvetica Neue"/>
              </a:rPr>
              <a:t>accuracy; macro F1 tie-break</a:t>
            </a:r>
          </a:p>
        </p:txBody>
      </p:sp>
      <p:sp>
        <p:nvSpPr>
          <p:cNvPr id="17" name="Right Arrow 16">
            <a:extLst xmlns:a="http://schemas.openxmlformats.org/drawingml/2006/main">
              <a:ext uri="{FF2B5EF4-FFF2-40B4-BE49-F238E27FC236}">
                <a16:creationId xmlns:a16="http://schemas.microsoft.com/office/drawing/2014/main" id="{05399FCC-6F5E-476D-9C02-66255429F2DF}"/>
              </a:ext>
            </a:extLst>
          </p:cNvPr>
          <p:cNvSpPr>
            <a:spLocks xmlns:a="http://schemas.openxmlformats.org/drawingml/2006/main" noGrp="1"/>
          </p:cNvSpPr>
          <p:nvPr/>
        </p:nvSpPr>
        <p:spPr>
          <a:xfrm xmlns:a="http://schemas.openxmlformats.org/drawingml/2006/main">
            <a:off x="8543925" y="2733675"/>
            <a:ext cx="381000" cy="152400"/>
          </a:xfrm>
          <a:prstGeom xmlns:a="http://schemas.openxmlformats.org/drawingml/2006/main" prst="rightArrow">
            <a:avLst/>
          </a:prstGeom>
          <a:solidFill xmlns:a="http://schemas.openxmlformats.org/drawingml/2006/main">
            <a:srgbClr val="64877F"/>
          </a:solidFill>
          <a:ln xmlns:a="http://schemas.openxmlformats.org/drawingml/2006/main" w="0">
            <a:noFill/>
            <a:prstDash val="solid"/>
          </a:ln>
        </p:spPr>
      </p:sp>
      <p:sp>
        <p:nvSpPr>
          <p:cNvPr id="18" name="Rounded Rectangle 17">
            <a:extLst xmlns:a="http://schemas.openxmlformats.org/drawingml/2006/main">
              <a:ext uri="{FF2B5EF4-FFF2-40B4-BE49-F238E27FC236}">
                <a16:creationId xmlns:a16="http://schemas.microsoft.com/office/drawing/2014/main" id="{85786A87-9740-4B4E-90EA-E5B0AC439880}"/>
              </a:ext>
            </a:extLst>
          </p:cNvPr>
          <p:cNvSpPr>
            <a:spLocks xmlns:a="http://schemas.openxmlformats.org/drawingml/2006/main" noGrp="1"/>
          </p:cNvSpPr>
          <p:nvPr/>
        </p:nvSpPr>
        <p:spPr>
          <a:xfrm xmlns:a="http://schemas.openxmlformats.org/drawingml/2006/main">
            <a:off x="9077325" y="2095500"/>
            <a:ext cx="2381250" cy="1485900"/>
          </a:xfrm>
          <a:prstGeom xmlns:a="http://schemas.openxmlformats.org/drawingml/2006/main" prst="roundRect">
            <a:avLst>
              <a:gd name="adj" fmla="val 5128"/>
            </a:avLst>
          </a:prstGeom>
          <a:solidFill xmlns:a="http://schemas.openxmlformats.org/drawingml/2006/main">
            <a:srgbClr val="DCE7ED"/>
          </a:solidFill>
          <a:ln xmlns:a="http://schemas.openxmlformats.org/drawingml/2006/main" w="9525">
            <a:solidFill>
              <a:srgbClr val="CBD5DA"/>
            </a:solidFill>
            <a:prstDash val="solid"/>
          </a:ln>
        </p:spPr>
      </p:sp>
      <p:sp>
        <p:nvSpPr>
          <p:cNvPr id="19" name="Rectangle 18">
            <a:extLst xmlns:a="http://schemas.openxmlformats.org/drawingml/2006/main">
              <a:ext uri="{FF2B5EF4-FFF2-40B4-BE49-F238E27FC236}">
                <a16:creationId xmlns:a16="http://schemas.microsoft.com/office/drawing/2014/main" id="{BD0B7F99-F93D-46A4-866D-7F29F052EEEA}"/>
              </a:ext>
            </a:extLst>
          </p:cNvPr>
          <p:cNvSpPr>
            <a:spLocks xmlns:a="http://schemas.openxmlformats.org/drawingml/2006/main" noGrp="1"/>
          </p:cNvSpPr>
          <p:nvPr/>
        </p:nvSpPr>
        <p:spPr>
          <a:xfrm xmlns:a="http://schemas.openxmlformats.org/drawingml/2006/main">
            <a:off x="9191625" y="2209800"/>
            <a:ext cx="2152650" cy="3333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a:bodyPr>
          <a:lstStyle xmlns:a="http://schemas.openxmlformats.org/drawingml/2006/main">
            <a:defPPr algn="ctr">
              <a:defRPr sz="1500" b="1">
                <a:solidFill>
                  <a:srgbClr val="243A50"/>
                </a:solidFill>
                <a:latin typeface="Helvetica Neue"/>
                <a:ea typeface="Helvetica Neue"/>
                <a:cs typeface="Helvetica Neue"/>
              </a:defRPr>
            </a:defPPr>
            <a:lvl1pPr algn="ctr">
              <a:buNone/>
              <a:defRPr sz="1500" b="1">
                <a:solidFill>
                  <a:srgbClr val="243A50"/>
                </a:solidFill>
                <a:latin typeface="Helvetica Neue"/>
                <a:ea typeface="Helvetica Neue"/>
                <a:cs typeface="Helvetica Neue"/>
              </a:defRPr>
            </a:lvl1pPr>
            <a:lvl2pPr algn="ctr">
              <a:buNone/>
              <a:defRPr sz="1500" b="1">
                <a:solidFill>
                  <a:srgbClr val="243A50"/>
                </a:solidFill>
                <a:latin typeface="Helvetica Neue"/>
                <a:ea typeface="Helvetica Neue"/>
                <a:cs typeface="Helvetica Neue"/>
              </a:defRPr>
            </a:lvl2pPr>
            <a:lvl3pPr algn="ctr">
              <a:buNone/>
              <a:defRPr sz="1500" b="1">
                <a:solidFill>
                  <a:srgbClr val="243A50"/>
                </a:solidFill>
                <a:latin typeface="Helvetica Neue"/>
                <a:ea typeface="Helvetica Neue"/>
                <a:cs typeface="Helvetica Neue"/>
              </a:defRPr>
            </a:lvl3pPr>
            <a:lvl4pPr algn="ctr">
              <a:buNone/>
              <a:defRPr sz="1500" b="1">
                <a:solidFill>
                  <a:srgbClr val="243A50"/>
                </a:solidFill>
                <a:latin typeface="Helvetica Neue"/>
                <a:ea typeface="Helvetica Neue"/>
                <a:cs typeface="Helvetica Neue"/>
              </a:defRPr>
            </a:lvl4pPr>
            <a:lvl5pPr algn="ctr">
              <a:buNone/>
              <a:defRPr sz="1500" b="1">
                <a:solidFill>
                  <a:srgbClr val="243A50"/>
                </a:solidFill>
                <a:latin typeface="Helvetica Neue"/>
                <a:ea typeface="Helvetica Neue"/>
                <a:cs typeface="Helvetica Neue"/>
              </a:defRPr>
            </a:lvl5pPr>
            <a:lvl6pPr algn="ctr">
              <a:buNone/>
              <a:defRPr sz="1500" b="1">
                <a:solidFill>
                  <a:srgbClr val="243A50"/>
                </a:solidFill>
                <a:latin typeface="Helvetica Neue"/>
                <a:ea typeface="Helvetica Neue"/>
                <a:cs typeface="Helvetica Neue"/>
              </a:defRPr>
            </a:lvl6pPr>
            <a:lvl7pPr algn="ctr">
              <a:buNone/>
              <a:defRPr sz="1500" b="1">
                <a:solidFill>
                  <a:srgbClr val="243A50"/>
                </a:solidFill>
                <a:latin typeface="Helvetica Neue"/>
                <a:ea typeface="Helvetica Neue"/>
                <a:cs typeface="Helvetica Neue"/>
              </a:defRPr>
            </a:lvl7pPr>
            <a:lvl8pPr algn="ctr">
              <a:buNone/>
              <a:defRPr sz="1500" b="1">
                <a:solidFill>
                  <a:srgbClr val="243A50"/>
                </a:solidFill>
                <a:latin typeface="Helvetica Neue"/>
                <a:ea typeface="Helvetica Neue"/>
                <a:cs typeface="Helvetica Neue"/>
              </a:defRPr>
            </a:lvl8pPr>
            <a:lvl9pPr algn="ctr">
              <a:buNone/>
              <a:defRPr sz="1500" b="1">
                <a:solidFill>
                  <a:srgbClr val="243A50"/>
                </a:solidFill>
                <a:latin typeface="Helvetica Neue"/>
                <a:ea typeface="Helvetica Neue"/>
                <a:cs typeface="Helvetica Neue"/>
              </a:defRPr>
            </a:lvl9pPr>
          </a:lstStyle>
          <a:p xmlns:a="http://schemas.openxmlformats.org/drawingml/2006/main">
            <a:pPr algn="ctr">
              <a:buNone/>
              <a:defRPr sz="1500" b="1">
                <a:solidFill>
                  <a:srgbClr val="243A50"/>
                </a:solidFill>
                <a:latin typeface="Helvetica Neue"/>
                <a:ea typeface="Helvetica Neue"/>
                <a:cs typeface="Helvetica Neue"/>
              </a:defRPr>
            </a:pPr>
            <a:r>
              <a:rPr sz="1500" b="1">
                <a:solidFill>
                  <a:srgbClr val="243A50"/>
                </a:solidFill>
                <a:latin typeface="Helvetica Neue"/>
                <a:ea typeface="Helvetica Neue"/>
                <a:cs typeface="Helvetica Neue"/>
              </a:rPr>
              <a:t>Final estimator</a:t>
            </a:r>
          </a:p>
        </p:txBody>
      </p:sp>
      <p:sp>
        <p:nvSpPr>
          <p:cNvPr id="20" name="Rectangle 19">
            <a:extLst xmlns:a="http://schemas.openxmlformats.org/drawingml/2006/main">
              <a:ext uri="{FF2B5EF4-FFF2-40B4-BE49-F238E27FC236}">
                <a16:creationId xmlns:a16="http://schemas.microsoft.com/office/drawing/2014/main" id="{B8AF0FE2-BE58-43A5-BB65-EA744B6CD725}"/>
              </a:ext>
            </a:extLst>
          </p:cNvPr>
          <p:cNvSpPr>
            <a:spLocks xmlns:a="http://schemas.openxmlformats.org/drawingml/2006/main" noGrp="1"/>
          </p:cNvSpPr>
          <p:nvPr/>
        </p:nvSpPr>
        <p:spPr>
          <a:xfrm xmlns:a="http://schemas.openxmlformats.org/drawingml/2006/main">
            <a:off x="9210675" y="2609850"/>
            <a:ext cx="2114550" cy="876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a:bodyPr>
          <a:lstStyle xmlns:a="http://schemas.openxmlformats.org/drawingml/2006/main">
            <a:defPPr algn="ctr">
              <a:defRPr sz="1200" b="0">
                <a:solidFill>
                  <a:srgbClr val="33485D"/>
                </a:solidFill>
                <a:latin typeface="Helvetica Neue"/>
                <a:ea typeface="Helvetica Neue"/>
                <a:cs typeface="Helvetica Neue"/>
              </a:defRPr>
            </a:defPPr>
            <a:lvl1pPr algn="ctr">
              <a:buNone/>
              <a:defRPr sz="1200" b="0">
                <a:solidFill>
                  <a:srgbClr val="33485D"/>
                </a:solidFill>
                <a:latin typeface="Helvetica Neue"/>
                <a:ea typeface="Helvetica Neue"/>
                <a:cs typeface="Helvetica Neue"/>
              </a:defRPr>
            </a:lvl1pPr>
            <a:lvl2pPr algn="ctr">
              <a:buNone/>
              <a:defRPr sz="1200" b="0">
                <a:solidFill>
                  <a:srgbClr val="33485D"/>
                </a:solidFill>
                <a:latin typeface="Helvetica Neue"/>
                <a:ea typeface="Helvetica Neue"/>
                <a:cs typeface="Helvetica Neue"/>
              </a:defRPr>
            </a:lvl2pPr>
            <a:lvl3pPr algn="ctr">
              <a:buNone/>
              <a:defRPr sz="1200" b="0">
                <a:solidFill>
                  <a:srgbClr val="33485D"/>
                </a:solidFill>
                <a:latin typeface="Helvetica Neue"/>
                <a:ea typeface="Helvetica Neue"/>
                <a:cs typeface="Helvetica Neue"/>
              </a:defRPr>
            </a:lvl3pPr>
            <a:lvl4pPr algn="ctr">
              <a:buNone/>
              <a:defRPr sz="1200" b="0">
                <a:solidFill>
                  <a:srgbClr val="33485D"/>
                </a:solidFill>
                <a:latin typeface="Helvetica Neue"/>
                <a:ea typeface="Helvetica Neue"/>
                <a:cs typeface="Helvetica Neue"/>
              </a:defRPr>
            </a:lvl4pPr>
            <a:lvl5pPr algn="ctr">
              <a:buNone/>
              <a:defRPr sz="1200" b="0">
                <a:solidFill>
                  <a:srgbClr val="33485D"/>
                </a:solidFill>
                <a:latin typeface="Helvetica Neue"/>
                <a:ea typeface="Helvetica Neue"/>
                <a:cs typeface="Helvetica Neue"/>
              </a:defRPr>
            </a:lvl5pPr>
            <a:lvl6pPr algn="ctr">
              <a:buNone/>
              <a:defRPr sz="1200" b="0">
                <a:solidFill>
                  <a:srgbClr val="33485D"/>
                </a:solidFill>
                <a:latin typeface="Helvetica Neue"/>
                <a:ea typeface="Helvetica Neue"/>
                <a:cs typeface="Helvetica Neue"/>
              </a:defRPr>
            </a:lvl6pPr>
            <a:lvl7pPr algn="ctr">
              <a:buNone/>
              <a:defRPr sz="1200" b="0">
                <a:solidFill>
                  <a:srgbClr val="33485D"/>
                </a:solidFill>
                <a:latin typeface="Helvetica Neue"/>
                <a:ea typeface="Helvetica Neue"/>
                <a:cs typeface="Helvetica Neue"/>
              </a:defRPr>
            </a:lvl7pPr>
            <a:lvl8pPr algn="ctr">
              <a:buNone/>
              <a:defRPr sz="1200" b="0">
                <a:solidFill>
                  <a:srgbClr val="33485D"/>
                </a:solidFill>
                <a:latin typeface="Helvetica Neue"/>
                <a:ea typeface="Helvetica Neue"/>
                <a:cs typeface="Helvetica Neue"/>
              </a:defRPr>
            </a:lvl8pPr>
            <a:lvl9pPr algn="ctr">
              <a:buNone/>
              <a:defRPr sz="1200" b="0">
                <a:solidFill>
                  <a:srgbClr val="33485D"/>
                </a:solidFill>
                <a:latin typeface="Helvetica Neue"/>
                <a:ea typeface="Helvetica Neue"/>
                <a:cs typeface="Helvetica Neue"/>
              </a:defRPr>
            </a:lvl9pPr>
          </a:lstStyle>
          <a:p xmlns:a="http://schemas.openxmlformats.org/drawingml/2006/main">
            <a:pPr algn="ctr">
              <a:buNone/>
              <a:defRPr sz="1200" b="0">
                <a:solidFill>
                  <a:srgbClr val="33485D"/>
                </a:solidFill>
                <a:latin typeface="Helvetica Neue"/>
                <a:ea typeface="Helvetica Neue"/>
                <a:cs typeface="Helvetica Neue"/>
              </a:defRPr>
            </a:pPr>
            <a:r>
              <a:rPr sz="1200" b="0">
                <a:solidFill>
                  <a:srgbClr val="33485D"/>
                </a:solidFill>
                <a:latin typeface="Helvetica Neue"/>
                <a:ea typeface="Helvetica Neue"/>
                <a:cs typeface="Helvetica Neue"/>
              </a:rPr>
              <a:t>100 trees · leaf size 1</a:t>
            </a:r>
          </a:p>
          <a:p xmlns:a="http://schemas.openxmlformats.org/drawingml/2006/main">
            <a:pPr algn="ctr">
              <a:buNone/>
              <a:defRPr sz="1200" b="0">
                <a:solidFill>
                  <a:srgbClr val="33485D"/>
                </a:solidFill>
                <a:latin typeface="Helvetica Neue"/>
                <a:ea typeface="Helvetica Neue"/>
                <a:cs typeface="Helvetica Neue"/>
              </a:defRPr>
            </a:pPr>
            <a:r>
              <a:rPr sz="1200" b="0">
                <a:solidFill>
                  <a:srgbClr val="33485D"/>
                </a:solidFill>
                <a:latin typeface="Helvetica Neue"/>
                <a:ea typeface="Helvetica Neue"/>
                <a:cs typeface="Helvetica Neue"/>
              </a:rPr>
              <a:t>unlimited depth</a:t>
            </a:r>
          </a:p>
        </p:txBody>
      </p:sp>
      <p:sp>
        <p:nvSpPr>
          <p:cNvPr id="21" name="Rectangle 20">
            <a:extLst xmlns:a="http://schemas.openxmlformats.org/drawingml/2006/main">
              <a:ext uri="{FF2B5EF4-FFF2-40B4-BE49-F238E27FC236}">
                <a16:creationId xmlns:a16="http://schemas.microsoft.com/office/drawing/2014/main" id="{62A01C96-7F39-4487-9F14-FB30CEF88862}"/>
              </a:ext>
            </a:extLst>
          </p:cNvPr>
          <p:cNvSpPr>
            <a:spLocks xmlns:a="http://schemas.openxmlformats.org/drawingml/2006/main" noGrp="1"/>
          </p:cNvSpPr>
          <p:nvPr/>
        </p:nvSpPr>
        <p:spPr>
          <a:xfrm xmlns:a="http://schemas.openxmlformats.org/drawingml/2006/main">
            <a:off x="781050" y="4448175"/>
            <a:ext cx="1000125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a:bodyPr>
          <a:lstStyle xmlns:a="http://schemas.openxmlformats.org/drawingml/2006/main">
            <a:defPPr algn="l">
              <a:defRPr sz="1725" b="1">
                <a:solidFill>
                  <a:srgbClr val="243A50"/>
                </a:solidFill>
                <a:latin typeface="Helvetica Neue"/>
                <a:ea typeface="Helvetica Neue"/>
                <a:cs typeface="Helvetica Neue"/>
              </a:defRPr>
            </a:defPPr>
            <a:lvl1pPr algn="l">
              <a:buNone/>
              <a:defRPr sz="1725" b="1">
                <a:solidFill>
                  <a:srgbClr val="243A50"/>
                </a:solidFill>
                <a:latin typeface="Helvetica Neue"/>
                <a:ea typeface="Helvetica Neue"/>
                <a:cs typeface="Helvetica Neue"/>
              </a:defRPr>
            </a:lvl1pPr>
            <a:lvl2pPr algn="l">
              <a:buNone/>
              <a:defRPr sz="1725" b="1">
                <a:solidFill>
                  <a:srgbClr val="243A50"/>
                </a:solidFill>
                <a:latin typeface="Helvetica Neue"/>
                <a:ea typeface="Helvetica Neue"/>
                <a:cs typeface="Helvetica Neue"/>
              </a:defRPr>
            </a:lvl2pPr>
            <a:lvl3pPr algn="l">
              <a:buNone/>
              <a:defRPr sz="1725" b="1">
                <a:solidFill>
                  <a:srgbClr val="243A50"/>
                </a:solidFill>
                <a:latin typeface="Helvetica Neue"/>
                <a:ea typeface="Helvetica Neue"/>
                <a:cs typeface="Helvetica Neue"/>
              </a:defRPr>
            </a:lvl3pPr>
            <a:lvl4pPr algn="l">
              <a:buNone/>
              <a:defRPr sz="1725" b="1">
                <a:solidFill>
                  <a:srgbClr val="243A50"/>
                </a:solidFill>
                <a:latin typeface="Helvetica Neue"/>
                <a:ea typeface="Helvetica Neue"/>
                <a:cs typeface="Helvetica Neue"/>
              </a:defRPr>
            </a:lvl4pPr>
            <a:lvl5pPr algn="l">
              <a:buNone/>
              <a:defRPr sz="1725" b="1">
                <a:solidFill>
                  <a:srgbClr val="243A50"/>
                </a:solidFill>
                <a:latin typeface="Helvetica Neue"/>
                <a:ea typeface="Helvetica Neue"/>
                <a:cs typeface="Helvetica Neue"/>
              </a:defRPr>
            </a:lvl5pPr>
            <a:lvl6pPr algn="l">
              <a:buNone/>
              <a:defRPr sz="1725" b="1">
                <a:solidFill>
                  <a:srgbClr val="243A50"/>
                </a:solidFill>
                <a:latin typeface="Helvetica Neue"/>
                <a:ea typeface="Helvetica Neue"/>
                <a:cs typeface="Helvetica Neue"/>
              </a:defRPr>
            </a:lvl6pPr>
            <a:lvl7pPr algn="l">
              <a:buNone/>
              <a:defRPr sz="1725" b="1">
                <a:solidFill>
                  <a:srgbClr val="243A50"/>
                </a:solidFill>
                <a:latin typeface="Helvetica Neue"/>
                <a:ea typeface="Helvetica Neue"/>
                <a:cs typeface="Helvetica Neue"/>
              </a:defRPr>
            </a:lvl7pPr>
            <a:lvl8pPr algn="l">
              <a:buNone/>
              <a:defRPr sz="1725" b="1">
                <a:solidFill>
                  <a:srgbClr val="243A50"/>
                </a:solidFill>
                <a:latin typeface="Helvetica Neue"/>
                <a:ea typeface="Helvetica Neue"/>
                <a:cs typeface="Helvetica Neue"/>
              </a:defRPr>
            </a:lvl8pPr>
            <a:lvl9pPr algn="l">
              <a:buNone/>
              <a:defRPr sz="1725" b="1">
                <a:solidFill>
                  <a:srgbClr val="243A50"/>
                </a:solidFill>
                <a:latin typeface="Helvetica Neue"/>
                <a:ea typeface="Helvetica Neue"/>
                <a:cs typeface="Helvetica Neue"/>
              </a:defRPr>
            </a:lvl9pPr>
          </a:lstStyle>
          <a:p xmlns:a="http://schemas.openxmlformats.org/drawingml/2006/main">
            <a:pPr algn="l">
              <a:buNone/>
              <a:defRPr sz="1725" b="1">
                <a:solidFill>
                  <a:srgbClr val="243A50"/>
                </a:solidFill>
                <a:latin typeface="Helvetica Neue"/>
                <a:ea typeface="Helvetica Neue"/>
                <a:cs typeface="Helvetica Neue"/>
              </a:defRPr>
            </a:pPr>
            <a:r>
              <a:rPr sz="1725" b="1">
                <a:solidFill>
                  <a:srgbClr val="243A50"/>
                </a:solidFill>
                <a:latin typeface="Helvetica Neue"/>
                <a:ea typeface="Helvetica Neue"/>
                <a:cs typeface="Helvetica Neue"/>
              </a:rPr>
              <a:t>Target: BUILDINGID  ·  3 building classes</a:t>
            </a:r>
          </a:p>
        </p:txBody>
      </p:sp>
      <p:sp>
        <p:nvSpPr>
          <p:cNvPr id="22" name="Rectangle 21">
            <a:extLst xmlns:a="http://schemas.openxmlformats.org/drawingml/2006/main">
              <a:ext uri="{FF2B5EF4-FFF2-40B4-BE49-F238E27FC236}">
                <a16:creationId xmlns:a16="http://schemas.microsoft.com/office/drawing/2014/main" id="{816C4670-EC3D-4EC4-8FA8-F56631524B62}"/>
              </a:ext>
            </a:extLst>
          </p:cNvPr>
          <p:cNvSpPr>
            <a:spLocks xmlns:a="http://schemas.openxmlformats.org/drawingml/2006/main" noGrp="1"/>
          </p:cNvSpPr>
          <p:nvPr/>
        </p:nvSpPr>
        <p:spPr>
          <a:xfrm xmlns:a="http://schemas.openxmlformats.org/drawingml/2006/main">
            <a:off x="781050" y="4991100"/>
            <a:ext cx="1000125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a:bodyPr>
          <a:lstStyle xmlns:a="http://schemas.openxmlformats.org/drawingml/2006/main">
            <a:defPPr algn="l">
              <a:defRPr sz="1425" b="0">
                <a:solidFill>
                  <a:srgbClr val="63788A"/>
                </a:solidFill>
                <a:latin typeface="Helvetica Neue"/>
                <a:ea typeface="Helvetica Neue"/>
                <a:cs typeface="Helvetica Neue"/>
              </a:defRPr>
            </a:defPPr>
            <a:lvl1pPr algn="l">
              <a:buNone/>
              <a:defRPr sz="1425" b="0">
                <a:solidFill>
                  <a:srgbClr val="63788A"/>
                </a:solidFill>
                <a:latin typeface="Helvetica Neue"/>
                <a:ea typeface="Helvetica Neue"/>
                <a:cs typeface="Helvetica Neue"/>
              </a:defRPr>
            </a:lvl1pPr>
            <a:lvl2pPr algn="l">
              <a:buNone/>
              <a:defRPr sz="1425" b="0">
                <a:solidFill>
                  <a:srgbClr val="63788A"/>
                </a:solidFill>
                <a:latin typeface="Helvetica Neue"/>
                <a:ea typeface="Helvetica Neue"/>
                <a:cs typeface="Helvetica Neue"/>
              </a:defRPr>
            </a:lvl2pPr>
            <a:lvl3pPr algn="l">
              <a:buNone/>
              <a:defRPr sz="1425" b="0">
                <a:solidFill>
                  <a:srgbClr val="63788A"/>
                </a:solidFill>
                <a:latin typeface="Helvetica Neue"/>
                <a:ea typeface="Helvetica Neue"/>
                <a:cs typeface="Helvetica Neue"/>
              </a:defRPr>
            </a:lvl3pPr>
            <a:lvl4pPr algn="l">
              <a:buNone/>
              <a:defRPr sz="1425" b="0">
                <a:solidFill>
                  <a:srgbClr val="63788A"/>
                </a:solidFill>
                <a:latin typeface="Helvetica Neue"/>
                <a:ea typeface="Helvetica Neue"/>
                <a:cs typeface="Helvetica Neue"/>
              </a:defRPr>
            </a:lvl4pPr>
            <a:lvl5pPr algn="l">
              <a:buNone/>
              <a:defRPr sz="1425" b="0">
                <a:solidFill>
                  <a:srgbClr val="63788A"/>
                </a:solidFill>
                <a:latin typeface="Helvetica Neue"/>
                <a:ea typeface="Helvetica Neue"/>
                <a:cs typeface="Helvetica Neue"/>
              </a:defRPr>
            </a:lvl5pPr>
            <a:lvl6pPr algn="l">
              <a:buNone/>
              <a:defRPr sz="1425" b="0">
                <a:solidFill>
                  <a:srgbClr val="63788A"/>
                </a:solidFill>
                <a:latin typeface="Helvetica Neue"/>
                <a:ea typeface="Helvetica Neue"/>
                <a:cs typeface="Helvetica Neue"/>
              </a:defRPr>
            </a:lvl6pPr>
            <a:lvl7pPr algn="l">
              <a:buNone/>
              <a:defRPr sz="1425" b="0">
                <a:solidFill>
                  <a:srgbClr val="63788A"/>
                </a:solidFill>
                <a:latin typeface="Helvetica Neue"/>
                <a:ea typeface="Helvetica Neue"/>
                <a:cs typeface="Helvetica Neue"/>
              </a:defRPr>
            </a:lvl7pPr>
            <a:lvl8pPr algn="l">
              <a:buNone/>
              <a:defRPr sz="1425" b="0">
                <a:solidFill>
                  <a:srgbClr val="63788A"/>
                </a:solidFill>
                <a:latin typeface="Helvetica Neue"/>
                <a:ea typeface="Helvetica Neue"/>
                <a:cs typeface="Helvetica Neue"/>
              </a:defRPr>
            </a:lvl8pPr>
            <a:lvl9pPr algn="l">
              <a:buNone/>
              <a:defRPr sz="1425" b="0">
                <a:solidFill>
                  <a:srgbClr val="63788A"/>
                </a:solidFill>
                <a:latin typeface="Helvetica Neue"/>
                <a:ea typeface="Helvetica Neue"/>
                <a:cs typeface="Helvetica Neue"/>
              </a:defRPr>
            </a:lvl9pPr>
          </a:lstStyle>
          <a:p xmlns:a="http://schemas.openxmlformats.org/drawingml/2006/main">
            <a:pPr algn="l">
              <a:buNone/>
              <a:defRPr sz="1425" b="0">
                <a:solidFill>
                  <a:srgbClr val="63788A"/>
                </a:solidFill>
                <a:latin typeface="Helvetica Neue"/>
                <a:ea typeface="Helvetica Neue"/>
                <a:cs typeface="Helvetica Neue"/>
              </a:defRPr>
            </a:pPr>
            <a:r>
              <a:rPr sz="1425" b="0">
                <a:solidFill>
                  <a:srgbClr val="63788A"/>
                </a:solidFill>
                <a:latin typeface="Helvetica Neue"/>
                <a:ea typeface="Helvetica Neue"/>
                <a:cs typeface="Helvetica Neue"/>
              </a:rPr>
              <a:t>Evaluation outputs: accuracy · macro F1 · class confusion counts</a:t>
            </a:r>
          </a:p>
        </p:txBody>
      </p:sp>
    </p:spTree>
    <p:extLst>
      <p:ext uri="{BB962C8B-B14F-4D97-AF65-F5344CB8AC3E}">
        <p14:creationId xmlns:p14="http://schemas.microsoft.com/office/powerpoint/2010/main" val="709119937"/>
      </p:ext>
    </p:extLst>
  </p:cSld>
</p:sld>
</file>

<file path=ppt/slides/slide8.xml><?xml version="1.0" encoding="utf-8"?>
<p:sld xmlns:p="http://schemas.openxmlformats.org/presentationml/2006/main">
  <p:cSld>
    <p:bg>
      <p:bgPr>
        <a:solidFill xmlns:a="http://schemas.openxmlformats.org/drawingml/2006/main">
          <a:srgbClr val="FAF9F6"/>
        </a:solidFill>
      </p:bgPr>
    </p:bg>
    <p:spTree>
      <p:nvGrpSpPr>
        <p:cNvPr id="1" name=""/>
        <p:cNvGrpSpPr/>
        <p:nvPr/>
      </p:nvGrpSpPr>
      <p:grpSpPr>
        <a:xfrm xmlns:a="http://schemas.openxmlformats.org/drawingml/2006/main"/>
      </p:grpSpPr>
      <p:sp>
        <p:nvSpPr>
          <p:cNvPr id="12" name="Rectangle 11">
            <a:extLst xmlns:a="http://schemas.openxmlformats.org/drawingml/2006/main">
              <a:ext uri="{FF2B5EF4-FFF2-40B4-BE49-F238E27FC236}">
                <a16:creationId xmlns:a16="http://schemas.microsoft.com/office/drawing/2014/main" id="{7128C37A-B559-424A-80C7-67D3FC73E0FA}"/>
              </a:ext>
            </a:extLst>
          </p:cNvPr>
          <p:cNvSpPr>
            <a:spLocks xmlns:a="http://schemas.openxmlformats.org/drawingml/2006/main" noGrp="1"/>
          </p:cNvSpPr>
          <p:nvPr/>
        </p:nvSpPr>
        <p:spPr>
          <a:xfrm xmlns:a="http://schemas.openxmlformats.org/drawingml/2006/main">
            <a:off x="0" y="0"/>
            <a:ext cx="12192000" cy="104775"/>
          </a:xfrm>
          <a:prstGeom xmlns:a="http://schemas.openxmlformats.org/drawingml/2006/main" prst="rect">
            <a:avLst/>
          </a:prstGeom>
          <a:solidFill xmlns:a="http://schemas.openxmlformats.org/drawingml/2006/main">
            <a:srgbClr val="C7DBD1"/>
          </a:solidFill>
          <a:ln xmlns:a="http://schemas.openxmlformats.org/drawingml/2006/main" w="0">
            <a:noFill/>
            <a:prstDash val="solid"/>
          </a:ln>
        </p:spPr>
      </p:sp>
      <p:sp>
        <p:nvSpPr>
          <p:cNvPr id="2" name="Rectangle 1">
            <a:extLst xmlns:a="http://schemas.openxmlformats.org/drawingml/2006/main">
              <a:ext uri="{FF2B5EF4-FFF2-40B4-BE49-F238E27FC236}">
                <a16:creationId xmlns:a16="http://schemas.microsoft.com/office/drawing/2014/main" id="{D87F327D-DAEA-4C5C-84A0-85C214593652}"/>
              </a:ext>
            </a:extLst>
          </p:cNvPr>
          <p:cNvSpPr>
            <a:spLocks xmlns:a="http://schemas.openxmlformats.org/drawingml/2006/main" noGrp="1"/>
          </p:cNvSpPr>
          <p:nvPr/>
        </p:nvSpPr>
        <p:spPr>
          <a:xfrm xmlns:a="http://schemas.openxmlformats.org/drawingml/2006/main">
            <a:off x="609600" y="371475"/>
            <a:ext cx="1097280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a:bodyPr>
          <a:lstStyle xmlns:a="http://schemas.openxmlformats.org/drawingml/2006/main">
            <a:defPPr algn="l">
              <a:defRPr sz="2625" b="1">
                <a:solidFill>
                  <a:srgbClr val="243A50"/>
                </a:solidFill>
                <a:latin typeface="Helvetica Neue"/>
                <a:ea typeface="Helvetica Neue"/>
                <a:cs typeface="Helvetica Neue"/>
              </a:defRPr>
            </a:defPPr>
            <a:lvl1pPr algn="l">
              <a:buNone/>
              <a:defRPr sz="2625" b="1">
                <a:solidFill>
                  <a:srgbClr val="243A50"/>
                </a:solidFill>
                <a:latin typeface="Helvetica Neue"/>
                <a:ea typeface="Helvetica Neue"/>
                <a:cs typeface="Helvetica Neue"/>
              </a:defRPr>
            </a:lvl1pPr>
            <a:lvl2pPr algn="l">
              <a:buNone/>
              <a:defRPr sz="2625" b="1">
                <a:solidFill>
                  <a:srgbClr val="243A50"/>
                </a:solidFill>
                <a:latin typeface="Helvetica Neue"/>
                <a:ea typeface="Helvetica Neue"/>
                <a:cs typeface="Helvetica Neue"/>
              </a:defRPr>
            </a:lvl2pPr>
            <a:lvl3pPr algn="l">
              <a:buNone/>
              <a:defRPr sz="2625" b="1">
                <a:solidFill>
                  <a:srgbClr val="243A50"/>
                </a:solidFill>
                <a:latin typeface="Helvetica Neue"/>
                <a:ea typeface="Helvetica Neue"/>
                <a:cs typeface="Helvetica Neue"/>
              </a:defRPr>
            </a:lvl3pPr>
            <a:lvl4pPr algn="l">
              <a:buNone/>
              <a:defRPr sz="2625" b="1">
                <a:solidFill>
                  <a:srgbClr val="243A50"/>
                </a:solidFill>
                <a:latin typeface="Helvetica Neue"/>
                <a:ea typeface="Helvetica Neue"/>
                <a:cs typeface="Helvetica Neue"/>
              </a:defRPr>
            </a:lvl4pPr>
            <a:lvl5pPr algn="l">
              <a:buNone/>
              <a:defRPr sz="2625" b="1">
                <a:solidFill>
                  <a:srgbClr val="243A50"/>
                </a:solidFill>
                <a:latin typeface="Helvetica Neue"/>
                <a:ea typeface="Helvetica Neue"/>
                <a:cs typeface="Helvetica Neue"/>
              </a:defRPr>
            </a:lvl5pPr>
            <a:lvl6pPr algn="l">
              <a:buNone/>
              <a:defRPr sz="2625" b="1">
                <a:solidFill>
                  <a:srgbClr val="243A50"/>
                </a:solidFill>
                <a:latin typeface="Helvetica Neue"/>
                <a:ea typeface="Helvetica Neue"/>
                <a:cs typeface="Helvetica Neue"/>
              </a:defRPr>
            </a:lvl6pPr>
            <a:lvl7pPr algn="l">
              <a:buNone/>
              <a:defRPr sz="2625" b="1">
                <a:solidFill>
                  <a:srgbClr val="243A50"/>
                </a:solidFill>
                <a:latin typeface="Helvetica Neue"/>
                <a:ea typeface="Helvetica Neue"/>
                <a:cs typeface="Helvetica Neue"/>
              </a:defRPr>
            </a:lvl7pPr>
            <a:lvl8pPr algn="l">
              <a:buNone/>
              <a:defRPr sz="2625" b="1">
                <a:solidFill>
                  <a:srgbClr val="243A50"/>
                </a:solidFill>
                <a:latin typeface="Helvetica Neue"/>
                <a:ea typeface="Helvetica Neue"/>
                <a:cs typeface="Helvetica Neue"/>
              </a:defRPr>
            </a:lvl8pPr>
            <a:lvl9pPr algn="l">
              <a:buNone/>
              <a:defRPr sz="2625" b="1">
                <a:solidFill>
                  <a:srgbClr val="243A50"/>
                </a:solidFill>
                <a:latin typeface="Helvetica Neue"/>
                <a:ea typeface="Helvetica Neue"/>
                <a:cs typeface="Helvetica Neue"/>
              </a:defRPr>
            </a:lvl9pPr>
          </a:lstStyle>
          <a:p xmlns:a="http://schemas.openxmlformats.org/drawingml/2006/main">
            <a:pPr algn="l">
              <a:buNone/>
              <a:defRPr sz="2625" b="1">
                <a:solidFill>
                  <a:srgbClr val="243A50"/>
                </a:solidFill>
                <a:latin typeface="Helvetica Neue"/>
                <a:ea typeface="Helvetica Neue"/>
                <a:cs typeface="Helvetica Neue"/>
              </a:defRPr>
            </a:pPr>
            <a:r>
              <a:rPr sz="2625" b="1">
                <a:solidFill>
                  <a:srgbClr val="243A50"/>
                </a:solidFill>
                <a:latin typeface="Helvetica Neue"/>
                <a:ea typeface="Helvetica Neue"/>
                <a:cs typeface="Helvetica Neue"/>
              </a:rPr>
              <a:t>Workstream 2 · Building results</a:t>
            </a:r>
          </a:p>
        </p:txBody>
      </p:sp>
      <p:sp>
        <p:nvSpPr>
          <p:cNvPr id="3" name="Rectangle 2">
            <a:extLst xmlns:a="http://schemas.openxmlformats.org/drawingml/2006/main">
              <a:ext uri="{FF2B5EF4-FFF2-40B4-BE49-F238E27FC236}">
                <a16:creationId xmlns:a16="http://schemas.microsoft.com/office/drawing/2014/main" id="{64295BD1-0A43-4958-892B-AF88F9C8FC87}"/>
              </a:ext>
            </a:extLst>
          </p:cNvPr>
          <p:cNvSpPr>
            <a:spLocks xmlns:a="http://schemas.openxmlformats.org/drawingml/2006/main" noGrp="1"/>
          </p:cNvSpPr>
          <p:nvPr/>
        </p:nvSpPr>
        <p:spPr>
          <a:xfrm xmlns:a="http://schemas.openxmlformats.org/drawingml/2006/main">
            <a:off x="628650" y="904875"/>
            <a:ext cx="108394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a:bodyPr>
          <a:lstStyle xmlns:a="http://schemas.openxmlformats.org/drawingml/2006/main">
            <a:defPPr algn="l">
              <a:defRPr sz="1350" b="0">
                <a:solidFill>
                  <a:srgbClr val="63788A"/>
                </a:solidFill>
                <a:latin typeface="Helvetica Neue"/>
                <a:ea typeface="Helvetica Neue"/>
                <a:cs typeface="Helvetica Neue"/>
              </a:defRPr>
            </a:defPPr>
            <a:lvl1pPr algn="l">
              <a:buNone/>
              <a:defRPr sz="1350" b="0">
                <a:solidFill>
                  <a:srgbClr val="63788A"/>
                </a:solidFill>
                <a:latin typeface="Helvetica Neue"/>
                <a:ea typeface="Helvetica Neue"/>
                <a:cs typeface="Helvetica Neue"/>
              </a:defRPr>
            </a:lvl1pPr>
            <a:lvl2pPr algn="l">
              <a:buNone/>
              <a:defRPr sz="1350" b="0">
                <a:solidFill>
                  <a:srgbClr val="63788A"/>
                </a:solidFill>
                <a:latin typeface="Helvetica Neue"/>
                <a:ea typeface="Helvetica Neue"/>
                <a:cs typeface="Helvetica Neue"/>
              </a:defRPr>
            </a:lvl2pPr>
            <a:lvl3pPr algn="l">
              <a:buNone/>
              <a:defRPr sz="1350" b="0">
                <a:solidFill>
                  <a:srgbClr val="63788A"/>
                </a:solidFill>
                <a:latin typeface="Helvetica Neue"/>
                <a:ea typeface="Helvetica Neue"/>
                <a:cs typeface="Helvetica Neue"/>
              </a:defRPr>
            </a:lvl3pPr>
            <a:lvl4pPr algn="l">
              <a:buNone/>
              <a:defRPr sz="1350" b="0">
                <a:solidFill>
                  <a:srgbClr val="63788A"/>
                </a:solidFill>
                <a:latin typeface="Helvetica Neue"/>
                <a:ea typeface="Helvetica Neue"/>
                <a:cs typeface="Helvetica Neue"/>
              </a:defRPr>
            </a:lvl4pPr>
            <a:lvl5pPr algn="l">
              <a:buNone/>
              <a:defRPr sz="1350" b="0">
                <a:solidFill>
                  <a:srgbClr val="63788A"/>
                </a:solidFill>
                <a:latin typeface="Helvetica Neue"/>
                <a:ea typeface="Helvetica Neue"/>
                <a:cs typeface="Helvetica Neue"/>
              </a:defRPr>
            </a:lvl5pPr>
            <a:lvl6pPr algn="l">
              <a:buNone/>
              <a:defRPr sz="1350" b="0">
                <a:solidFill>
                  <a:srgbClr val="63788A"/>
                </a:solidFill>
                <a:latin typeface="Helvetica Neue"/>
                <a:ea typeface="Helvetica Neue"/>
                <a:cs typeface="Helvetica Neue"/>
              </a:defRPr>
            </a:lvl6pPr>
            <a:lvl7pPr algn="l">
              <a:buNone/>
              <a:defRPr sz="1350" b="0">
                <a:solidFill>
                  <a:srgbClr val="63788A"/>
                </a:solidFill>
                <a:latin typeface="Helvetica Neue"/>
                <a:ea typeface="Helvetica Neue"/>
                <a:cs typeface="Helvetica Neue"/>
              </a:defRPr>
            </a:lvl7pPr>
            <a:lvl8pPr algn="l">
              <a:buNone/>
              <a:defRPr sz="1350" b="0">
                <a:solidFill>
                  <a:srgbClr val="63788A"/>
                </a:solidFill>
                <a:latin typeface="Helvetica Neue"/>
                <a:ea typeface="Helvetica Neue"/>
                <a:cs typeface="Helvetica Neue"/>
              </a:defRPr>
            </a:lvl8pPr>
            <a:lvl9pPr algn="l">
              <a:buNone/>
              <a:defRPr sz="1350" b="0">
                <a:solidFill>
                  <a:srgbClr val="63788A"/>
                </a:solidFill>
                <a:latin typeface="Helvetica Neue"/>
                <a:ea typeface="Helvetica Neue"/>
                <a:cs typeface="Helvetica Neue"/>
              </a:defRPr>
            </a:lvl9pPr>
          </a:lstStyle>
          <a:p xmlns:a="http://schemas.openxmlformats.org/drawingml/2006/main">
            <a:pPr algn="l">
              <a:buNone/>
              <a:defRPr sz="1350" b="0">
                <a:solidFill>
                  <a:srgbClr val="63788A"/>
                </a:solidFill>
                <a:latin typeface="Helvetica Neue"/>
                <a:ea typeface="Helvetica Neue"/>
                <a:cs typeface="Helvetica Neue"/>
              </a:defRPr>
            </a:pPr>
            <a:r>
              <a:rPr sz="1350" b="0">
                <a:solidFill>
                  <a:srgbClr val="63788A"/>
                </a:solidFill>
                <a:latin typeface="Helvetica Neue"/>
                <a:ea typeface="Helvetica Neue"/>
                <a:cs typeface="Helvetica Neue"/>
              </a:rPr>
              <a:t>All three building labels are classified correctly in nearly every held-out row.</a:t>
            </a:r>
          </a:p>
        </p:txBody>
      </p:sp>
      <p:sp>
        <p:nvSpPr>
          <p:cNvPr id="4" name="Straight Connector 3">
            <a:extLst xmlns:a="http://schemas.openxmlformats.org/drawingml/2006/main">
              <a:ext uri="{FF2B5EF4-FFF2-40B4-BE49-F238E27FC236}">
                <a16:creationId xmlns:a16="http://schemas.microsoft.com/office/drawing/2014/main" id="{8429B840-B1B3-4DEF-B434-7BD226B86C29}"/>
              </a:ext>
            </a:extLst>
          </p:cNvPr>
          <p:cNvSpPr>
            <a:spLocks xmlns:a="http://schemas.openxmlformats.org/drawingml/2006/main" noGrp="1"/>
          </p:cNvSpPr>
          <p:nvPr/>
        </p:nvSpPr>
        <p:spPr>
          <a:xfrm xmlns:a="http://schemas.openxmlformats.org/drawingml/2006/main">
            <a:off x="609600" y="6381750"/>
            <a:ext cx="10972800" cy="0"/>
          </a:xfrm>
          <a:prstGeom xmlns:a="http://schemas.openxmlformats.org/drawingml/2006/main" prst="line">
            <a:avLst/>
          </a:prstGeom>
          <a:noFill xmlns:a="http://schemas.openxmlformats.org/drawingml/2006/main"/>
          <a:ln xmlns:a="http://schemas.openxmlformats.org/drawingml/2006/main" w="9525">
            <a:solidFill>
              <a:srgbClr val="CBD5DA"/>
            </a:solidFill>
            <a:prstDash val="solid"/>
          </a:ln>
        </p:spPr>
      </p:sp>
      <p:sp>
        <p:nvSpPr>
          <p:cNvPr id="5" name="Rectangle 4">
            <a:extLst xmlns:a="http://schemas.openxmlformats.org/drawingml/2006/main">
              <a:ext uri="{FF2B5EF4-FFF2-40B4-BE49-F238E27FC236}">
                <a16:creationId xmlns:a16="http://schemas.microsoft.com/office/drawing/2014/main" id="{0E934253-AB18-4728-989C-9FBBE07240E3}"/>
              </a:ext>
            </a:extLst>
          </p:cNvPr>
          <p:cNvSpPr>
            <a:spLocks xmlns:a="http://schemas.openxmlformats.org/drawingml/2006/main" noGrp="1"/>
          </p:cNvSpPr>
          <p:nvPr/>
        </p:nvSpPr>
        <p:spPr>
          <a:xfrm xmlns:a="http://schemas.openxmlformats.org/drawingml/2006/main">
            <a:off x="609600" y="6477000"/>
            <a:ext cx="109728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a:bodyPr>
          <a:lstStyle xmlns:a="http://schemas.openxmlformats.org/drawingml/2006/main">
            <a:defPPr algn="r">
              <a:defRPr sz="900" b="0">
                <a:solidFill>
                  <a:srgbClr val="63788A"/>
                </a:solidFill>
                <a:latin typeface="Helvetica Neue"/>
                <a:ea typeface="Helvetica Neue"/>
                <a:cs typeface="Helvetica Neue"/>
              </a:defRPr>
            </a:defPPr>
            <a:lvl1pPr algn="r">
              <a:buNone/>
              <a:defRPr sz="900" b="0">
                <a:solidFill>
                  <a:srgbClr val="63788A"/>
                </a:solidFill>
                <a:latin typeface="Helvetica Neue"/>
                <a:ea typeface="Helvetica Neue"/>
                <a:cs typeface="Helvetica Neue"/>
              </a:defRPr>
            </a:lvl1pPr>
            <a:lvl2pPr algn="r">
              <a:buNone/>
              <a:defRPr sz="900" b="0">
                <a:solidFill>
                  <a:srgbClr val="63788A"/>
                </a:solidFill>
                <a:latin typeface="Helvetica Neue"/>
                <a:ea typeface="Helvetica Neue"/>
                <a:cs typeface="Helvetica Neue"/>
              </a:defRPr>
            </a:lvl2pPr>
            <a:lvl3pPr algn="r">
              <a:buNone/>
              <a:defRPr sz="900" b="0">
                <a:solidFill>
                  <a:srgbClr val="63788A"/>
                </a:solidFill>
                <a:latin typeface="Helvetica Neue"/>
                <a:ea typeface="Helvetica Neue"/>
                <a:cs typeface="Helvetica Neue"/>
              </a:defRPr>
            </a:lvl3pPr>
            <a:lvl4pPr algn="r">
              <a:buNone/>
              <a:defRPr sz="900" b="0">
                <a:solidFill>
                  <a:srgbClr val="63788A"/>
                </a:solidFill>
                <a:latin typeface="Helvetica Neue"/>
                <a:ea typeface="Helvetica Neue"/>
                <a:cs typeface="Helvetica Neue"/>
              </a:defRPr>
            </a:lvl4pPr>
            <a:lvl5pPr algn="r">
              <a:buNone/>
              <a:defRPr sz="900" b="0">
                <a:solidFill>
                  <a:srgbClr val="63788A"/>
                </a:solidFill>
                <a:latin typeface="Helvetica Neue"/>
                <a:ea typeface="Helvetica Neue"/>
                <a:cs typeface="Helvetica Neue"/>
              </a:defRPr>
            </a:lvl5pPr>
            <a:lvl6pPr algn="r">
              <a:buNone/>
              <a:defRPr sz="900" b="0">
                <a:solidFill>
                  <a:srgbClr val="63788A"/>
                </a:solidFill>
                <a:latin typeface="Helvetica Neue"/>
                <a:ea typeface="Helvetica Neue"/>
                <a:cs typeface="Helvetica Neue"/>
              </a:defRPr>
            </a:lvl6pPr>
            <a:lvl7pPr algn="r">
              <a:buNone/>
              <a:defRPr sz="900" b="0">
                <a:solidFill>
                  <a:srgbClr val="63788A"/>
                </a:solidFill>
                <a:latin typeface="Helvetica Neue"/>
                <a:ea typeface="Helvetica Neue"/>
                <a:cs typeface="Helvetica Neue"/>
              </a:defRPr>
            </a:lvl7pPr>
            <a:lvl8pPr algn="r">
              <a:buNone/>
              <a:defRPr sz="900" b="0">
                <a:solidFill>
                  <a:srgbClr val="63788A"/>
                </a:solidFill>
                <a:latin typeface="Helvetica Neue"/>
                <a:ea typeface="Helvetica Neue"/>
                <a:cs typeface="Helvetica Neue"/>
              </a:defRPr>
            </a:lvl8pPr>
            <a:lvl9pPr algn="r">
              <a:buNone/>
              <a:defRPr sz="900" b="0">
                <a:solidFill>
                  <a:srgbClr val="63788A"/>
                </a:solidFill>
                <a:latin typeface="Helvetica Neue"/>
                <a:ea typeface="Helvetica Neue"/>
                <a:cs typeface="Helvetica Neue"/>
              </a:defRPr>
            </a:lvl9pPr>
          </a:lstStyle>
          <a:p xmlns:a="http://schemas.openxmlformats.org/drawingml/2006/main">
            <a:pPr algn="r">
              <a:buNone/>
              <a:defRPr sz="900" b="0">
                <a:solidFill>
                  <a:srgbClr val="63788A"/>
                </a:solidFill>
                <a:latin typeface="Helvetica Neue"/>
                <a:ea typeface="Helvetica Neue"/>
                <a:cs typeface="Helvetica Neue"/>
              </a:defRPr>
            </a:pPr>
            <a:r>
              <a:rPr sz="900" b="0">
                <a:solidFill>
                  <a:srgbClr val="63788A"/>
                </a:solidFill>
                <a:latin typeface="Helvetica Neue"/>
                <a:ea typeface="Helvetica Neue"/>
                <a:cs typeface="Helvetica Neue"/>
              </a:rPr>
              <a:t>PROJECT 9  •  AML VIVA  •  08</a:t>
            </a:r>
          </a:p>
        </p:txBody>
      </p:sp>
      <p:pic>
        <p:nvPicPr>
          <p:cNvPr id="6" name="Picture 5">
            <a:extLst xmlns:a="http://schemas.openxmlformats.org/drawingml/2006/main">
              <a:ext uri="{FF2B5EF4-FFF2-40B4-BE49-F238E27FC236}">
                <a16:creationId xmlns:a16="http://schemas.microsoft.com/office/drawing/2014/main" id="{E39A2359-3672-4A8E-A140-8B83DA704276}"/>
              </a:ext>
            </a:extLst>
          </p:cNvPr>
          <p:cNvPicPr>
            <a:picLocks xmlns:a="http://schemas.openxmlformats.org/drawingml/2006/main" noChangeAspect="1"/>
          </p:cNvPicPr>
          <p:nvPr/>
        </p:nvPicPr>
        <p:blipFill>
          <a:blip xmlns:r="http://schemas.openxmlformats.org/officeDocument/2006/relationships" xmlns:a="http://schemas.openxmlformats.org/drawingml/2006/main" r:embed="R70f0105d43d74f88"/>
          <a:stretch xmlns:a="http://schemas.openxmlformats.org/drawingml/2006/main"/>
        </p:blipFill>
        <p:spPr>
          <a:xfrm xmlns:a="http://schemas.openxmlformats.org/drawingml/2006/main">
            <a:off x="523875" y="2183406"/>
            <a:ext cx="7239000" cy="2976963"/>
          </a:xfrm>
          <a:prstGeom xmlns:a="http://schemas.openxmlformats.org/drawingml/2006/main" prst="rect">
            <a:avLst/>
          </a:prstGeom>
        </p:spPr>
      </p:pic>
      <p:sp>
        <p:nvSpPr>
          <p:cNvPr id="7" name="Rectangle 6">
            <a:extLst xmlns:a="http://schemas.openxmlformats.org/drawingml/2006/main">
              <a:ext uri="{FF2B5EF4-FFF2-40B4-BE49-F238E27FC236}">
                <a16:creationId xmlns:a16="http://schemas.microsoft.com/office/drawing/2014/main" id="{BFA2EA54-C557-4E5C-A75A-E49040D4DF6D}"/>
              </a:ext>
            </a:extLst>
          </p:cNvPr>
          <p:cNvSpPr>
            <a:spLocks xmlns:a="http://schemas.openxmlformats.org/drawingml/2006/main" noGrp="1"/>
          </p:cNvSpPr>
          <p:nvPr/>
        </p:nvSpPr>
        <p:spPr>
          <a:xfrm xmlns:a="http://schemas.openxmlformats.org/drawingml/2006/main">
            <a:off x="8248650" y="2047875"/>
            <a:ext cx="304800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a:bodyPr>
          <a:lstStyle xmlns:a="http://schemas.openxmlformats.org/drawingml/2006/main">
            <a:defPPr algn="l">
              <a:defRPr sz="3750" b="1">
                <a:solidFill>
                  <a:srgbClr val="243A50"/>
                </a:solidFill>
                <a:latin typeface="Helvetica Neue"/>
                <a:ea typeface="Helvetica Neue"/>
                <a:cs typeface="Helvetica Neue"/>
              </a:defRPr>
            </a:defPPr>
            <a:lvl1pPr algn="l">
              <a:buNone/>
              <a:defRPr sz="3750" b="1">
                <a:solidFill>
                  <a:srgbClr val="243A50"/>
                </a:solidFill>
                <a:latin typeface="Helvetica Neue"/>
                <a:ea typeface="Helvetica Neue"/>
                <a:cs typeface="Helvetica Neue"/>
              </a:defRPr>
            </a:lvl1pPr>
            <a:lvl2pPr algn="l">
              <a:buNone/>
              <a:defRPr sz="3750" b="1">
                <a:solidFill>
                  <a:srgbClr val="243A50"/>
                </a:solidFill>
                <a:latin typeface="Helvetica Neue"/>
                <a:ea typeface="Helvetica Neue"/>
                <a:cs typeface="Helvetica Neue"/>
              </a:defRPr>
            </a:lvl2pPr>
            <a:lvl3pPr algn="l">
              <a:buNone/>
              <a:defRPr sz="3750" b="1">
                <a:solidFill>
                  <a:srgbClr val="243A50"/>
                </a:solidFill>
                <a:latin typeface="Helvetica Neue"/>
                <a:ea typeface="Helvetica Neue"/>
                <a:cs typeface="Helvetica Neue"/>
              </a:defRPr>
            </a:lvl3pPr>
            <a:lvl4pPr algn="l">
              <a:buNone/>
              <a:defRPr sz="3750" b="1">
                <a:solidFill>
                  <a:srgbClr val="243A50"/>
                </a:solidFill>
                <a:latin typeface="Helvetica Neue"/>
                <a:ea typeface="Helvetica Neue"/>
                <a:cs typeface="Helvetica Neue"/>
              </a:defRPr>
            </a:lvl4pPr>
            <a:lvl5pPr algn="l">
              <a:buNone/>
              <a:defRPr sz="3750" b="1">
                <a:solidFill>
                  <a:srgbClr val="243A50"/>
                </a:solidFill>
                <a:latin typeface="Helvetica Neue"/>
                <a:ea typeface="Helvetica Neue"/>
                <a:cs typeface="Helvetica Neue"/>
              </a:defRPr>
            </a:lvl5pPr>
            <a:lvl6pPr algn="l">
              <a:buNone/>
              <a:defRPr sz="3750" b="1">
                <a:solidFill>
                  <a:srgbClr val="243A50"/>
                </a:solidFill>
                <a:latin typeface="Helvetica Neue"/>
                <a:ea typeface="Helvetica Neue"/>
                <a:cs typeface="Helvetica Neue"/>
              </a:defRPr>
            </a:lvl6pPr>
            <a:lvl7pPr algn="l">
              <a:buNone/>
              <a:defRPr sz="3750" b="1">
                <a:solidFill>
                  <a:srgbClr val="243A50"/>
                </a:solidFill>
                <a:latin typeface="Helvetica Neue"/>
                <a:ea typeface="Helvetica Neue"/>
                <a:cs typeface="Helvetica Neue"/>
              </a:defRPr>
            </a:lvl7pPr>
            <a:lvl8pPr algn="l">
              <a:buNone/>
              <a:defRPr sz="3750" b="1">
                <a:solidFill>
                  <a:srgbClr val="243A50"/>
                </a:solidFill>
                <a:latin typeface="Helvetica Neue"/>
                <a:ea typeface="Helvetica Neue"/>
                <a:cs typeface="Helvetica Neue"/>
              </a:defRPr>
            </a:lvl8pPr>
            <a:lvl9pPr algn="l">
              <a:buNone/>
              <a:defRPr sz="3750" b="1">
                <a:solidFill>
                  <a:srgbClr val="243A50"/>
                </a:solidFill>
                <a:latin typeface="Helvetica Neue"/>
                <a:ea typeface="Helvetica Neue"/>
                <a:cs typeface="Helvetica Neue"/>
              </a:defRPr>
            </a:lvl9pPr>
          </a:lstStyle>
          <a:p xmlns:a="http://schemas.openxmlformats.org/drawingml/2006/main">
            <a:pPr algn="l">
              <a:buNone/>
              <a:defRPr sz="3750" b="1">
                <a:solidFill>
                  <a:srgbClr val="243A50"/>
                </a:solidFill>
                <a:latin typeface="Helvetica Neue"/>
                <a:ea typeface="Helvetica Neue"/>
                <a:cs typeface="Helvetica Neue"/>
              </a:defRPr>
            </a:pPr>
            <a:r>
              <a:rPr sz="3750" b="1">
                <a:solidFill>
                  <a:srgbClr val="243A50"/>
                </a:solidFill>
                <a:latin typeface="Helvetica Neue"/>
                <a:ea typeface="Helvetica Neue"/>
                <a:cs typeface="Helvetica Neue"/>
              </a:rPr>
              <a:t>99.73%</a:t>
            </a:r>
          </a:p>
        </p:txBody>
      </p:sp>
      <p:sp>
        <p:nvSpPr>
          <p:cNvPr id="8" name="Rectangle 7">
            <a:extLst xmlns:a="http://schemas.openxmlformats.org/drawingml/2006/main">
              <a:ext uri="{FF2B5EF4-FFF2-40B4-BE49-F238E27FC236}">
                <a16:creationId xmlns:a16="http://schemas.microsoft.com/office/drawing/2014/main" id="{10CA7CA4-D940-4C3E-A4AF-B2B25A21FC04}"/>
              </a:ext>
            </a:extLst>
          </p:cNvPr>
          <p:cNvSpPr>
            <a:spLocks xmlns:a="http://schemas.openxmlformats.org/drawingml/2006/main" noGrp="1"/>
          </p:cNvSpPr>
          <p:nvPr/>
        </p:nvSpPr>
        <p:spPr>
          <a:xfrm xmlns:a="http://schemas.openxmlformats.org/drawingml/2006/main">
            <a:off x="8248650" y="2714625"/>
            <a:ext cx="304800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a:bodyPr>
          <a:lstStyle xmlns:a="http://schemas.openxmlformats.org/drawingml/2006/main">
            <a:defPPr algn="l">
              <a:defRPr sz="1350" b="0">
                <a:solidFill>
                  <a:srgbClr val="63788A"/>
                </a:solidFill>
                <a:latin typeface="Helvetica Neue"/>
                <a:ea typeface="Helvetica Neue"/>
                <a:cs typeface="Helvetica Neue"/>
              </a:defRPr>
            </a:defPPr>
            <a:lvl1pPr algn="l">
              <a:buNone/>
              <a:defRPr sz="1350" b="0">
                <a:solidFill>
                  <a:srgbClr val="63788A"/>
                </a:solidFill>
                <a:latin typeface="Helvetica Neue"/>
                <a:ea typeface="Helvetica Neue"/>
                <a:cs typeface="Helvetica Neue"/>
              </a:defRPr>
            </a:lvl1pPr>
            <a:lvl2pPr algn="l">
              <a:buNone/>
              <a:defRPr sz="1350" b="0">
                <a:solidFill>
                  <a:srgbClr val="63788A"/>
                </a:solidFill>
                <a:latin typeface="Helvetica Neue"/>
                <a:ea typeface="Helvetica Neue"/>
                <a:cs typeface="Helvetica Neue"/>
              </a:defRPr>
            </a:lvl2pPr>
            <a:lvl3pPr algn="l">
              <a:buNone/>
              <a:defRPr sz="1350" b="0">
                <a:solidFill>
                  <a:srgbClr val="63788A"/>
                </a:solidFill>
                <a:latin typeface="Helvetica Neue"/>
                <a:ea typeface="Helvetica Neue"/>
                <a:cs typeface="Helvetica Neue"/>
              </a:defRPr>
            </a:lvl3pPr>
            <a:lvl4pPr algn="l">
              <a:buNone/>
              <a:defRPr sz="1350" b="0">
                <a:solidFill>
                  <a:srgbClr val="63788A"/>
                </a:solidFill>
                <a:latin typeface="Helvetica Neue"/>
                <a:ea typeface="Helvetica Neue"/>
                <a:cs typeface="Helvetica Neue"/>
              </a:defRPr>
            </a:lvl4pPr>
            <a:lvl5pPr algn="l">
              <a:buNone/>
              <a:defRPr sz="1350" b="0">
                <a:solidFill>
                  <a:srgbClr val="63788A"/>
                </a:solidFill>
                <a:latin typeface="Helvetica Neue"/>
                <a:ea typeface="Helvetica Neue"/>
                <a:cs typeface="Helvetica Neue"/>
              </a:defRPr>
            </a:lvl5pPr>
            <a:lvl6pPr algn="l">
              <a:buNone/>
              <a:defRPr sz="1350" b="0">
                <a:solidFill>
                  <a:srgbClr val="63788A"/>
                </a:solidFill>
                <a:latin typeface="Helvetica Neue"/>
                <a:ea typeface="Helvetica Neue"/>
                <a:cs typeface="Helvetica Neue"/>
              </a:defRPr>
            </a:lvl6pPr>
            <a:lvl7pPr algn="l">
              <a:buNone/>
              <a:defRPr sz="1350" b="0">
                <a:solidFill>
                  <a:srgbClr val="63788A"/>
                </a:solidFill>
                <a:latin typeface="Helvetica Neue"/>
                <a:ea typeface="Helvetica Neue"/>
                <a:cs typeface="Helvetica Neue"/>
              </a:defRPr>
            </a:lvl7pPr>
            <a:lvl8pPr algn="l">
              <a:buNone/>
              <a:defRPr sz="1350" b="0">
                <a:solidFill>
                  <a:srgbClr val="63788A"/>
                </a:solidFill>
                <a:latin typeface="Helvetica Neue"/>
                <a:ea typeface="Helvetica Neue"/>
                <a:cs typeface="Helvetica Neue"/>
              </a:defRPr>
            </a:lvl8pPr>
            <a:lvl9pPr algn="l">
              <a:buNone/>
              <a:defRPr sz="1350" b="0">
                <a:solidFill>
                  <a:srgbClr val="63788A"/>
                </a:solidFill>
                <a:latin typeface="Helvetica Neue"/>
                <a:ea typeface="Helvetica Neue"/>
                <a:cs typeface="Helvetica Neue"/>
              </a:defRPr>
            </a:lvl9pPr>
          </a:lstStyle>
          <a:p xmlns:a="http://schemas.openxmlformats.org/drawingml/2006/main">
            <a:pPr algn="l">
              <a:buNone/>
              <a:defRPr sz="1350" b="0">
                <a:solidFill>
                  <a:srgbClr val="63788A"/>
                </a:solidFill>
                <a:latin typeface="Helvetica Neue"/>
                <a:ea typeface="Helvetica Neue"/>
                <a:cs typeface="Helvetica Neue"/>
              </a:defRPr>
            </a:pPr>
            <a:r>
              <a:rPr sz="1350" b="0">
                <a:solidFill>
                  <a:srgbClr val="63788A"/>
                </a:solidFill>
                <a:latin typeface="Helvetica Neue"/>
                <a:ea typeface="Helvetica Neue"/>
                <a:cs typeface="Helvetica Neue"/>
              </a:rPr>
              <a:t>held-out accuracy</a:t>
            </a:r>
          </a:p>
        </p:txBody>
      </p:sp>
      <p:sp>
        <p:nvSpPr>
          <p:cNvPr id="9" name="Rectangle 8">
            <a:extLst xmlns:a="http://schemas.openxmlformats.org/drawingml/2006/main">
              <a:ext uri="{FF2B5EF4-FFF2-40B4-BE49-F238E27FC236}">
                <a16:creationId xmlns:a16="http://schemas.microsoft.com/office/drawing/2014/main" id="{236D466B-79E6-402F-9097-BAAD73310D78}"/>
              </a:ext>
            </a:extLst>
          </p:cNvPr>
          <p:cNvSpPr>
            <a:spLocks xmlns:a="http://schemas.openxmlformats.org/drawingml/2006/main" noGrp="1"/>
          </p:cNvSpPr>
          <p:nvPr/>
        </p:nvSpPr>
        <p:spPr>
          <a:xfrm xmlns:a="http://schemas.openxmlformats.org/drawingml/2006/main">
            <a:off x="8248650" y="3524250"/>
            <a:ext cx="304800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a:bodyPr>
          <a:lstStyle xmlns:a="http://schemas.openxmlformats.org/drawingml/2006/main">
            <a:defPPr algn="l">
              <a:defRPr sz="3750" b="1">
                <a:solidFill>
                  <a:srgbClr val="64877F"/>
                </a:solidFill>
                <a:latin typeface="Helvetica Neue"/>
                <a:ea typeface="Helvetica Neue"/>
                <a:cs typeface="Helvetica Neue"/>
              </a:defRPr>
            </a:defPPr>
            <a:lvl1pPr algn="l">
              <a:buNone/>
              <a:defRPr sz="3750" b="1">
                <a:solidFill>
                  <a:srgbClr val="64877F"/>
                </a:solidFill>
                <a:latin typeface="Helvetica Neue"/>
                <a:ea typeface="Helvetica Neue"/>
                <a:cs typeface="Helvetica Neue"/>
              </a:defRPr>
            </a:lvl1pPr>
            <a:lvl2pPr algn="l">
              <a:buNone/>
              <a:defRPr sz="3750" b="1">
                <a:solidFill>
                  <a:srgbClr val="64877F"/>
                </a:solidFill>
                <a:latin typeface="Helvetica Neue"/>
                <a:ea typeface="Helvetica Neue"/>
                <a:cs typeface="Helvetica Neue"/>
              </a:defRPr>
            </a:lvl2pPr>
            <a:lvl3pPr algn="l">
              <a:buNone/>
              <a:defRPr sz="3750" b="1">
                <a:solidFill>
                  <a:srgbClr val="64877F"/>
                </a:solidFill>
                <a:latin typeface="Helvetica Neue"/>
                <a:ea typeface="Helvetica Neue"/>
                <a:cs typeface="Helvetica Neue"/>
              </a:defRPr>
            </a:lvl3pPr>
            <a:lvl4pPr algn="l">
              <a:buNone/>
              <a:defRPr sz="3750" b="1">
                <a:solidFill>
                  <a:srgbClr val="64877F"/>
                </a:solidFill>
                <a:latin typeface="Helvetica Neue"/>
                <a:ea typeface="Helvetica Neue"/>
                <a:cs typeface="Helvetica Neue"/>
              </a:defRPr>
            </a:lvl4pPr>
            <a:lvl5pPr algn="l">
              <a:buNone/>
              <a:defRPr sz="3750" b="1">
                <a:solidFill>
                  <a:srgbClr val="64877F"/>
                </a:solidFill>
                <a:latin typeface="Helvetica Neue"/>
                <a:ea typeface="Helvetica Neue"/>
                <a:cs typeface="Helvetica Neue"/>
              </a:defRPr>
            </a:lvl5pPr>
            <a:lvl6pPr algn="l">
              <a:buNone/>
              <a:defRPr sz="3750" b="1">
                <a:solidFill>
                  <a:srgbClr val="64877F"/>
                </a:solidFill>
                <a:latin typeface="Helvetica Neue"/>
                <a:ea typeface="Helvetica Neue"/>
                <a:cs typeface="Helvetica Neue"/>
              </a:defRPr>
            </a:lvl6pPr>
            <a:lvl7pPr algn="l">
              <a:buNone/>
              <a:defRPr sz="3750" b="1">
                <a:solidFill>
                  <a:srgbClr val="64877F"/>
                </a:solidFill>
                <a:latin typeface="Helvetica Neue"/>
                <a:ea typeface="Helvetica Neue"/>
                <a:cs typeface="Helvetica Neue"/>
              </a:defRPr>
            </a:lvl7pPr>
            <a:lvl8pPr algn="l">
              <a:buNone/>
              <a:defRPr sz="3750" b="1">
                <a:solidFill>
                  <a:srgbClr val="64877F"/>
                </a:solidFill>
                <a:latin typeface="Helvetica Neue"/>
                <a:ea typeface="Helvetica Neue"/>
                <a:cs typeface="Helvetica Neue"/>
              </a:defRPr>
            </a:lvl8pPr>
            <a:lvl9pPr algn="l">
              <a:buNone/>
              <a:defRPr sz="3750" b="1">
                <a:solidFill>
                  <a:srgbClr val="64877F"/>
                </a:solidFill>
                <a:latin typeface="Helvetica Neue"/>
                <a:ea typeface="Helvetica Neue"/>
                <a:cs typeface="Helvetica Neue"/>
              </a:defRPr>
            </a:lvl9pPr>
          </a:lstStyle>
          <a:p xmlns:a="http://schemas.openxmlformats.org/drawingml/2006/main">
            <a:pPr algn="l">
              <a:buNone/>
              <a:defRPr sz="3750" b="1">
                <a:solidFill>
                  <a:srgbClr val="64877F"/>
                </a:solidFill>
                <a:latin typeface="Helvetica Neue"/>
                <a:ea typeface="Helvetica Neue"/>
                <a:cs typeface="Helvetica Neue"/>
              </a:defRPr>
            </a:pPr>
            <a:r>
              <a:rPr sz="3750" b="1">
                <a:solidFill>
                  <a:srgbClr val="64877F"/>
                </a:solidFill>
                <a:latin typeface="Helvetica Neue"/>
                <a:ea typeface="Helvetica Neue"/>
                <a:cs typeface="Helvetica Neue"/>
              </a:rPr>
              <a:t>99.71%</a:t>
            </a:r>
          </a:p>
        </p:txBody>
      </p:sp>
      <p:sp>
        <p:nvSpPr>
          <p:cNvPr id="10" name="Rectangle 9">
            <a:extLst xmlns:a="http://schemas.openxmlformats.org/drawingml/2006/main">
              <a:ext uri="{FF2B5EF4-FFF2-40B4-BE49-F238E27FC236}">
                <a16:creationId xmlns:a16="http://schemas.microsoft.com/office/drawing/2014/main" id="{C452AFDC-9763-4073-B680-EB43207AEB40}"/>
              </a:ext>
            </a:extLst>
          </p:cNvPr>
          <p:cNvSpPr>
            <a:spLocks xmlns:a="http://schemas.openxmlformats.org/drawingml/2006/main" noGrp="1"/>
          </p:cNvSpPr>
          <p:nvPr/>
        </p:nvSpPr>
        <p:spPr>
          <a:xfrm xmlns:a="http://schemas.openxmlformats.org/drawingml/2006/main">
            <a:off x="8248650" y="4191000"/>
            <a:ext cx="304800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a:bodyPr>
          <a:lstStyle xmlns:a="http://schemas.openxmlformats.org/drawingml/2006/main">
            <a:defPPr algn="l">
              <a:defRPr sz="1350" b="0">
                <a:solidFill>
                  <a:srgbClr val="63788A"/>
                </a:solidFill>
                <a:latin typeface="Helvetica Neue"/>
                <a:ea typeface="Helvetica Neue"/>
                <a:cs typeface="Helvetica Neue"/>
              </a:defRPr>
            </a:defPPr>
            <a:lvl1pPr algn="l">
              <a:buNone/>
              <a:defRPr sz="1350" b="0">
                <a:solidFill>
                  <a:srgbClr val="63788A"/>
                </a:solidFill>
                <a:latin typeface="Helvetica Neue"/>
                <a:ea typeface="Helvetica Neue"/>
                <a:cs typeface="Helvetica Neue"/>
              </a:defRPr>
            </a:lvl1pPr>
            <a:lvl2pPr algn="l">
              <a:buNone/>
              <a:defRPr sz="1350" b="0">
                <a:solidFill>
                  <a:srgbClr val="63788A"/>
                </a:solidFill>
                <a:latin typeface="Helvetica Neue"/>
                <a:ea typeface="Helvetica Neue"/>
                <a:cs typeface="Helvetica Neue"/>
              </a:defRPr>
            </a:lvl2pPr>
            <a:lvl3pPr algn="l">
              <a:buNone/>
              <a:defRPr sz="1350" b="0">
                <a:solidFill>
                  <a:srgbClr val="63788A"/>
                </a:solidFill>
                <a:latin typeface="Helvetica Neue"/>
                <a:ea typeface="Helvetica Neue"/>
                <a:cs typeface="Helvetica Neue"/>
              </a:defRPr>
            </a:lvl3pPr>
            <a:lvl4pPr algn="l">
              <a:buNone/>
              <a:defRPr sz="1350" b="0">
                <a:solidFill>
                  <a:srgbClr val="63788A"/>
                </a:solidFill>
                <a:latin typeface="Helvetica Neue"/>
                <a:ea typeface="Helvetica Neue"/>
                <a:cs typeface="Helvetica Neue"/>
              </a:defRPr>
            </a:lvl4pPr>
            <a:lvl5pPr algn="l">
              <a:buNone/>
              <a:defRPr sz="1350" b="0">
                <a:solidFill>
                  <a:srgbClr val="63788A"/>
                </a:solidFill>
                <a:latin typeface="Helvetica Neue"/>
                <a:ea typeface="Helvetica Neue"/>
                <a:cs typeface="Helvetica Neue"/>
              </a:defRPr>
            </a:lvl5pPr>
            <a:lvl6pPr algn="l">
              <a:buNone/>
              <a:defRPr sz="1350" b="0">
                <a:solidFill>
                  <a:srgbClr val="63788A"/>
                </a:solidFill>
                <a:latin typeface="Helvetica Neue"/>
                <a:ea typeface="Helvetica Neue"/>
                <a:cs typeface="Helvetica Neue"/>
              </a:defRPr>
            </a:lvl6pPr>
            <a:lvl7pPr algn="l">
              <a:buNone/>
              <a:defRPr sz="1350" b="0">
                <a:solidFill>
                  <a:srgbClr val="63788A"/>
                </a:solidFill>
                <a:latin typeface="Helvetica Neue"/>
                <a:ea typeface="Helvetica Neue"/>
                <a:cs typeface="Helvetica Neue"/>
              </a:defRPr>
            </a:lvl7pPr>
            <a:lvl8pPr algn="l">
              <a:buNone/>
              <a:defRPr sz="1350" b="0">
                <a:solidFill>
                  <a:srgbClr val="63788A"/>
                </a:solidFill>
                <a:latin typeface="Helvetica Neue"/>
                <a:ea typeface="Helvetica Neue"/>
                <a:cs typeface="Helvetica Neue"/>
              </a:defRPr>
            </a:lvl8pPr>
            <a:lvl9pPr algn="l">
              <a:buNone/>
              <a:defRPr sz="1350" b="0">
                <a:solidFill>
                  <a:srgbClr val="63788A"/>
                </a:solidFill>
                <a:latin typeface="Helvetica Neue"/>
                <a:ea typeface="Helvetica Neue"/>
                <a:cs typeface="Helvetica Neue"/>
              </a:defRPr>
            </a:lvl9pPr>
          </a:lstStyle>
          <a:p xmlns:a="http://schemas.openxmlformats.org/drawingml/2006/main">
            <a:pPr algn="l">
              <a:buNone/>
              <a:defRPr sz="1350" b="0">
                <a:solidFill>
                  <a:srgbClr val="63788A"/>
                </a:solidFill>
                <a:latin typeface="Helvetica Neue"/>
                <a:ea typeface="Helvetica Neue"/>
                <a:cs typeface="Helvetica Neue"/>
              </a:defRPr>
            </a:pPr>
            <a:r>
              <a:rPr sz="1350" b="0">
                <a:solidFill>
                  <a:srgbClr val="63788A"/>
                </a:solidFill>
                <a:latin typeface="Helvetica Neue"/>
                <a:ea typeface="Helvetica Neue"/>
                <a:cs typeface="Helvetica Neue"/>
              </a:rPr>
              <a:t>held-out macro F1</a:t>
            </a:r>
          </a:p>
        </p:txBody>
      </p:sp>
      <p:sp>
        <p:nvSpPr>
          <p:cNvPr id="11" name="Rectangle 10">
            <a:extLst xmlns:a="http://schemas.openxmlformats.org/drawingml/2006/main">
              <a:ext uri="{FF2B5EF4-FFF2-40B4-BE49-F238E27FC236}">
                <a16:creationId xmlns:a16="http://schemas.microsoft.com/office/drawing/2014/main" id="{EE7C2DE9-C7F0-4CFF-BAB3-A8325A4FDE52}"/>
              </a:ext>
            </a:extLst>
          </p:cNvPr>
          <p:cNvSpPr>
            <a:spLocks xmlns:a="http://schemas.openxmlformats.org/drawingml/2006/main" noGrp="1"/>
          </p:cNvSpPr>
          <p:nvPr/>
        </p:nvSpPr>
        <p:spPr>
          <a:xfrm xmlns:a="http://schemas.openxmlformats.org/drawingml/2006/main">
            <a:off x="8277225" y="5095875"/>
            <a:ext cx="32385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a:bodyPr>
          <a:lstStyle xmlns:a="http://schemas.openxmlformats.org/drawingml/2006/main">
            <a:defPPr algn="l">
              <a:defRPr sz="1650" b="1">
                <a:solidFill>
                  <a:srgbClr val="33485D"/>
                </a:solidFill>
                <a:latin typeface="Helvetica Neue"/>
                <a:ea typeface="Helvetica Neue"/>
                <a:cs typeface="Helvetica Neue"/>
              </a:defRPr>
            </a:defPPr>
            <a:lvl1pPr algn="l">
              <a:buNone/>
              <a:defRPr sz="1650" b="1">
                <a:solidFill>
                  <a:srgbClr val="33485D"/>
                </a:solidFill>
                <a:latin typeface="Helvetica Neue"/>
                <a:ea typeface="Helvetica Neue"/>
                <a:cs typeface="Helvetica Neue"/>
              </a:defRPr>
            </a:lvl1pPr>
            <a:lvl2pPr algn="l">
              <a:buNone/>
              <a:defRPr sz="1650" b="1">
                <a:solidFill>
                  <a:srgbClr val="33485D"/>
                </a:solidFill>
                <a:latin typeface="Helvetica Neue"/>
                <a:ea typeface="Helvetica Neue"/>
                <a:cs typeface="Helvetica Neue"/>
              </a:defRPr>
            </a:lvl2pPr>
            <a:lvl3pPr algn="l">
              <a:buNone/>
              <a:defRPr sz="1650" b="1">
                <a:solidFill>
                  <a:srgbClr val="33485D"/>
                </a:solidFill>
                <a:latin typeface="Helvetica Neue"/>
                <a:ea typeface="Helvetica Neue"/>
                <a:cs typeface="Helvetica Neue"/>
              </a:defRPr>
            </a:lvl3pPr>
            <a:lvl4pPr algn="l">
              <a:buNone/>
              <a:defRPr sz="1650" b="1">
                <a:solidFill>
                  <a:srgbClr val="33485D"/>
                </a:solidFill>
                <a:latin typeface="Helvetica Neue"/>
                <a:ea typeface="Helvetica Neue"/>
                <a:cs typeface="Helvetica Neue"/>
              </a:defRPr>
            </a:lvl4pPr>
            <a:lvl5pPr algn="l">
              <a:buNone/>
              <a:defRPr sz="1650" b="1">
                <a:solidFill>
                  <a:srgbClr val="33485D"/>
                </a:solidFill>
                <a:latin typeface="Helvetica Neue"/>
                <a:ea typeface="Helvetica Neue"/>
                <a:cs typeface="Helvetica Neue"/>
              </a:defRPr>
            </a:lvl5pPr>
            <a:lvl6pPr algn="l">
              <a:buNone/>
              <a:defRPr sz="1650" b="1">
                <a:solidFill>
                  <a:srgbClr val="33485D"/>
                </a:solidFill>
                <a:latin typeface="Helvetica Neue"/>
                <a:ea typeface="Helvetica Neue"/>
                <a:cs typeface="Helvetica Neue"/>
              </a:defRPr>
            </a:lvl6pPr>
            <a:lvl7pPr algn="l">
              <a:buNone/>
              <a:defRPr sz="1650" b="1">
                <a:solidFill>
                  <a:srgbClr val="33485D"/>
                </a:solidFill>
                <a:latin typeface="Helvetica Neue"/>
                <a:ea typeface="Helvetica Neue"/>
                <a:cs typeface="Helvetica Neue"/>
              </a:defRPr>
            </a:lvl7pPr>
            <a:lvl8pPr algn="l">
              <a:buNone/>
              <a:defRPr sz="1650" b="1">
                <a:solidFill>
                  <a:srgbClr val="33485D"/>
                </a:solidFill>
                <a:latin typeface="Helvetica Neue"/>
                <a:ea typeface="Helvetica Neue"/>
                <a:cs typeface="Helvetica Neue"/>
              </a:defRPr>
            </a:lvl8pPr>
            <a:lvl9pPr algn="l">
              <a:buNone/>
              <a:defRPr sz="1650" b="1">
                <a:solidFill>
                  <a:srgbClr val="33485D"/>
                </a:solidFill>
                <a:latin typeface="Helvetica Neue"/>
                <a:ea typeface="Helvetica Neue"/>
                <a:cs typeface="Helvetica Neue"/>
              </a:defRPr>
            </a:lvl9pPr>
          </a:lstStyle>
          <a:p xmlns:a="http://schemas.openxmlformats.org/drawingml/2006/main">
            <a:pPr algn="l">
              <a:buNone/>
              <a:defRPr sz="1650" b="1">
                <a:solidFill>
                  <a:srgbClr val="33485D"/>
                </a:solidFill>
                <a:latin typeface="Helvetica Neue"/>
                <a:ea typeface="Helvetica Neue"/>
                <a:cs typeface="Helvetica Neue"/>
              </a:defRPr>
            </a:pPr>
            <a:r>
              <a:rPr sz="1650" b="1">
                <a:solidFill>
                  <a:srgbClr val="33485D"/>
                </a:solidFill>
                <a:latin typeface="Helvetica Neue"/>
                <a:ea typeface="Helvetica Neue"/>
                <a:cs typeface="Helvetica Neue"/>
              </a:rPr>
              <a:t>1,108 / 1,111 correct</a:t>
            </a:r>
          </a:p>
        </p:txBody>
      </p:sp>
    </p:spTree>
    <p:extLst>
      <p:ext uri="{BB962C8B-B14F-4D97-AF65-F5344CB8AC3E}">
        <p14:creationId xmlns:p14="http://schemas.microsoft.com/office/powerpoint/2010/main" val="2138506941"/>
      </p:ext>
    </p:extLst>
  </p:cSld>
</p:sld>
</file>

<file path=ppt/slides/slide9.xml><?xml version="1.0" encoding="utf-8"?>
<p:sld xmlns:p="http://schemas.openxmlformats.org/presentationml/2006/main">
  <p:cSld>
    <p:bg>
      <p:bgPr>
        <a:solidFill xmlns:a="http://schemas.openxmlformats.org/drawingml/2006/main">
          <a:srgbClr val="FAF9F6"/>
        </a:solidFill>
      </p:bgPr>
    </p:bg>
    <p:spTree>
      <p:nvGrpSpPr>
        <p:cNvPr id="1" name=""/>
        <p:cNvGrpSpPr/>
        <p:nvPr/>
      </p:nvGrpSpPr>
      <p:grpSpPr>
        <a:xfrm xmlns:a="http://schemas.openxmlformats.org/drawingml/2006/main"/>
      </p:grpSpPr>
      <p:sp>
        <p:nvSpPr>
          <p:cNvPr id="17" name="Rectangle 16">
            <a:extLst xmlns:a="http://schemas.openxmlformats.org/drawingml/2006/main">
              <a:ext uri="{FF2B5EF4-FFF2-40B4-BE49-F238E27FC236}">
                <a16:creationId xmlns:a16="http://schemas.microsoft.com/office/drawing/2014/main" id="{73F22BC3-89B8-4260-9294-5EDA96BD1BDD}"/>
              </a:ext>
            </a:extLst>
          </p:cNvPr>
          <p:cNvSpPr>
            <a:spLocks xmlns:a="http://schemas.openxmlformats.org/drawingml/2006/main" noGrp="1"/>
          </p:cNvSpPr>
          <p:nvPr/>
        </p:nvSpPr>
        <p:spPr>
          <a:xfrm xmlns:a="http://schemas.openxmlformats.org/drawingml/2006/main">
            <a:off x="0" y="0"/>
            <a:ext cx="12192000" cy="104775"/>
          </a:xfrm>
          <a:prstGeom xmlns:a="http://schemas.openxmlformats.org/drawingml/2006/main" prst="rect">
            <a:avLst/>
          </a:prstGeom>
          <a:solidFill xmlns:a="http://schemas.openxmlformats.org/drawingml/2006/main">
            <a:srgbClr val="C7DBD1"/>
          </a:solidFill>
          <a:ln xmlns:a="http://schemas.openxmlformats.org/drawingml/2006/main" w="0">
            <a:noFill/>
            <a:prstDash val="solid"/>
          </a:ln>
        </p:spPr>
      </p:sp>
      <p:sp>
        <p:nvSpPr>
          <p:cNvPr id="2" name="Rectangle 1">
            <a:extLst xmlns:a="http://schemas.openxmlformats.org/drawingml/2006/main">
              <a:ext uri="{FF2B5EF4-FFF2-40B4-BE49-F238E27FC236}">
                <a16:creationId xmlns:a16="http://schemas.microsoft.com/office/drawing/2014/main" id="{7D725688-F717-4C3F-ACBA-39A741B6465F}"/>
              </a:ext>
            </a:extLst>
          </p:cNvPr>
          <p:cNvSpPr>
            <a:spLocks xmlns:a="http://schemas.openxmlformats.org/drawingml/2006/main" noGrp="1"/>
          </p:cNvSpPr>
          <p:nvPr/>
        </p:nvSpPr>
        <p:spPr>
          <a:xfrm xmlns:a="http://schemas.openxmlformats.org/drawingml/2006/main">
            <a:off x="609600" y="371475"/>
            <a:ext cx="1097280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a:bodyPr>
          <a:lstStyle xmlns:a="http://schemas.openxmlformats.org/drawingml/2006/main">
            <a:defPPr algn="l">
              <a:defRPr sz="2625" b="1">
                <a:solidFill>
                  <a:srgbClr val="243A50"/>
                </a:solidFill>
                <a:latin typeface="Helvetica Neue"/>
                <a:ea typeface="Helvetica Neue"/>
                <a:cs typeface="Helvetica Neue"/>
              </a:defRPr>
            </a:defPPr>
            <a:lvl1pPr algn="l">
              <a:buNone/>
              <a:defRPr sz="2625" b="1">
                <a:solidFill>
                  <a:srgbClr val="243A50"/>
                </a:solidFill>
                <a:latin typeface="Helvetica Neue"/>
                <a:ea typeface="Helvetica Neue"/>
                <a:cs typeface="Helvetica Neue"/>
              </a:defRPr>
            </a:lvl1pPr>
            <a:lvl2pPr algn="l">
              <a:buNone/>
              <a:defRPr sz="2625" b="1">
                <a:solidFill>
                  <a:srgbClr val="243A50"/>
                </a:solidFill>
                <a:latin typeface="Helvetica Neue"/>
                <a:ea typeface="Helvetica Neue"/>
                <a:cs typeface="Helvetica Neue"/>
              </a:defRPr>
            </a:lvl2pPr>
            <a:lvl3pPr algn="l">
              <a:buNone/>
              <a:defRPr sz="2625" b="1">
                <a:solidFill>
                  <a:srgbClr val="243A50"/>
                </a:solidFill>
                <a:latin typeface="Helvetica Neue"/>
                <a:ea typeface="Helvetica Neue"/>
                <a:cs typeface="Helvetica Neue"/>
              </a:defRPr>
            </a:lvl3pPr>
            <a:lvl4pPr algn="l">
              <a:buNone/>
              <a:defRPr sz="2625" b="1">
                <a:solidFill>
                  <a:srgbClr val="243A50"/>
                </a:solidFill>
                <a:latin typeface="Helvetica Neue"/>
                <a:ea typeface="Helvetica Neue"/>
                <a:cs typeface="Helvetica Neue"/>
              </a:defRPr>
            </a:lvl4pPr>
            <a:lvl5pPr algn="l">
              <a:buNone/>
              <a:defRPr sz="2625" b="1">
                <a:solidFill>
                  <a:srgbClr val="243A50"/>
                </a:solidFill>
                <a:latin typeface="Helvetica Neue"/>
                <a:ea typeface="Helvetica Neue"/>
                <a:cs typeface="Helvetica Neue"/>
              </a:defRPr>
            </a:lvl5pPr>
            <a:lvl6pPr algn="l">
              <a:buNone/>
              <a:defRPr sz="2625" b="1">
                <a:solidFill>
                  <a:srgbClr val="243A50"/>
                </a:solidFill>
                <a:latin typeface="Helvetica Neue"/>
                <a:ea typeface="Helvetica Neue"/>
                <a:cs typeface="Helvetica Neue"/>
              </a:defRPr>
            </a:lvl6pPr>
            <a:lvl7pPr algn="l">
              <a:buNone/>
              <a:defRPr sz="2625" b="1">
                <a:solidFill>
                  <a:srgbClr val="243A50"/>
                </a:solidFill>
                <a:latin typeface="Helvetica Neue"/>
                <a:ea typeface="Helvetica Neue"/>
                <a:cs typeface="Helvetica Neue"/>
              </a:defRPr>
            </a:lvl7pPr>
            <a:lvl8pPr algn="l">
              <a:buNone/>
              <a:defRPr sz="2625" b="1">
                <a:solidFill>
                  <a:srgbClr val="243A50"/>
                </a:solidFill>
                <a:latin typeface="Helvetica Neue"/>
                <a:ea typeface="Helvetica Neue"/>
                <a:cs typeface="Helvetica Neue"/>
              </a:defRPr>
            </a:lvl8pPr>
            <a:lvl9pPr algn="l">
              <a:buNone/>
              <a:defRPr sz="2625" b="1">
                <a:solidFill>
                  <a:srgbClr val="243A50"/>
                </a:solidFill>
                <a:latin typeface="Helvetica Neue"/>
                <a:ea typeface="Helvetica Neue"/>
                <a:cs typeface="Helvetica Neue"/>
              </a:defRPr>
            </a:lvl9pPr>
          </a:lstStyle>
          <a:p xmlns:a="http://schemas.openxmlformats.org/drawingml/2006/main">
            <a:pPr algn="l">
              <a:buNone/>
              <a:defRPr sz="2625" b="1">
                <a:solidFill>
                  <a:srgbClr val="243A50"/>
                </a:solidFill>
                <a:latin typeface="Helvetica Neue"/>
                <a:ea typeface="Helvetica Neue"/>
                <a:cs typeface="Helvetica Neue"/>
              </a:defRPr>
            </a:pPr>
            <a:r>
              <a:rPr sz="2625" b="1">
                <a:solidFill>
                  <a:srgbClr val="243A50"/>
                </a:solidFill>
                <a:latin typeface="Helvetica Neue"/>
                <a:ea typeface="Helvetica Neue"/>
                <a:cs typeface="Helvetica Neue"/>
              </a:rPr>
              <a:t>Workstream 2 · Reading the building matrix</a:t>
            </a:r>
          </a:p>
        </p:txBody>
      </p:sp>
      <p:sp>
        <p:nvSpPr>
          <p:cNvPr id="3" name="Rectangle 2">
            <a:extLst xmlns:a="http://schemas.openxmlformats.org/drawingml/2006/main">
              <a:ext uri="{FF2B5EF4-FFF2-40B4-BE49-F238E27FC236}">
                <a16:creationId xmlns:a16="http://schemas.microsoft.com/office/drawing/2014/main" id="{2ADCA2C0-2E06-449A-BFD4-BA2587C5F963}"/>
              </a:ext>
            </a:extLst>
          </p:cNvPr>
          <p:cNvSpPr>
            <a:spLocks xmlns:a="http://schemas.openxmlformats.org/drawingml/2006/main" noGrp="1"/>
          </p:cNvSpPr>
          <p:nvPr/>
        </p:nvSpPr>
        <p:spPr>
          <a:xfrm xmlns:a="http://schemas.openxmlformats.org/drawingml/2006/main">
            <a:off x="628650" y="904875"/>
            <a:ext cx="108394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a:bodyPr>
          <a:lstStyle xmlns:a="http://schemas.openxmlformats.org/drawingml/2006/main">
            <a:defPPr algn="l">
              <a:defRPr sz="1350" b="0">
                <a:solidFill>
                  <a:srgbClr val="63788A"/>
                </a:solidFill>
                <a:latin typeface="Helvetica Neue"/>
                <a:ea typeface="Helvetica Neue"/>
                <a:cs typeface="Helvetica Neue"/>
              </a:defRPr>
            </a:defPPr>
            <a:lvl1pPr algn="l">
              <a:buNone/>
              <a:defRPr sz="1350" b="0">
                <a:solidFill>
                  <a:srgbClr val="63788A"/>
                </a:solidFill>
                <a:latin typeface="Helvetica Neue"/>
                <a:ea typeface="Helvetica Neue"/>
                <a:cs typeface="Helvetica Neue"/>
              </a:defRPr>
            </a:lvl1pPr>
            <a:lvl2pPr algn="l">
              <a:buNone/>
              <a:defRPr sz="1350" b="0">
                <a:solidFill>
                  <a:srgbClr val="63788A"/>
                </a:solidFill>
                <a:latin typeface="Helvetica Neue"/>
                <a:ea typeface="Helvetica Neue"/>
                <a:cs typeface="Helvetica Neue"/>
              </a:defRPr>
            </a:lvl2pPr>
            <a:lvl3pPr algn="l">
              <a:buNone/>
              <a:defRPr sz="1350" b="0">
                <a:solidFill>
                  <a:srgbClr val="63788A"/>
                </a:solidFill>
                <a:latin typeface="Helvetica Neue"/>
                <a:ea typeface="Helvetica Neue"/>
                <a:cs typeface="Helvetica Neue"/>
              </a:defRPr>
            </a:lvl3pPr>
            <a:lvl4pPr algn="l">
              <a:buNone/>
              <a:defRPr sz="1350" b="0">
                <a:solidFill>
                  <a:srgbClr val="63788A"/>
                </a:solidFill>
                <a:latin typeface="Helvetica Neue"/>
                <a:ea typeface="Helvetica Neue"/>
                <a:cs typeface="Helvetica Neue"/>
              </a:defRPr>
            </a:lvl4pPr>
            <a:lvl5pPr algn="l">
              <a:buNone/>
              <a:defRPr sz="1350" b="0">
                <a:solidFill>
                  <a:srgbClr val="63788A"/>
                </a:solidFill>
                <a:latin typeface="Helvetica Neue"/>
                <a:ea typeface="Helvetica Neue"/>
                <a:cs typeface="Helvetica Neue"/>
              </a:defRPr>
            </a:lvl5pPr>
            <a:lvl6pPr algn="l">
              <a:buNone/>
              <a:defRPr sz="1350" b="0">
                <a:solidFill>
                  <a:srgbClr val="63788A"/>
                </a:solidFill>
                <a:latin typeface="Helvetica Neue"/>
                <a:ea typeface="Helvetica Neue"/>
                <a:cs typeface="Helvetica Neue"/>
              </a:defRPr>
            </a:lvl6pPr>
            <a:lvl7pPr algn="l">
              <a:buNone/>
              <a:defRPr sz="1350" b="0">
                <a:solidFill>
                  <a:srgbClr val="63788A"/>
                </a:solidFill>
                <a:latin typeface="Helvetica Neue"/>
                <a:ea typeface="Helvetica Neue"/>
                <a:cs typeface="Helvetica Neue"/>
              </a:defRPr>
            </a:lvl7pPr>
            <a:lvl8pPr algn="l">
              <a:buNone/>
              <a:defRPr sz="1350" b="0">
                <a:solidFill>
                  <a:srgbClr val="63788A"/>
                </a:solidFill>
                <a:latin typeface="Helvetica Neue"/>
                <a:ea typeface="Helvetica Neue"/>
                <a:cs typeface="Helvetica Neue"/>
              </a:defRPr>
            </a:lvl8pPr>
            <a:lvl9pPr algn="l">
              <a:buNone/>
              <a:defRPr sz="1350" b="0">
                <a:solidFill>
                  <a:srgbClr val="63788A"/>
                </a:solidFill>
                <a:latin typeface="Helvetica Neue"/>
                <a:ea typeface="Helvetica Neue"/>
                <a:cs typeface="Helvetica Neue"/>
              </a:defRPr>
            </a:lvl9pPr>
          </a:lstStyle>
          <a:p xmlns:a="http://schemas.openxmlformats.org/drawingml/2006/main">
            <a:pPr algn="l">
              <a:buNone/>
              <a:defRPr sz="1350" b="0">
                <a:solidFill>
                  <a:srgbClr val="63788A"/>
                </a:solidFill>
                <a:latin typeface="Helvetica Neue"/>
                <a:ea typeface="Helvetica Neue"/>
                <a:cs typeface="Helvetica Neue"/>
              </a:defRPr>
            </a:pPr>
            <a:r>
              <a:rPr sz="1350" b="0">
                <a:solidFill>
                  <a:srgbClr val="63788A"/>
                </a:solidFill>
                <a:latin typeface="Helvetica Neue"/>
                <a:ea typeface="Helvetica Neue"/>
                <a:cs typeface="Helvetica Neue"/>
              </a:rPr>
              <a:t>The confusion matrix shows three errors, each involving a neighboring building code.</a:t>
            </a:r>
          </a:p>
        </p:txBody>
      </p:sp>
      <p:sp>
        <p:nvSpPr>
          <p:cNvPr id="4" name="Straight Connector 3">
            <a:extLst xmlns:a="http://schemas.openxmlformats.org/drawingml/2006/main">
              <a:ext uri="{FF2B5EF4-FFF2-40B4-BE49-F238E27FC236}">
                <a16:creationId xmlns:a16="http://schemas.microsoft.com/office/drawing/2014/main" id="{9187E60D-D091-4A31-8C4B-2F56A98C6444}"/>
              </a:ext>
            </a:extLst>
          </p:cNvPr>
          <p:cNvSpPr>
            <a:spLocks xmlns:a="http://schemas.openxmlformats.org/drawingml/2006/main" noGrp="1"/>
          </p:cNvSpPr>
          <p:nvPr/>
        </p:nvSpPr>
        <p:spPr>
          <a:xfrm xmlns:a="http://schemas.openxmlformats.org/drawingml/2006/main">
            <a:off x="609600" y="6381750"/>
            <a:ext cx="10972800" cy="0"/>
          </a:xfrm>
          <a:prstGeom xmlns:a="http://schemas.openxmlformats.org/drawingml/2006/main" prst="line">
            <a:avLst/>
          </a:prstGeom>
          <a:noFill xmlns:a="http://schemas.openxmlformats.org/drawingml/2006/main"/>
          <a:ln xmlns:a="http://schemas.openxmlformats.org/drawingml/2006/main" w="9525">
            <a:solidFill>
              <a:srgbClr val="CBD5DA"/>
            </a:solidFill>
            <a:prstDash val="solid"/>
          </a:ln>
        </p:spPr>
      </p:sp>
      <p:sp>
        <p:nvSpPr>
          <p:cNvPr id="5" name="Rectangle 4">
            <a:extLst xmlns:a="http://schemas.openxmlformats.org/drawingml/2006/main">
              <a:ext uri="{FF2B5EF4-FFF2-40B4-BE49-F238E27FC236}">
                <a16:creationId xmlns:a16="http://schemas.microsoft.com/office/drawing/2014/main" id="{68CE5DCD-B883-4A61-ADB9-EDEF305F9345}"/>
              </a:ext>
            </a:extLst>
          </p:cNvPr>
          <p:cNvSpPr>
            <a:spLocks xmlns:a="http://schemas.openxmlformats.org/drawingml/2006/main" noGrp="1"/>
          </p:cNvSpPr>
          <p:nvPr/>
        </p:nvSpPr>
        <p:spPr>
          <a:xfrm xmlns:a="http://schemas.openxmlformats.org/drawingml/2006/main">
            <a:off x="609600" y="6477000"/>
            <a:ext cx="109728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a:bodyPr>
          <a:lstStyle xmlns:a="http://schemas.openxmlformats.org/drawingml/2006/main">
            <a:defPPr algn="r">
              <a:defRPr sz="900" b="0">
                <a:solidFill>
                  <a:srgbClr val="63788A"/>
                </a:solidFill>
                <a:latin typeface="Helvetica Neue"/>
                <a:ea typeface="Helvetica Neue"/>
                <a:cs typeface="Helvetica Neue"/>
              </a:defRPr>
            </a:defPPr>
            <a:lvl1pPr algn="r">
              <a:buNone/>
              <a:defRPr sz="900" b="0">
                <a:solidFill>
                  <a:srgbClr val="63788A"/>
                </a:solidFill>
                <a:latin typeface="Helvetica Neue"/>
                <a:ea typeface="Helvetica Neue"/>
                <a:cs typeface="Helvetica Neue"/>
              </a:defRPr>
            </a:lvl1pPr>
            <a:lvl2pPr algn="r">
              <a:buNone/>
              <a:defRPr sz="900" b="0">
                <a:solidFill>
                  <a:srgbClr val="63788A"/>
                </a:solidFill>
                <a:latin typeface="Helvetica Neue"/>
                <a:ea typeface="Helvetica Neue"/>
                <a:cs typeface="Helvetica Neue"/>
              </a:defRPr>
            </a:lvl2pPr>
            <a:lvl3pPr algn="r">
              <a:buNone/>
              <a:defRPr sz="900" b="0">
                <a:solidFill>
                  <a:srgbClr val="63788A"/>
                </a:solidFill>
                <a:latin typeface="Helvetica Neue"/>
                <a:ea typeface="Helvetica Neue"/>
                <a:cs typeface="Helvetica Neue"/>
              </a:defRPr>
            </a:lvl3pPr>
            <a:lvl4pPr algn="r">
              <a:buNone/>
              <a:defRPr sz="900" b="0">
                <a:solidFill>
                  <a:srgbClr val="63788A"/>
                </a:solidFill>
                <a:latin typeface="Helvetica Neue"/>
                <a:ea typeface="Helvetica Neue"/>
                <a:cs typeface="Helvetica Neue"/>
              </a:defRPr>
            </a:lvl4pPr>
            <a:lvl5pPr algn="r">
              <a:buNone/>
              <a:defRPr sz="900" b="0">
                <a:solidFill>
                  <a:srgbClr val="63788A"/>
                </a:solidFill>
                <a:latin typeface="Helvetica Neue"/>
                <a:ea typeface="Helvetica Neue"/>
                <a:cs typeface="Helvetica Neue"/>
              </a:defRPr>
            </a:lvl5pPr>
            <a:lvl6pPr algn="r">
              <a:buNone/>
              <a:defRPr sz="900" b="0">
                <a:solidFill>
                  <a:srgbClr val="63788A"/>
                </a:solidFill>
                <a:latin typeface="Helvetica Neue"/>
                <a:ea typeface="Helvetica Neue"/>
                <a:cs typeface="Helvetica Neue"/>
              </a:defRPr>
            </a:lvl6pPr>
            <a:lvl7pPr algn="r">
              <a:buNone/>
              <a:defRPr sz="900" b="0">
                <a:solidFill>
                  <a:srgbClr val="63788A"/>
                </a:solidFill>
                <a:latin typeface="Helvetica Neue"/>
                <a:ea typeface="Helvetica Neue"/>
                <a:cs typeface="Helvetica Neue"/>
              </a:defRPr>
            </a:lvl7pPr>
            <a:lvl8pPr algn="r">
              <a:buNone/>
              <a:defRPr sz="900" b="0">
                <a:solidFill>
                  <a:srgbClr val="63788A"/>
                </a:solidFill>
                <a:latin typeface="Helvetica Neue"/>
                <a:ea typeface="Helvetica Neue"/>
                <a:cs typeface="Helvetica Neue"/>
              </a:defRPr>
            </a:lvl8pPr>
            <a:lvl9pPr algn="r">
              <a:buNone/>
              <a:defRPr sz="900" b="0">
                <a:solidFill>
                  <a:srgbClr val="63788A"/>
                </a:solidFill>
                <a:latin typeface="Helvetica Neue"/>
                <a:ea typeface="Helvetica Neue"/>
                <a:cs typeface="Helvetica Neue"/>
              </a:defRPr>
            </a:lvl9pPr>
          </a:lstStyle>
          <a:p xmlns:a="http://schemas.openxmlformats.org/drawingml/2006/main">
            <a:pPr algn="r">
              <a:buNone/>
              <a:defRPr sz="900" b="0">
                <a:solidFill>
                  <a:srgbClr val="63788A"/>
                </a:solidFill>
                <a:latin typeface="Helvetica Neue"/>
                <a:ea typeface="Helvetica Neue"/>
                <a:cs typeface="Helvetica Neue"/>
              </a:defRPr>
            </a:pPr>
            <a:r>
              <a:rPr sz="900" b="0">
                <a:solidFill>
                  <a:srgbClr val="63788A"/>
                </a:solidFill>
                <a:latin typeface="Helvetica Neue"/>
                <a:ea typeface="Helvetica Neue"/>
                <a:cs typeface="Helvetica Neue"/>
              </a:rPr>
              <a:t>PROJECT 9  •  AML VIVA  •  09</a:t>
            </a:r>
          </a:p>
        </p:txBody>
      </p:sp>
      <p:pic>
        <p:nvPicPr>
          <p:cNvPr id="6" name="Picture 5">
            <a:extLst xmlns:a="http://schemas.openxmlformats.org/drawingml/2006/main">
              <a:ext uri="{FF2B5EF4-FFF2-40B4-BE49-F238E27FC236}">
                <a16:creationId xmlns:a16="http://schemas.microsoft.com/office/drawing/2014/main" id="{57ABD32F-A256-489B-8C27-801ED2F67FF2}"/>
              </a:ext>
            </a:extLst>
          </p:cNvPr>
          <p:cNvPicPr>
            <a:picLocks xmlns:a="http://schemas.openxmlformats.org/drawingml/2006/main" noChangeAspect="1"/>
          </p:cNvPicPr>
          <p:nvPr/>
        </p:nvPicPr>
        <p:blipFill>
          <a:blip xmlns:r="http://schemas.openxmlformats.org/officeDocument/2006/relationships" xmlns:a="http://schemas.openxmlformats.org/drawingml/2006/main" r:embed="R328bf11a778d429b"/>
          <a:stretch xmlns:a="http://schemas.openxmlformats.org/drawingml/2006/main"/>
        </p:blipFill>
        <p:spPr>
          <a:xfrm xmlns:a="http://schemas.openxmlformats.org/drawingml/2006/main">
            <a:off x="600075" y="2220758"/>
            <a:ext cx="6524625" cy="2683183"/>
          </a:xfrm>
          <a:prstGeom xmlns:a="http://schemas.openxmlformats.org/drawingml/2006/main" prst="rect">
            <a:avLst/>
          </a:prstGeom>
        </p:spPr>
      </p:pic>
      <p:sp>
        <p:nvSpPr>
          <p:cNvPr id="7" name="Rectangle 6">
            <a:extLst xmlns:a="http://schemas.openxmlformats.org/drawingml/2006/main">
              <a:ext uri="{FF2B5EF4-FFF2-40B4-BE49-F238E27FC236}">
                <a16:creationId xmlns:a16="http://schemas.microsoft.com/office/drawing/2014/main" id="{B8C0A345-A853-420B-8244-1F2F4268386A}"/>
              </a:ext>
            </a:extLst>
          </p:cNvPr>
          <p:cNvSpPr>
            <a:spLocks xmlns:a="http://schemas.openxmlformats.org/drawingml/2006/main" noGrp="1"/>
          </p:cNvSpPr>
          <p:nvPr/>
        </p:nvSpPr>
        <p:spPr>
          <a:xfrm xmlns:a="http://schemas.openxmlformats.org/drawingml/2006/main">
            <a:off x="7620000" y="1981200"/>
            <a:ext cx="209550" cy="2571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a:bodyPr>
          <a:lstStyle xmlns:a="http://schemas.openxmlformats.org/drawingml/2006/main">
            <a:defPPr algn="l">
              <a:defRPr sz="1650" b="1">
                <a:solidFill>
                  <a:srgbClr val="64877F"/>
                </a:solidFill>
                <a:latin typeface="Helvetica Neue"/>
                <a:ea typeface="Helvetica Neue"/>
                <a:cs typeface="Helvetica Neue"/>
              </a:defRPr>
            </a:defPPr>
            <a:lvl1pPr algn="l">
              <a:buNone/>
              <a:defRPr sz="1650" b="1">
                <a:solidFill>
                  <a:srgbClr val="64877F"/>
                </a:solidFill>
                <a:latin typeface="Helvetica Neue"/>
                <a:ea typeface="Helvetica Neue"/>
                <a:cs typeface="Helvetica Neue"/>
              </a:defRPr>
            </a:lvl1pPr>
            <a:lvl2pPr algn="l">
              <a:buNone/>
              <a:defRPr sz="1650" b="1">
                <a:solidFill>
                  <a:srgbClr val="64877F"/>
                </a:solidFill>
                <a:latin typeface="Helvetica Neue"/>
                <a:ea typeface="Helvetica Neue"/>
                <a:cs typeface="Helvetica Neue"/>
              </a:defRPr>
            </a:lvl2pPr>
            <a:lvl3pPr algn="l">
              <a:buNone/>
              <a:defRPr sz="1650" b="1">
                <a:solidFill>
                  <a:srgbClr val="64877F"/>
                </a:solidFill>
                <a:latin typeface="Helvetica Neue"/>
                <a:ea typeface="Helvetica Neue"/>
                <a:cs typeface="Helvetica Neue"/>
              </a:defRPr>
            </a:lvl3pPr>
            <a:lvl4pPr algn="l">
              <a:buNone/>
              <a:defRPr sz="1650" b="1">
                <a:solidFill>
                  <a:srgbClr val="64877F"/>
                </a:solidFill>
                <a:latin typeface="Helvetica Neue"/>
                <a:ea typeface="Helvetica Neue"/>
                <a:cs typeface="Helvetica Neue"/>
              </a:defRPr>
            </a:lvl4pPr>
            <a:lvl5pPr algn="l">
              <a:buNone/>
              <a:defRPr sz="1650" b="1">
                <a:solidFill>
                  <a:srgbClr val="64877F"/>
                </a:solidFill>
                <a:latin typeface="Helvetica Neue"/>
                <a:ea typeface="Helvetica Neue"/>
                <a:cs typeface="Helvetica Neue"/>
              </a:defRPr>
            </a:lvl5pPr>
            <a:lvl6pPr algn="l">
              <a:buNone/>
              <a:defRPr sz="1650" b="1">
                <a:solidFill>
                  <a:srgbClr val="64877F"/>
                </a:solidFill>
                <a:latin typeface="Helvetica Neue"/>
                <a:ea typeface="Helvetica Neue"/>
                <a:cs typeface="Helvetica Neue"/>
              </a:defRPr>
            </a:lvl6pPr>
            <a:lvl7pPr algn="l">
              <a:buNone/>
              <a:defRPr sz="1650" b="1">
                <a:solidFill>
                  <a:srgbClr val="64877F"/>
                </a:solidFill>
                <a:latin typeface="Helvetica Neue"/>
                <a:ea typeface="Helvetica Neue"/>
                <a:cs typeface="Helvetica Neue"/>
              </a:defRPr>
            </a:lvl7pPr>
            <a:lvl8pPr algn="l">
              <a:buNone/>
              <a:defRPr sz="1650" b="1">
                <a:solidFill>
                  <a:srgbClr val="64877F"/>
                </a:solidFill>
                <a:latin typeface="Helvetica Neue"/>
                <a:ea typeface="Helvetica Neue"/>
                <a:cs typeface="Helvetica Neue"/>
              </a:defRPr>
            </a:lvl8pPr>
            <a:lvl9pPr algn="l">
              <a:buNone/>
              <a:defRPr sz="1650" b="1">
                <a:solidFill>
                  <a:srgbClr val="64877F"/>
                </a:solidFill>
                <a:latin typeface="Helvetica Neue"/>
                <a:ea typeface="Helvetica Neue"/>
                <a:cs typeface="Helvetica Neue"/>
              </a:defRPr>
            </a:lvl9pPr>
          </a:lstStyle>
          <a:p xmlns:a="http://schemas.openxmlformats.org/drawingml/2006/main">
            <a:pPr algn="l">
              <a:buNone/>
              <a:defRPr sz="1650" b="1">
                <a:solidFill>
                  <a:srgbClr val="64877F"/>
                </a:solidFill>
                <a:latin typeface="Helvetica Neue"/>
                <a:ea typeface="Helvetica Neue"/>
                <a:cs typeface="Helvetica Neue"/>
              </a:defRPr>
            </a:pPr>
            <a:r>
              <a:rPr sz="1650" b="1">
                <a:solidFill>
                  <a:srgbClr val="64877F"/>
                </a:solidFill>
                <a:latin typeface="Helvetica Neue"/>
                <a:ea typeface="Helvetica Neue"/>
                <a:cs typeface="Helvetica Neue"/>
              </a:rPr>
              <a:t>•</a:t>
            </a:r>
          </a:p>
        </p:txBody>
      </p:sp>
      <p:sp>
        <p:nvSpPr>
          <p:cNvPr id="8" name="Rectangle 7">
            <a:extLst xmlns:a="http://schemas.openxmlformats.org/drawingml/2006/main">
              <a:ext uri="{FF2B5EF4-FFF2-40B4-BE49-F238E27FC236}">
                <a16:creationId xmlns:a16="http://schemas.microsoft.com/office/drawing/2014/main" id="{05C0A5DC-26FB-454B-BB2B-AEEB4DCA47E7}"/>
              </a:ext>
            </a:extLst>
          </p:cNvPr>
          <p:cNvSpPr>
            <a:spLocks xmlns:a="http://schemas.openxmlformats.org/drawingml/2006/main" noGrp="1"/>
          </p:cNvSpPr>
          <p:nvPr/>
        </p:nvSpPr>
        <p:spPr>
          <a:xfrm xmlns:a="http://schemas.openxmlformats.org/drawingml/2006/main">
            <a:off x="7886700" y="1981200"/>
            <a:ext cx="3448050"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a:bodyPr>
          <a:lstStyle xmlns:a="http://schemas.openxmlformats.org/drawingml/2006/main">
            <a:defPPr algn="l">
              <a:defRPr sz="1425" b="1">
                <a:solidFill>
                  <a:srgbClr val="243A50"/>
                </a:solidFill>
                <a:latin typeface="Helvetica Neue"/>
                <a:ea typeface="Helvetica Neue"/>
                <a:cs typeface="Helvetica Neue"/>
              </a:defRPr>
            </a:defPPr>
            <a:lvl1pPr algn="l">
              <a:buNone/>
              <a:defRPr sz="1425" b="1">
                <a:solidFill>
                  <a:srgbClr val="243A50"/>
                </a:solidFill>
                <a:latin typeface="Helvetica Neue"/>
                <a:ea typeface="Helvetica Neue"/>
                <a:cs typeface="Helvetica Neue"/>
              </a:defRPr>
            </a:lvl1pPr>
            <a:lvl2pPr algn="l">
              <a:buNone/>
              <a:defRPr sz="1425" b="1">
                <a:solidFill>
                  <a:srgbClr val="243A50"/>
                </a:solidFill>
                <a:latin typeface="Helvetica Neue"/>
                <a:ea typeface="Helvetica Neue"/>
                <a:cs typeface="Helvetica Neue"/>
              </a:defRPr>
            </a:lvl2pPr>
            <a:lvl3pPr algn="l">
              <a:buNone/>
              <a:defRPr sz="1425" b="1">
                <a:solidFill>
                  <a:srgbClr val="243A50"/>
                </a:solidFill>
                <a:latin typeface="Helvetica Neue"/>
                <a:ea typeface="Helvetica Neue"/>
                <a:cs typeface="Helvetica Neue"/>
              </a:defRPr>
            </a:lvl3pPr>
            <a:lvl4pPr algn="l">
              <a:buNone/>
              <a:defRPr sz="1425" b="1">
                <a:solidFill>
                  <a:srgbClr val="243A50"/>
                </a:solidFill>
                <a:latin typeface="Helvetica Neue"/>
                <a:ea typeface="Helvetica Neue"/>
                <a:cs typeface="Helvetica Neue"/>
              </a:defRPr>
            </a:lvl4pPr>
            <a:lvl5pPr algn="l">
              <a:buNone/>
              <a:defRPr sz="1425" b="1">
                <a:solidFill>
                  <a:srgbClr val="243A50"/>
                </a:solidFill>
                <a:latin typeface="Helvetica Neue"/>
                <a:ea typeface="Helvetica Neue"/>
                <a:cs typeface="Helvetica Neue"/>
              </a:defRPr>
            </a:lvl5pPr>
            <a:lvl6pPr algn="l">
              <a:buNone/>
              <a:defRPr sz="1425" b="1">
                <a:solidFill>
                  <a:srgbClr val="243A50"/>
                </a:solidFill>
                <a:latin typeface="Helvetica Neue"/>
                <a:ea typeface="Helvetica Neue"/>
                <a:cs typeface="Helvetica Neue"/>
              </a:defRPr>
            </a:lvl6pPr>
            <a:lvl7pPr algn="l">
              <a:buNone/>
              <a:defRPr sz="1425" b="1">
                <a:solidFill>
                  <a:srgbClr val="243A50"/>
                </a:solidFill>
                <a:latin typeface="Helvetica Neue"/>
                <a:ea typeface="Helvetica Neue"/>
                <a:cs typeface="Helvetica Neue"/>
              </a:defRPr>
            </a:lvl7pPr>
            <a:lvl8pPr algn="l">
              <a:buNone/>
              <a:defRPr sz="1425" b="1">
                <a:solidFill>
                  <a:srgbClr val="243A50"/>
                </a:solidFill>
                <a:latin typeface="Helvetica Neue"/>
                <a:ea typeface="Helvetica Neue"/>
                <a:cs typeface="Helvetica Neue"/>
              </a:defRPr>
            </a:lvl8pPr>
            <a:lvl9pPr algn="l">
              <a:buNone/>
              <a:defRPr sz="1425" b="1">
                <a:solidFill>
                  <a:srgbClr val="243A50"/>
                </a:solidFill>
                <a:latin typeface="Helvetica Neue"/>
                <a:ea typeface="Helvetica Neue"/>
                <a:cs typeface="Helvetica Neue"/>
              </a:defRPr>
            </a:lvl9pPr>
          </a:lstStyle>
          <a:p xmlns:a="http://schemas.openxmlformats.org/drawingml/2006/main">
            <a:pPr algn="l">
              <a:buNone/>
              <a:defRPr sz="1425" b="1">
                <a:solidFill>
                  <a:srgbClr val="243A50"/>
                </a:solidFill>
                <a:latin typeface="Helvetica Neue"/>
                <a:ea typeface="Helvetica Neue"/>
                <a:cs typeface="Helvetica Neue"/>
              </a:defRPr>
            </a:pPr>
            <a:r>
              <a:rPr sz="1425" b="1">
                <a:solidFill>
                  <a:srgbClr val="243A50"/>
                </a:solidFill>
                <a:latin typeface="Helvetica Neue"/>
                <a:ea typeface="Helvetica Neue"/>
                <a:cs typeface="Helvetica Neue"/>
              </a:rPr>
              <a:t>Building 0</a:t>
            </a:r>
          </a:p>
        </p:txBody>
      </p:sp>
      <p:sp>
        <p:nvSpPr>
          <p:cNvPr id="9" name="Rectangle 8">
            <a:extLst xmlns:a="http://schemas.openxmlformats.org/drawingml/2006/main">
              <a:ext uri="{FF2B5EF4-FFF2-40B4-BE49-F238E27FC236}">
                <a16:creationId xmlns:a16="http://schemas.microsoft.com/office/drawing/2014/main" id="{C42F7168-E5CF-4BE4-AA08-7341EF4EE398}"/>
              </a:ext>
            </a:extLst>
          </p:cNvPr>
          <p:cNvSpPr>
            <a:spLocks xmlns:a="http://schemas.openxmlformats.org/drawingml/2006/main" noGrp="1"/>
          </p:cNvSpPr>
          <p:nvPr/>
        </p:nvSpPr>
        <p:spPr>
          <a:xfrm xmlns:a="http://schemas.openxmlformats.org/drawingml/2006/main">
            <a:off x="7886700" y="2266950"/>
            <a:ext cx="3429000" cy="523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a:bodyPr>
          <a:lstStyle xmlns:a="http://schemas.openxmlformats.org/drawingml/2006/main">
            <a:defPPr algn="l">
              <a:defRPr sz="1200" b="0">
                <a:solidFill>
                  <a:srgbClr val="33485D"/>
                </a:solidFill>
                <a:latin typeface="Helvetica Neue"/>
                <a:ea typeface="Helvetica Neue"/>
                <a:cs typeface="Helvetica Neue"/>
              </a:defRPr>
            </a:defPPr>
            <a:lvl1pPr algn="l">
              <a:buNone/>
              <a:defRPr sz="1200" b="0">
                <a:solidFill>
                  <a:srgbClr val="33485D"/>
                </a:solidFill>
                <a:latin typeface="Helvetica Neue"/>
                <a:ea typeface="Helvetica Neue"/>
                <a:cs typeface="Helvetica Neue"/>
              </a:defRPr>
            </a:lvl1pPr>
            <a:lvl2pPr algn="l">
              <a:buNone/>
              <a:defRPr sz="1200" b="0">
                <a:solidFill>
                  <a:srgbClr val="33485D"/>
                </a:solidFill>
                <a:latin typeface="Helvetica Neue"/>
                <a:ea typeface="Helvetica Neue"/>
                <a:cs typeface="Helvetica Neue"/>
              </a:defRPr>
            </a:lvl2pPr>
            <a:lvl3pPr algn="l">
              <a:buNone/>
              <a:defRPr sz="1200" b="0">
                <a:solidFill>
                  <a:srgbClr val="33485D"/>
                </a:solidFill>
                <a:latin typeface="Helvetica Neue"/>
                <a:ea typeface="Helvetica Neue"/>
                <a:cs typeface="Helvetica Neue"/>
              </a:defRPr>
            </a:lvl3pPr>
            <a:lvl4pPr algn="l">
              <a:buNone/>
              <a:defRPr sz="1200" b="0">
                <a:solidFill>
                  <a:srgbClr val="33485D"/>
                </a:solidFill>
                <a:latin typeface="Helvetica Neue"/>
                <a:ea typeface="Helvetica Neue"/>
                <a:cs typeface="Helvetica Neue"/>
              </a:defRPr>
            </a:lvl4pPr>
            <a:lvl5pPr algn="l">
              <a:buNone/>
              <a:defRPr sz="1200" b="0">
                <a:solidFill>
                  <a:srgbClr val="33485D"/>
                </a:solidFill>
                <a:latin typeface="Helvetica Neue"/>
                <a:ea typeface="Helvetica Neue"/>
                <a:cs typeface="Helvetica Neue"/>
              </a:defRPr>
            </a:lvl5pPr>
            <a:lvl6pPr algn="l">
              <a:buNone/>
              <a:defRPr sz="1200" b="0">
                <a:solidFill>
                  <a:srgbClr val="33485D"/>
                </a:solidFill>
                <a:latin typeface="Helvetica Neue"/>
                <a:ea typeface="Helvetica Neue"/>
                <a:cs typeface="Helvetica Neue"/>
              </a:defRPr>
            </a:lvl6pPr>
            <a:lvl7pPr algn="l">
              <a:buNone/>
              <a:defRPr sz="1200" b="0">
                <a:solidFill>
                  <a:srgbClr val="33485D"/>
                </a:solidFill>
                <a:latin typeface="Helvetica Neue"/>
                <a:ea typeface="Helvetica Neue"/>
                <a:cs typeface="Helvetica Neue"/>
              </a:defRPr>
            </a:lvl7pPr>
            <a:lvl8pPr algn="l">
              <a:buNone/>
              <a:defRPr sz="1200" b="0">
                <a:solidFill>
                  <a:srgbClr val="33485D"/>
                </a:solidFill>
                <a:latin typeface="Helvetica Neue"/>
                <a:ea typeface="Helvetica Neue"/>
                <a:cs typeface="Helvetica Neue"/>
              </a:defRPr>
            </a:lvl8pPr>
            <a:lvl9pPr algn="l">
              <a:buNone/>
              <a:defRPr sz="1200" b="0">
                <a:solidFill>
                  <a:srgbClr val="33485D"/>
                </a:solidFill>
                <a:latin typeface="Helvetica Neue"/>
                <a:ea typeface="Helvetica Neue"/>
                <a:cs typeface="Helvetica Neue"/>
              </a:defRPr>
            </a:lvl9pPr>
          </a:lstStyle>
          <a:p xmlns:a="http://schemas.openxmlformats.org/drawingml/2006/main">
            <a:pPr algn="l">
              <a:buNone/>
              <a:defRPr sz="1200" b="0">
                <a:solidFill>
                  <a:srgbClr val="33485D"/>
                </a:solidFill>
                <a:latin typeface="Helvetica Neue"/>
                <a:ea typeface="Helvetica Neue"/>
                <a:cs typeface="Helvetica Neue"/>
              </a:defRPr>
            </a:pPr>
            <a:r>
              <a:rPr sz="1200" b="0">
                <a:solidFill>
                  <a:srgbClr val="33485D"/>
                </a:solidFill>
                <a:latin typeface="Helvetica Neue"/>
                <a:ea typeface="Helvetica Neue"/>
                <a:cs typeface="Helvetica Neue"/>
              </a:rPr>
              <a:t>535 correct · 1 predicted as building 1.</a:t>
            </a:r>
          </a:p>
        </p:txBody>
      </p:sp>
      <p:sp>
        <p:nvSpPr>
          <p:cNvPr id="10" name="Rectangle 9">
            <a:extLst xmlns:a="http://schemas.openxmlformats.org/drawingml/2006/main">
              <a:ext uri="{FF2B5EF4-FFF2-40B4-BE49-F238E27FC236}">
                <a16:creationId xmlns:a16="http://schemas.microsoft.com/office/drawing/2014/main" id="{CFA68D6B-DFE0-4E88-8193-3EF08B91479E}"/>
              </a:ext>
            </a:extLst>
          </p:cNvPr>
          <p:cNvSpPr>
            <a:spLocks xmlns:a="http://schemas.openxmlformats.org/drawingml/2006/main" noGrp="1"/>
          </p:cNvSpPr>
          <p:nvPr/>
        </p:nvSpPr>
        <p:spPr>
          <a:xfrm xmlns:a="http://schemas.openxmlformats.org/drawingml/2006/main">
            <a:off x="7620000" y="3133725"/>
            <a:ext cx="209550" cy="2571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a:bodyPr>
          <a:lstStyle xmlns:a="http://schemas.openxmlformats.org/drawingml/2006/main">
            <a:defPPr algn="l">
              <a:defRPr sz="1650" b="1">
                <a:solidFill>
                  <a:srgbClr val="64877F"/>
                </a:solidFill>
                <a:latin typeface="Helvetica Neue"/>
                <a:ea typeface="Helvetica Neue"/>
                <a:cs typeface="Helvetica Neue"/>
              </a:defRPr>
            </a:defPPr>
            <a:lvl1pPr algn="l">
              <a:buNone/>
              <a:defRPr sz="1650" b="1">
                <a:solidFill>
                  <a:srgbClr val="64877F"/>
                </a:solidFill>
                <a:latin typeface="Helvetica Neue"/>
                <a:ea typeface="Helvetica Neue"/>
                <a:cs typeface="Helvetica Neue"/>
              </a:defRPr>
            </a:lvl1pPr>
            <a:lvl2pPr algn="l">
              <a:buNone/>
              <a:defRPr sz="1650" b="1">
                <a:solidFill>
                  <a:srgbClr val="64877F"/>
                </a:solidFill>
                <a:latin typeface="Helvetica Neue"/>
                <a:ea typeface="Helvetica Neue"/>
                <a:cs typeface="Helvetica Neue"/>
              </a:defRPr>
            </a:lvl2pPr>
            <a:lvl3pPr algn="l">
              <a:buNone/>
              <a:defRPr sz="1650" b="1">
                <a:solidFill>
                  <a:srgbClr val="64877F"/>
                </a:solidFill>
                <a:latin typeface="Helvetica Neue"/>
                <a:ea typeface="Helvetica Neue"/>
                <a:cs typeface="Helvetica Neue"/>
              </a:defRPr>
            </a:lvl3pPr>
            <a:lvl4pPr algn="l">
              <a:buNone/>
              <a:defRPr sz="1650" b="1">
                <a:solidFill>
                  <a:srgbClr val="64877F"/>
                </a:solidFill>
                <a:latin typeface="Helvetica Neue"/>
                <a:ea typeface="Helvetica Neue"/>
                <a:cs typeface="Helvetica Neue"/>
              </a:defRPr>
            </a:lvl4pPr>
            <a:lvl5pPr algn="l">
              <a:buNone/>
              <a:defRPr sz="1650" b="1">
                <a:solidFill>
                  <a:srgbClr val="64877F"/>
                </a:solidFill>
                <a:latin typeface="Helvetica Neue"/>
                <a:ea typeface="Helvetica Neue"/>
                <a:cs typeface="Helvetica Neue"/>
              </a:defRPr>
            </a:lvl5pPr>
            <a:lvl6pPr algn="l">
              <a:buNone/>
              <a:defRPr sz="1650" b="1">
                <a:solidFill>
                  <a:srgbClr val="64877F"/>
                </a:solidFill>
                <a:latin typeface="Helvetica Neue"/>
                <a:ea typeface="Helvetica Neue"/>
                <a:cs typeface="Helvetica Neue"/>
              </a:defRPr>
            </a:lvl6pPr>
            <a:lvl7pPr algn="l">
              <a:buNone/>
              <a:defRPr sz="1650" b="1">
                <a:solidFill>
                  <a:srgbClr val="64877F"/>
                </a:solidFill>
                <a:latin typeface="Helvetica Neue"/>
                <a:ea typeface="Helvetica Neue"/>
                <a:cs typeface="Helvetica Neue"/>
              </a:defRPr>
            </a:lvl7pPr>
            <a:lvl8pPr algn="l">
              <a:buNone/>
              <a:defRPr sz="1650" b="1">
                <a:solidFill>
                  <a:srgbClr val="64877F"/>
                </a:solidFill>
                <a:latin typeface="Helvetica Neue"/>
                <a:ea typeface="Helvetica Neue"/>
                <a:cs typeface="Helvetica Neue"/>
              </a:defRPr>
            </a:lvl8pPr>
            <a:lvl9pPr algn="l">
              <a:buNone/>
              <a:defRPr sz="1650" b="1">
                <a:solidFill>
                  <a:srgbClr val="64877F"/>
                </a:solidFill>
                <a:latin typeface="Helvetica Neue"/>
                <a:ea typeface="Helvetica Neue"/>
                <a:cs typeface="Helvetica Neue"/>
              </a:defRPr>
            </a:lvl9pPr>
          </a:lstStyle>
          <a:p xmlns:a="http://schemas.openxmlformats.org/drawingml/2006/main">
            <a:pPr algn="l">
              <a:buNone/>
              <a:defRPr sz="1650" b="1">
                <a:solidFill>
                  <a:srgbClr val="64877F"/>
                </a:solidFill>
                <a:latin typeface="Helvetica Neue"/>
                <a:ea typeface="Helvetica Neue"/>
                <a:cs typeface="Helvetica Neue"/>
              </a:defRPr>
            </a:pPr>
            <a:r>
              <a:rPr sz="1650" b="1">
                <a:solidFill>
                  <a:srgbClr val="64877F"/>
                </a:solidFill>
                <a:latin typeface="Helvetica Neue"/>
                <a:ea typeface="Helvetica Neue"/>
                <a:cs typeface="Helvetica Neue"/>
              </a:rPr>
              <a:t>•</a:t>
            </a:r>
          </a:p>
        </p:txBody>
      </p:sp>
      <p:sp>
        <p:nvSpPr>
          <p:cNvPr id="11" name="Rectangle 10">
            <a:extLst xmlns:a="http://schemas.openxmlformats.org/drawingml/2006/main">
              <a:ext uri="{FF2B5EF4-FFF2-40B4-BE49-F238E27FC236}">
                <a16:creationId xmlns:a16="http://schemas.microsoft.com/office/drawing/2014/main" id="{5989B7A9-0047-4553-BCE0-194343512A00}"/>
              </a:ext>
            </a:extLst>
          </p:cNvPr>
          <p:cNvSpPr>
            <a:spLocks xmlns:a="http://schemas.openxmlformats.org/drawingml/2006/main" noGrp="1"/>
          </p:cNvSpPr>
          <p:nvPr/>
        </p:nvSpPr>
        <p:spPr>
          <a:xfrm xmlns:a="http://schemas.openxmlformats.org/drawingml/2006/main">
            <a:off x="7886700" y="3133725"/>
            <a:ext cx="3448050"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a:bodyPr>
          <a:lstStyle xmlns:a="http://schemas.openxmlformats.org/drawingml/2006/main">
            <a:defPPr algn="l">
              <a:defRPr sz="1425" b="1">
                <a:solidFill>
                  <a:srgbClr val="243A50"/>
                </a:solidFill>
                <a:latin typeface="Helvetica Neue"/>
                <a:ea typeface="Helvetica Neue"/>
                <a:cs typeface="Helvetica Neue"/>
              </a:defRPr>
            </a:defPPr>
            <a:lvl1pPr algn="l">
              <a:buNone/>
              <a:defRPr sz="1425" b="1">
                <a:solidFill>
                  <a:srgbClr val="243A50"/>
                </a:solidFill>
                <a:latin typeface="Helvetica Neue"/>
                <a:ea typeface="Helvetica Neue"/>
                <a:cs typeface="Helvetica Neue"/>
              </a:defRPr>
            </a:lvl1pPr>
            <a:lvl2pPr algn="l">
              <a:buNone/>
              <a:defRPr sz="1425" b="1">
                <a:solidFill>
                  <a:srgbClr val="243A50"/>
                </a:solidFill>
                <a:latin typeface="Helvetica Neue"/>
                <a:ea typeface="Helvetica Neue"/>
                <a:cs typeface="Helvetica Neue"/>
              </a:defRPr>
            </a:lvl2pPr>
            <a:lvl3pPr algn="l">
              <a:buNone/>
              <a:defRPr sz="1425" b="1">
                <a:solidFill>
                  <a:srgbClr val="243A50"/>
                </a:solidFill>
                <a:latin typeface="Helvetica Neue"/>
                <a:ea typeface="Helvetica Neue"/>
                <a:cs typeface="Helvetica Neue"/>
              </a:defRPr>
            </a:lvl3pPr>
            <a:lvl4pPr algn="l">
              <a:buNone/>
              <a:defRPr sz="1425" b="1">
                <a:solidFill>
                  <a:srgbClr val="243A50"/>
                </a:solidFill>
                <a:latin typeface="Helvetica Neue"/>
                <a:ea typeface="Helvetica Neue"/>
                <a:cs typeface="Helvetica Neue"/>
              </a:defRPr>
            </a:lvl4pPr>
            <a:lvl5pPr algn="l">
              <a:buNone/>
              <a:defRPr sz="1425" b="1">
                <a:solidFill>
                  <a:srgbClr val="243A50"/>
                </a:solidFill>
                <a:latin typeface="Helvetica Neue"/>
                <a:ea typeface="Helvetica Neue"/>
                <a:cs typeface="Helvetica Neue"/>
              </a:defRPr>
            </a:lvl5pPr>
            <a:lvl6pPr algn="l">
              <a:buNone/>
              <a:defRPr sz="1425" b="1">
                <a:solidFill>
                  <a:srgbClr val="243A50"/>
                </a:solidFill>
                <a:latin typeface="Helvetica Neue"/>
                <a:ea typeface="Helvetica Neue"/>
                <a:cs typeface="Helvetica Neue"/>
              </a:defRPr>
            </a:lvl6pPr>
            <a:lvl7pPr algn="l">
              <a:buNone/>
              <a:defRPr sz="1425" b="1">
                <a:solidFill>
                  <a:srgbClr val="243A50"/>
                </a:solidFill>
                <a:latin typeface="Helvetica Neue"/>
                <a:ea typeface="Helvetica Neue"/>
                <a:cs typeface="Helvetica Neue"/>
              </a:defRPr>
            </a:lvl7pPr>
            <a:lvl8pPr algn="l">
              <a:buNone/>
              <a:defRPr sz="1425" b="1">
                <a:solidFill>
                  <a:srgbClr val="243A50"/>
                </a:solidFill>
                <a:latin typeface="Helvetica Neue"/>
                <a:ea typeface="Helvetica Neue"/>
                <a:cs typeface="Helvetica Neue"/>
              </a:defRPr>
            </a:lvl8pPr>
            <a:lvl9pPr algn="l">
              <a:buNone/>
              <a:defRPr sz="1425" b="1">
                <a:solidFill>
                  <a:srgbClr val="243A50"/>
                </a:solidFill>
                <a:latin typeface="Helvetica Neue"/>
                <a:ea typeface="Helvetica Neue"/>
                <a:cs typeface="Helvetica Neue"/>
              </a:defRPr>
            </a:lvl9pPr>
          </a:lstStyle>
          <a:p xmlns:a="http://schemas.openxmlformats.org/drawingml/2006/main">
            <a:pPr algn="l">
              <a:buNone/>
              <a:defRPr sz="1425" b="1">
                <a:solidFill>
                  <a:srgbClr val="243A50"/>
                </a:solidFill>
                <a:latin typeface="Helvetica Neue"/>
                <a:ea typeface="Helvetica Neue"/>
                <a:cs typeface="Helvetica Neue"/>
              </a:defRPr>
            </a:pPr>
            <a:r>
              <a:rPr sz="1425" b="1">
                <a:solidFill>
                  <a:srgbClr val="243A50"/>
                </a:solidFill>
                <a:latin typeface="Helvetica Neue"/>
                <a:ea typeface="Helvetica Neue"/>
                <a:cs typeface="Helvetica Neue"/>
              </a:rPr>
              <a:t>Building 1</a:t>
            </a:r>
          </a:p>
        </p:txBody>
      </p:sp>
      <p:sp>
        <p:nvSpPr>
          <p:cNvPr id="12" name="Rectangle 11">
            <a:extLst xmlns:a="http://schemas.openxmlformats.org/drawingml/2006/main">
              <a:ext uri="{FF2B5EF4-FFF2-40B4-BE49-F238E27FC236}">
                <a16:creationId xmlns:a16="http://schemas.microsoft.com/office/drawing/2014/main" id="{5963FBE5-0FDF-4B44-9589-1994419E0BF8}"/>
              </a:ext>
            </a:extLst>
          </p:cNvPr>
          <p:cNvSpPr>
            <a:spLocks xmlns:a="http://schemas.openxmlformats.org/drawingml/2006/main" noGrp="1"/>
          </p:cNvSpPr>
          <p:nvPr/>
        </p:nvSpPr>
        <p:spPr>
          <a:xfrm xmlns:a="http://schemas.openxmlformats.org/drawingml/2006/main">
            <a:off x="7886700" y="3419475"/>
            <a:ext cx="3429000" cy="523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a:bodyPr>
          <a:lstStyle xmlns:a="http://schemas.openxmlformats.org/drawingml/2006/main">
            <a:defPPr algn="l">
              <a:defRPr sz="1200" b="0">
                <a:solidFill>
                  <a:srgbClr val="33485D"/>
                </a:solidFill>
                <a:latin typeface="Helvetica Neue"/>
                <a:ea typeface="Helvetica Neue"/>
                <a:cs typeface="Helvetica Neue"/>
              </a:defRPr>
            </a:defPPr>
            <a:lvl1pPr algn="l">
              <a:buNone/>
              <a:defRPr sz="1200" b="0">
                <a:solidFill>
                  <a:srgbClr val="33485D"/>
                </a:solidFill>
                <a:latin typeface="Helvetica Neue"/>
                <a:ea typeface="Helvetica Neue"/>
                <a:cs typeface="Helvetica Neue"/>
              </a:defRPr>
            </a:lvl1pPr>
            <a:lvl2pPr algn="l">
              <a:buNone/>
              <a:defRPr sz="1200" b="0">
                <a:solidFill>
                  <a:srgbClr val="33485D"/>
                </a:solidFill>
                <a:latin typeface="Helvetica Neue"/>
                <a:ea typeface="Helvetica Neue"/>
                <a:cs typeface="Helvetica Neue"/>
              </a:defRPr>
            </a:lvl2pPr>
            <a:lvl3pPr algn="l">
              <a:buNone/>
              <a:defRPr sz="1200" b="0">
                <a:solidFill>
                  <a:srgbClr val="33485D"/>
                </a:solidFill>
                <a:latin typeface="Helvetica Neue"/>
                <a:ea typeface="Helvetica Neue"/>
                <a:cs typeface="Helvetica Neue"/>
              </a:defRPr>
            </a:lvl3pPr>
            <a:lvl4pPr algn="l">
              <a:buNone/>
              <a:defRPr sz="1200" b="0">
                <a:solidFill>
                  <a:srgbClr val="33485D"/>
                </a:solidFill>
                <a:latin typeface="Helvetica Neue"/>
                <a:ea typeface="Helvetica Neue"/>
                <a:cs typeface="Helvetica Neue"/>
              </a:defRPr>
            </a:lvl4pPr>
            <a:lvl5pPr algn="l">
              <a:buNone/>
              <a:defRPr sz="1200" b="0">
                <a:solidFill>
                  <a:srgbClr val="33485D"/>
                </a:solidFill>
                <a:latin typeface="Helvetica Neue"/>
                <a:ea typeface="Helvetica Neue"/>
                <a:cs typeface="Helvetica Neue"/>
              </a:defRPr>
            </a:lvl5pPr>
            <a:lvl6pPr algn="l">
              <a:buNone/>
              <a:defRPr sz="1200" b="0">
                <a:solidFill>
                  <a:srgbClr val="33485D"/>
                </a:solidFill>
                <a:latin typeface="Helvetica Neue"/>
                <a:ea typeface="Helvetica Neue"/>
                <a:cs typeface="Helvetica Neue"/>
              </a:defRPr>
            </a:lvl6pPr>
            <a:lvl7pPr algn="l">
              <a:buNone/>
              <a:defRPr sz="1200" b="0">
                <a:solidFill>
                  <a:srgbClr val="33485D"/>
                </a:solidFill>
                <a:latin typeface="Helvetica Neue"/>
                <a:ea typeface="Helvetica Neue"/>
                <a:cs typeface="Helvetica Neue"/>
              </a:defRPr>
            </a:lvl7pPr>
            <a:lvl8pPr algn="l">
              <a:buNone/>
              <a:defRPr sz="1200" b="0">
                <a:solidFill>
                  <a:srgbClr val="33485D"/>
                </a:solidFill>
                <a:latin typeface="Helvetica Neue"/>
                <a:ea typeface="Helvetica Neue"/>
                <a:cs typeface="Helvetica Neue"/>
              </a:defRPr>
            </a:lvl8pPr>
            <a:lvl9pPr algn="l">
              <a:buNone/>
              <a:defRPr sz="1200" b="0">
                <a:solidFill>
                  <a:srgbClr val="33485D"/>
                </a:solidFill>
                <a:latin typeface="Helvetica Neue"/>
                <a:ea typeface="Helvetica Neue"/>
                <a:cs typeface="Helvetica Neue"/>
              </a:defRPr>
            </a:lvl9pPr>
          </a:lstStyle>
          <a:p xmlns:a="http://schemas.openxmlformats.org/drawingml/2006/main">
            <a:pPr algn="l">
              <a:buNone/>
              <a:defRPr sz="1200" b="0">
                <a:solidFill>
                  <a:srgbClr val="33485D"/>
                </a:solidFill>
                <a:latin typeface="Helvetica Neue"/>
                <a:ea typeface="Helvetica Neue"/>
                <a:cs typeface="Helvetica Neue"/>
              </a:defRPr>
            </a:pPr>
            <a:r>
              <a:rPr sz="1200" b="0">
                <a:solidFill>
                  <a:srgbClr val="33485D"/>
                </a:solidFill>
                <a:latin typeface="Helvetica Neue"/>
                <a:ea typeface="Helvetica Neue"/>
                <a:cs typeface="Helvetica Neue"/>
              </a:rPr>
              <a:t>305 correct · 2 errors, one in each adjacent class.</a:t>
            </a:r>
          </a:p>
        </p:txBody>
      </p:sp>
      <p:sp>
        <p:nvSpPr>
          <p:cNvPr id="13" name="Rectangle 12">
            <a:extLst xmlns:a="http://schemas.openxmlformats.org/drawingml/2006/main">
              <a:ext uri="{FF2B5EF4-FFF2-40B4-BE49-F238E27FC236}">
                <a16:creationId xmlns:a16="http://schemas.microsoft.com/office/drawing/2014/main" id="{B556E6B6-F367-4883-A2CD-89483F74E7DB}"/>
              </a:ext>
            </a:extLst>
          </p:cNvPr>
          <p:cNvSpPr>
            <a:spLocks xmlns:a="http://schemas.openxmlformats.org/drawingml/2006/main" noGrp="1"/>
          </p:cNvSpPr>
          <p:nvPr/>
        </p:nvSpPr>
        <p:spPr>
          <a:xfrm xmlns:a="http://schemas.openxmlformats.org/drawingml/2006/main">
            <a:off x="7620000" y="4286250"/>
            <a:ext cx="209550" cy="2571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a:bodyPr>
          <a:lstStyle xmlns:a="http://schemas.openxmlformats.org/drawingml/2006/main">
            <a:defPPr algn="l">
              <a:defRPr sz="1650" b="1">
                <a:solidFill>
                  <a:srgbClr val="64877F"/>
                </a:solidFill>
                <a:latin typeface="Helvetica Neue"/>
                <a:ea typeface="Helvetica Neue"/>
                <a:cs typeface="Helvetica Neue"/>
              </a:defRPr>
            </a:defPPr>
            <a:lvl1pPr algn="l">
              <a:buNone/>
              <a:defRPr sz="1650" b="1">
                <a:solidFill>
                  <a:srgbClr val="64877F"/>
                </a:solidFill>
                <a:latin typeface="Helvetica Neue"/>
                <a:ea typeface="Helvetica Neue"/>
                <a:cs typeface="Helvetica Neue"/>
              </a:defRPr>
            </a:lvl1pPr>
            <a:lvl2pPr algn="l">
              <a:buNone/>
              <a:defRPr sz="1650" b="1">
                <a:solidFill>
                  <a:srgbClr val="64877F"/>
                </a:solidFill>
                <a:latin typeface="Helvetica Neue"/>
                <a:ea typeface="Helvetica Neue"/>
                <a:cs typeface="Helvetica Neue"/>
              </a:defRPr>
            </a:lvl2pPr>
            <a:lvl3pPr algn="l">
              <a:buNone/>
              <a:defRPr sz="1650" b="1">
                <a:solidFill>
                  <a:srgbClr val="64877F"/>
                </a:solidFill>
                <a:latin typeface="Helvetica Neue"/>
                <a:ea typeface="Helvetica Neue"/>
                <a:cs typeface="Helvetica Neue"/>
              </a:defRPr>
            </a:lvl3pPr>
            <a:lvl4pPr algn="l">
              <a:buNone/>
              <a:defRPr sz="1650" b="1">
                <a:solidFill>
                  <a:srgbClr val="64877F"/>
                </a:solidFill>
                <a:latin typeface="Helvetica Neue"/>
                <a:ea typeface="Helvetica Neue"/>
                <a:cs typeface="Helvetica Neue"/>
              </a:defRPr>
            </a:lvl4pPr>
            <a:lvl5pPr algn="l">
              <a:buNone/>
              <a:defRPr sz="1650" b="1">
                <a:solidFill>
                  <a:srgbClr val="64877F"/>
                </a:solidFill>
                <a:latin typeface="Helvetica Neue"/>
                <a:ea typeface="Helvetica Neue"/>
                <a:cs typeface="Helvetica Neue"/>
              </a:defRPr>
            </a:lvl5pPr>
            <a:lvl6pPr algn="l">
              <a:buNone/>
              <a:defRPr sz="1650" b="1">
                <a:solidFill>
                  <a:srgbClr val="64877F"/>
                </a:solidFill>
                <a:latin typeface="Helvetica Neue"/>
                <a:ea typeface="Helvetica Neue"/>
                <a:cs typeface="Helvetica Neue"/>
              </a:defRPr>
            </a:lvl6pPr>
            <a:lvl7pPr algn="l">
              <a:buNone/>
              <a:defRPr sz="1650" b="1">
                <a:solidFill>
                  <a:srgbClr val="64877F"/>
                </a:solidFill>
                <a:latin typeface="Helvetica Neue"/>
                <a:ea typeface="Helvetica Neue"/>
                <a:cs typeface="Helvetica Neue"/>
              </a:defRPr>
            </a:lvl7pPr>
            <a:lvl8pPr algn="l">
              <a:buNone/>
              <a:defRPr sz="1650" b="1">
                <a:solidFill>
                  <a:srgbClr val="64877F"/>
                </a:solidFill>
                <a:latin typeface="Helvetica Neue"/>
                <a:ea typeface="Helvetica Neue"/>
                <a:cs typeface="Helvetica Neue"/>
              </a:defRPr>
            </a:lvl8pPr>
            <a:lvl9pPr algn="l">
              <a:buNone/>
              <a:defRPr sz="1650" b="1">
                <a:solidFill>
                  <a:srgbClr val="64877F"/>
                </a:solidFill>
                <a:latin typeface="Helvetica Neue"/>
                <a:ea typeface="Helvetica Neue"/>
                <a:cs typeface="Helvetica Neue"/>
              </a:defRPr>
            </a:lvl9pPr>
          </a:lstStyle>
          <a:p xmlns:a="http://schemas.openxmlformats.org/drawingml/2006/main">
            <a:pPr algn="l">
              <a:buNone/>
              <a:defRPr sz="1650" b="1">
                <a:solidFill>
                  <a:srgbClr val="64877F"/>
                </a:solidFill>
                <a:latin typeface="Helvetica Neue"/>
                <a:ea typeface="Helvetica Neue"/>
                <a:cs typeface="Helvetica Neue"/>
              </a:defRPr>
            </a:pPr>
            <a:r>
              <a:rPr sz="1650" b="1">
                <a:solidFill>
                  <a:srgbClr val="64877F"/>
                </a:solidFill>
                <a:latin typeface="Helvetica Neue"/>
                <a:ea typeface="Helvetica Neue"/>
                <a:cs typeface="Helvetica Neue"/>
              </a:rPr>
              <a:t>•</a:t>
            </a:r>
          </a:p>
        </p:txBody>
      </p:sp>
      <p:sp>
        <p:nvSpPr>
          <p:cNvPr id="14" name="Rectangle 13">
            <a:extLst xmlns:a="http://schemas.openxmlformats.org/drawingml/2006/main">
              <a:ext uri="{FF2B5EF4-FFF2-40B4-BE49-F238E27FC236}">
                <a16:creationId xmlns:a16="http://schemas.microsoft.com/office/drawing/2014/main" id="{390B21A5-2672-45F8-B6CC-A9DF7A91F594}"/>
              </a:ext>
            </a:extLst>
          </p:cNvPr>
          <p:cNvSpPr>
            <a:spLocks xmlns:a="http://schemas.openxmlformats.org/drawingml/2006/main" noGrp="1"/>
          </p:cNvSpPr>
          <p:nvPr/>
        </p:nvSpPr>
        <p:spPr>
          <a:xfrm xmlns:a="http://schemas.openxmlformats.org/drawingml/2006/main">
            <a:off x="7886700" y="4286250"/>
            <a:ext cx="3448050"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a:bodyPr>
          <a:lstStyle xmlns:a="http://schemas.openxmlformats.org/drawingml/2006/main">
            <a:defPPr algn="l">
              <a:defRPr sz="1425" b="1">
                <a:solidFill>
                  <a:srgbClr val="243A50"/>
                </a:solidFill>
                <a:latin typeface="Helvetica Neue"/>
                <a:ea typeface="Helvetica Neue"/>
                <a:cs typeface="Helvetica Neue"/>
              </a:defRPr>
            </a:defPPr>
            <a:lvl1pPr algn="l">
              <a:buNone/>
              <a:defRPr sz="1425" b="1">
                <a:solidFill>
                  <a:srgbClr val="243A50"/>
                </a:solidFill>
                <a:latin typeface="Helvetica Neue"/>
                <a:ea typeface="Helvetica Neue"/>
                <a:cs typeface="Helvetica Neue"/>
              </a:defRPr>
            </a:lvl1pPr>
            <a:lvl2pPr algn="l">
              <a:buNone/>
              <a:defRPr sz="1425" b="1">
                <a:solidFill>
                  <a:srgbClr val="243A50"/>
                </a:solidFill>
                <a:latin typeface="Helvetica Neue"/>
                <a:ea typeface="Helvetica Neue"/>
                <a:cs typeface="Helvetica Neue"/>
              </a:defRPr>
            </a:lvl2pPr>
            <a:lvl3pPr algn="l">
              <a:buNone/>
              <a:defRPr sz="1425" b="1">
                <a:solidFill>
                  <a:srgbClr val="243A50"/>
                </a:solidFill>
                <a:latin typeface="Helvetica Neue"/>
                <a:ea typeface="Helvetica Neue"/>
                <a:cs typeface="Helvetica Neue"/>
              </a:defRPr>
            </a:lvl3pPr>
            <a:lvl4pPr algn="l">
              <a:buNone/>
              <a:defRPr sz="1425" b="1">
                <a:solidFill>
                  <a:srgbClr val="243A50"/>
                </a:solidFill>
                <a:latin typeface="Helvetica Neue"/>
                <a:ea typeface="Helvetica Neue"/>
                <a:cs typeface="Helvetica Neue"/>
              </a:defRPr>
            </a:lvl4pPr>
            <a:lvl5pPr algn="l">
              <a:buNone/>
              <a:defRPr sz="1425" b="1">
                <a:solidFill>
                  <a:srgbClr val="243A50"/>
                </a:solidFill>
                <a:latin typeface="Helvetica Neue"/>
                <a:ea typeface="Helvetica Neue"/>
                <a:cs typeface="Helvetica Neue"/>
              </a:defRPr>
            </a:lvl5pPr>
            <a:lvl6pPr algn="l">
              <a:buNone/>
              <a:defRPr sz="1425" b="1">
                <a:solidFill>
                  <a:srgbClr val="243A50"/>
                </a:solidFill>
                <a:latin typeface="Helvetica Neue"/>
                <a:ea typeface="Helvetica Neue"/>
                <a:cs typeface="Helvetica Neue"/>
              </a:defRPr>
            </a:lvl6pPr>
            <a:lvl7pPr algn="l">
              <a:buNone/>
              <a:defRPr sz="1425" b="1">
                <a:solidFill>
                  <a:srgbClr val="243A50"/>
                </a:solidFill>
                <a:latin typeface="Helvetica Neue"/>
                <a:ea typeface="Helvetica Neue"/>
                <a:cs typeface="Helvetica Neue"/>
              </a:defRPr>
            </a:lvl7pPr>
            <a:lvl8pPr algn="l">
              <a:buNone/>
              <a:defRPr sz="1425" b="1">
                <a:solidFill>
                  <a:srgbClr val="243A50"/>
                </a:solidFill>
                <a:latin typeface="Helvetica Neue"/>
                <a:ea typeface="Helvetica Neue"/>
                <a:cs typeface="Helvetica Neue"/>
              </a:defRPr>
            </a:lvl8pPr>
            <a:lvl9pPr algn="l">
              <a:buNone/>
              <a:defRPr sz="1425" b="1">
                <a:solidFill>
                  <a:srgbClr val="243A50"/>
                </a:solidFill>
                <a:latin typeface="Helvetica Neue"/>
                <a:ea typeface="Helvetica Neue"/>
                <a:cs typeface="Helvetica Neue"/>
              </a:defRPr>
            </a:lvl9pPr>
          </a:lstStyle>
          <a:p xmlns:a="http://schemas.openxmlformats.org/drawingml/2006/main">
            <a:pPr algn="l">
              <a:buNone/>
              <a:defRPr sz="1425" b="1">
                <a:solidFill>
                  <a:srgbClr val="243A50"/>
                </a:solidFill>
                <a:latin typeface="Helvetica Neue"/>
                <a:ea typeface="Helvetica Neue"/>
                <a:cs typeface="Helvetica Neue"/>
              </a:defRPr>
            </a:pPr>
            <a:r>
              <a:rPr sz="1425" b="1">
                <a:solidFill>
                  <a:srgbClr val="243A50"/>
                </a:solidFill>
                <a:latin typeface="Helvetica Neue"/>
                <a:ea typeface="Helvetica Neue"/>
                <a:cs typeface="Helvetica Neue"/>
              </a:rPr>
              <a:t>Building 2</a:t>
            </a:r>
          </a:p>
        </p:txBody>
      </p:sp>
      <p:sp>
        <p:nvSpPr>
          <p:cNvPr id="15" name="Rectangle 14">
            <a:extLst xmlns:a="http://schemas.openxmlformats.org/drawingml/2006/main">
              <a:ext uri="{FF2B5EF4-FFF2-40B4-BE49-F238E27FC236}">
                <a16:creationId xmlns:a16="http://schemas.microsoft.com/office/drawing/2014/main" id="{2A3BC0DA-BC48-4453-A1B0-841660EF294D}"/>
              </a:ext>
            </a:extLst>
          </p:cNvPr>
          <p:cNvSpPr>
            <a:spLocks xmlns:a="http://schemas.openxmlformats.org/drawingml/2006/main" noGrp="1"/>
          </p:cNvSpPr>
          <p:nvPr/>
        </p:nvSpPr>
        <p:spPr>
          <a:xfrm xmlns:a="http://schemas.openxmlformats.org/drawingml/2006/main">
            <a:off x="7886700" y="4572000"/>
            <a:ext cx="3429000" cy="523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a:bodyPr>
          <a:lstStyle xmlns:a="http://schemas.openxmlformats.org/drawingml/2006/main">
            <a:defPPr algn="l">
              <a:defRPr sz="1200" b="0">
                <a:solidFill>
                  <a:srgbClr val="33485D"/>
                </a:solidFill>
                <a:latin typeface="Helvetica Neue"/>
                <a:ea typeface="Helvetica Neue"/>
                <a:cs typeface="Helvetica Neue"/>
              </a:defRPr>
            </a:defPPr>
            <a:lvl1pPr algn="l">
              <a:buNone/>
              <a:defRPr sz="1200" b="0">
                <a:solidFill>
                  <a:srgbClr val="33485D"/>
                </a:solidFill>
                <a:latin typeface="Helvetica Neue"/>
                <a:ea typeface="Helvetica Neue"/>
                <a:cs typeface="Helvetica Neue"/>
              </a:defRPr>
            </a:lvl1pPr>
            <a:lvl2pPr algn="l">
              <a:buNone/>
              <a:defRPr sz="1200" b="0">
                <a:solidFill>
                  <a:srgbClr val="33485D"/>
                </a:solidFill>
                <a:latin typeface="Helvetica Neue"/>
                <a:ea typeface="Helvetica Neue"/>
                <a:cs typeface="Helvetica Neue"/>
              </a:defRPr>
            </a:lvl2pPr>
            <a:lvl3pPr algn="l">
              <a:buNone/>
              <a:defRPr sz="1200" b="0">
                <a:solidFill>
                  <a:srgbClr val="33485D"/>
                </a:solidFill>
                <a:latin typeface="Helvetica Neue"/>
                <a:ea typeface="Helvetica Neue"/>
                <a:cs typeface="Helvetica Neue"/>
              </a:defRPr>
            </a:lvl3pPr>
            <a:lvl4pPr algn="l">
              <a:buNone/>
              <a:defRPr sz="1200" b="0">
                <a:solidFill>
                  <a:srgbClr val="33485D"/>
                </a:solidFill>
                <a:latin typeface="Helvetica Neue"/>
                <a:ea typeface="Helvetica Neue"/>
                <a:cs typeface="Helvetica Neue"/>
              </a:defRPr>
            </a:lvl4pPr>
            <a:lvl5pPr algn="l">
              <a:buNone/>
              <a:defRPr sz="1200" b="0">
                <a:solidFill>
                  <a:srgbClr val="33485D"/>
                </a:solidFill>
                <a:latin typeface="Helvetica Neue"/>
                <a:ea typeface="Helvetica Neue"/>
                <a:cs typeface="Helvetica Neue"/>
              </a:defRPr>
            </a:lvl5pPr>
            <a:lvl6pPr algn="l">
              <a:buNone/>
              <a:defRPr sz="1200" b="0">
                <a:solidFill>
                  <a:srgbClr val="33485D"/>
                </a:solidFill>
                <a:latin typeface="Helvetica Neue"/>
                <a:ea typeface="Helvetica Neue"/>
                <a:cs typeface="Helvetica Neue"/>
              </a:defRPr>
            </a:lvl6pPr>
            <a:lvl7pPr algn="l">
              <a:buNone/>
              <a:defRPr sz="1200" b="0">
                <a:solidFill>
                  <a:srgbClr val="33485D"/>
                </a:solidFill>
                <a:latin typeface="Helvetica Neue"/>
                <a:ea typeface="Helvetica Neue"/>
                <a:cs typeface="Helvetica Neue"/>
              </a:defRPr>
            </a:lvl7pPr>
            <a:lvl8pPr algn="l">
              <a:buNone/>
              <a:defRPr sz="1200" b="0">
                <a:solidFill>
                  <a:srgbClr val="33485D"/>
                </a:solidFill>
                <a:latin typeface="Helvetica Neue"/>
                <a:ea typeface="Helvetica Neue"/>
                <a:cs typeface="Helvetica Neue"/>
              </a:defRPr>
            </a:lvl8pPr>
            <a:lvl9pPr algn="l">
              <a:buNone/>
              <a:defRPr sz="1200" b="0">
                <a:solidFill>
                  <a:srgbClr val="33485D"/>
                </a:solidFill>
                <a:latin typeface="Helvetica Neue"/>
                <a:ea typeface="Helvetica Neue"/>
                <a:cs typeface="Helvetica Neue"/>
              </a:defRPr>
            </a:lvl9pPr>
          </a:lstStyle>
          <a:p xmlns:a="http://schemas.openxmlformats.org/drawingml/2006/main">
            <a:pPr algn="l">
              <a:buNone/>
              <a:defRPr sz="1200" b="0">
                <a:solidFill>
                  <a:srgbClr val="33485D"/>
                </a:solidFill>
                <a:latin typeface="Helvetica Neue"/>
                <a:ea typeface="Helvetica Neue"/>
                <a:cs typeface="Helvetica Neue"/>
              </a:defRPr>
            </a:pPr>
            <a:r>
              <a:rPr sz="1200" b="0">
                <a:solidFill>
                  <a:srgbClr val="33485D"/>
                </a:solidFill>
                <a:latin typeface="Helvetica Neue"/>
                <a:ea typeface="Helvetica Neue"/>
                <a:cs typeface="Helvetica Neue"/>
              </a:rPr>
              <a:t>268 correct · no held-out errors.</a:t>
            </a:r>
          </a:p>
        </p:txBody>
      </p:sp>
      <p:sp>
        <p:nvSpPr>
          <p:cNvPr id="16" name="Rectangle 15">
            <a:extLst xmlns:a="http://schemas.openxmlformats.org/drawingml/2006/main">
              <a:ext uri="{FF2B5EF4-FFF2-40B4-BE49-F238E27FC236}">
                <a16:creationId xmlns:a16="http://schemas.microsoft.com/office/drawing/2014/main" id="{3A653681-251D-4C1D-A4B7-7418C0FFDDA6}"/>
              </a:ext>
            </a:extLst>
          </p:cNvPr>
          <p:cNvSpPr>
            <a:spLocks xmlns:a="http://schemas.openxmlformats.org/drawingml/2006/main" noGrp="1"/>
          </p:cNvSpPr>
          <p:nvPr/>
        </p:nvSpPr>
        <p:spPr>
          <a:xfrm xmlns:a="http://schemas.openxmlformats.org/drawingml/2006/main">
            <a:off x="762000" y="5657850"/>
            <a:ext cx="10620375"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a:bodyPr>
          <a:lstStyle xmlns:a="http://schemas.openxmlformats.org/drawingml/2006/main">
            <a:defPPr algn="l">
              <a:defRPr sz="1275" b="0">
                <a:solidFill>
                  <a:srgbClr val="63788A"/>
                </a:solidFill>
                <a:latin typeface="Helvetica Neue"/>
                <a:ea typeface="Helvetica Neue"/>
                <a:cs typeface="Helvetica Neue"/>
              </a:defRPr>
            </a:defPPr>
            <a:lvl1pPr algn="l">
              <a:buNone/>
              <a:defRPr sz="1275" b="0">
                <a:solidFill>
                  <a:srgbClr val="63788A"/>
                </a:solidFill>
                <a:latin typeface="Helvetica Neue"/>
                <a:ea typeface="Helvetica Neue"/>
                <a:cs typeface="Helvetica Neue"/>
              </a:defRPr>
            </a:lvl1pPr>
            <a:lvl2pPr algn="l">
              <a:buNone/>
              <a:defRPr sz="1275" b="0">
                <a:solidFill>
                  <a:srgbClr val="63788A"/>
                </a:solidFill>
                <a:latin typeface="Helvetica Neue"/>
                <a:ea typeface="Helvetica Neue"/>
                <a:cs typeface="Helvetica Neue"/>
              </a:defRPr>
            </a:lvl2pPr>
            <a:lvl3pPr algn="l">
              <a:buNone/>
              <a:defRPr sz="1275" b="0">
                <a:solidFill>
                  <a:srgbClr val="63788A"/>
                </a:solidFill>
                <a:latin typeface="Helvetica Neue"/>
                <a:ea typeface="Helvetica Neue"/>
                <a:cs typeface="Helvetica Neue"/>
              </a:defRPr>
            </a:lvl3pPr>
            <a:lvl4pPr algn="l">
              <a:buNone/>
              <a:defRPr sz="1275" b="0">
                <a:solidFill>
                  <a:srgbClr val="63788A"/>
                </a:solidFill>
                <a:latin typeface="Helvetica Neue"/>
                <a:ea typeface="Helvetica Neue"/>
                <a:cs typeface="Helvetica Neue"/>
              </a:defRPr>
            </a:lvl4pPr>
            <a:lvl5pPr algn="l">
              <a:buNone/>
              <a:defRPr sz="1275" b="0">
                <a:solidFill>
                  <a:srgbClr val="63788A"/>
                </a:solidFill>
                <a:latin typeface="Helvetica Neue"/>
                <a:ea typeface="Helvetica Neue"/>
                <a:cs typeface="Helvetica Neue"/>
              </a:defRPr>
            </a:lvl5pPr>
            <a:lvl6pPr algn="l">
              <a:buNone/>
              <a:defRPr sz="1275" b="0">
                <a:solidFill>
                  <a:srgbClr val="63788A"/>
                </a:solidFill>
                <a:latin typeface="Helvetica Neue"/>
                <a:ea typeface="Helvetica Neue"/>
                <a:cs typeface="Helvetica Neue"/>
              </a:defRPr>
            </a:lvl6pPr>
            <a:lvl7pPr algn="l">
              <a:buNone/>
              <a:defRPr sz="1275" b="0">
                <a:solidFill>
                  <a:srgbClr val="63788A"/>
                </a:solidFill>
                <a:latin typeface="Helvetica Neue"/>
                <a:ea typeface="Helvetica Neue"/>
                <a:cs typeface="Helvetica Neue"/>
              </a:defRPr>
            </a:lvl7pPr>
            <a:lvl8pPr algn="l">
              <a:buNone/>
              <a:defRPr sz="1275" b="0">
                <a:solidFill>
                  <a:srgbClr val="63788A"/>
                </a:solidFill>
                <a:latin typeface="Helvetica Neue"/>
                <a:ea typeface="Helvetica Neue"/>
                <a:cs typeface="Helvetica Neue"/>
              </a:defRPr>
            </a:lvl8pPr>
            <a:lvl9pPr algn="l">
              <a:buNone/>
              <a:defRPr sz="1275" b="0">
                <a:solidFill>
                  <a:srgbClr val="63788A"/>
                </a:solidFill>
                <a:latin typeface="Helvetica Neue"/>
                <a:ea typeface="Helvetica Neue"/>
                <a:cs typeface="Helvetica Neue"/>
              </a:defRPr>
            </a:lvl9pPr>
          </a:lstStyle>
          <a:p xmlns:a="http://schemas.openxmlformats.org/drawingml/2006/main">
            <a:pPr algn="l">
              <a:buNone/>
              <a:defRPr sz="1275" b="0">
                <a:solidFill>
                  <a:srgbClr val="63788A"/>
                </a:solidFill>
                <a:latin typeface="Helvetica Neue"/>
                <a:ea typeface="Helvetica Neue"/>
                <a:cs typeface="Helvetica Neue"/>
              </a:defRPr>
            </a:pPr>
            <a:r>
              <a:rPr sz="1275" b="0">
                <a:solidFill>
                  <a:srgbClr val="63788A"/>
                </a:solidFill>
                <a:latin typeface="Helvetica Neue"/>
                <a:ea typeface="Helvetica Neue"/>
                <a:cs typeface="Helvetica Neue"/>
              </a:rPr>
              <a:t>The classifier is strong on this file; the grouped split and fingerprint-overlap checks still define what the score means.</a:t>
            </a:r>
          </a:p>
        </p:txBody>
      </p:sp>
    </p:spTree>
    <p:extLst>
      <p:ext uri="{BB962C8B-B14F-4D97-AF65-F5344CB8AC3E}">
        <p14:creationId xmlns:p14="http://schemas.microsoft.com/office/powerpoint/2010/main" val="474339474"/>
      </p:ext>
    </p:extLst>
  </p:cSld>
</p:sld>
</file>

<file path=ppt/slides/slide10.xml><?xml version="1.0" encoding="utf-8"?>
<p:sld xmlns:p="http://schemas.openxmlformats.org/presentationml/2006/main">
  <p:cSld>
    <p:bg>
      <p:bgPr>
        <a:solidFill xmlns:a="http://schemas.openxmlformats.org/drawingml/2006/main">
          <a:srgbClr val="FAF9F6"/>
        </a:solidFill>
      </p:bgPr>
    </p:bg>
    <p:spTree>
      <p:nvGrpSpPr>
        <p:cNvPr id="1" name=""/>
        <p:cNvGrpSpPr/>
        <p:nvPr/>
      </p:nvGrpSpPr>
      <p:grpSpPr>
        <a:xfrm xmlns:a="http://schemas.openxmlformats.org/drawingml/2006/main"/>
      </p:grpSpPr>
      <p:sp>
        <p:nvSpPr>
          <p:cNvPr id="24" name="Rectangle 23">
            <a:extLst xmlns:a="http://schemas.openxmlformats.org/drawingml/2006/main">
              <a:ext uri="{FF2B5EF4-FFF2-40B4-BE49-F238E27FC236}">
                <a16:creationId xmlns:a16="http://schemas.microsoft.com/office/drawing/2014/main" id="{A25C9E6E-37F6-4951-97BA-EAEE0E9F9600}"/>
              </a:ext>
            </a:extLst>
          </p:cNvPr>
          <p:cNvSpPr>
            <a:spLocks xmlns:a="http://schemas.openxmlformats.org/drawingml/2006/main" noGrp="1"/>
          </p:cNvSpPr>
          <p:nvPr/>
        </p:nvSpPr>
        <p:spPr>
          <a:xfrm xmlns:a="http://schemas.openxmlformats.org/drawingml/2006/main">
            <a:off x="0" y="0"/>
            <a:ext cx="12192000" cy="104775"/>
          </a:xfrm>
          <a:prstGeom xmlns:a="http://schemas.openxmlformats.org/drawingml/2006/main" prst="rect">
            <a:avLst/>
          </a:prstGeom>
          <a:solidFill xmlns:a="http://schemas.openxmlformats.org/drawingml/2006/main">
            <a:srgbClr val="C7DBD1"/>
          </a:solidFill>
          <a:ln xmlns:a="http://schemas.openxmlformats.org/drawingml/2006/main" w="0">
            <a:noFill/>
            <a:prstDash val="solid"/>
          </a:ln>
        </p:spPr>
      </p:sp>
      <p:sp>
        <p:nvSpPr>
          <p:cNvPr id="2" name="Rectangle 1">
            <a:extLst xmlns:a="http://schemas.openxmlformats.org/drawingml/2006/main">
              <a:ext uri="{FF2B5EF4-FFF2-40B4-BE49-F238E27FC236}">
                <a16:creationId xmlns:a16="http://schemas.microsoft.com/office/drawing/2014/main" id="{64E5FA75-E3AD-401C-AB23-16FA5F5FA12B}"/>
              </a:ext>
            </a:extLst>
          </p:cNvPr>
          <p:cNvSpPr>
            <a:spLocks xmlns:a="http://schemas.openxmlformats.org/drawingml/2006/main" noGrp="1"/>
          </p:cNvSpPr>
          <p:nvPr/>
        </p:nvSpPr>
        <p:spPr>
          <a:xfrm xmlns:a="http://schemas.openxmlformats.org/drawingml/2006/main">
            <a:off x="609600" y="371475"/>
            <a:ext cx="1097280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a:bodyPr>
          <a:lstStyle xmlns:a="http://schemas.openxmlformats.org/drawingml/2006/main">
            <a:defPPr algn="l">
              <a:defRPr sz="2625" b="1">
                <a:solidFill>
                  <a:srgbClr val="243A50"/>
                </a:solidFill>
                <a:latin typeface="Helvetica Neue"/>
                <a:ea typeface="Helvetica Neue"/>
                <a:cs typeface="Helvetica Neue"/>
              </a:defRPr>
            </a:defPPr>
            <a:lvl1pPr algn="l">
              <a:buNone/>
              <a:defRPr sz="2625" b="1">
                <a:solidFill>
                  <a:srgbClr val="243A50"/>
                </a:solidFill>
                <a:latin typeface="Helvetica Neue"/>
                <a:ea typeface="Helvetica Neue"/>
                <a:cs typeface="Helvetica Neue"/>
              </a:defRPr>
            </a:lvl1pPr>
            <a:lvl2pPr algn="l">
              <a:buNone/>
              <a:defRPr sz="2625" b="1">
                <a:solidFill>
                  <a:srgbClr val="243A50"/>
                </a:solidFill>
                <a:latin typeface="Helvetica Neue"/>
                <a:ea typeface="Helvetica Neue"/>
                <a:cs typeface="Helvetica Neue"/>
              </a:defRPr>
            </a:lvl2pPr>
            <a:lvl3pPr algn="l">
              <a:buNone/>
              <a:defRPr sz="2625" b="1">
                <a:solidFill>
                  <a:srgbClr val="243A50"/>
                </a:solidFill>
                <a:latin typeface="Helvetica Neue"/>
                <a:ea typeface="Helvetica Neue"/>
                <a:cs typeface="Helvetica Neue"/>
              </a:defRPr>
            </a:lvl3pPr>
            <a:lvl4pPr algn="l">
              <a:buNone/>
              <a:defRPr sz="2625" b="1">
                <a:solidFill>
                  <a:srgbClr val="243A50"/>
                </a:solidFill>
                <a:latin typeface="Helvetica Neue"/>
                <a:ea typeface="Helvetica Neue"/>
                <a:cs typeface="Helvetica Neue"/>
              </a:defRPr>
            </a:lvl4pPr>
            <a:lvl5pPr algn="l">
              <a:buNone/>
              <a:defRPr sz="2625" b="1">
                <a:solidFill>
                  <a:srgbClr val="243A50"/>
                </a:solidFill>
                <a:latin typeface="Helvetica Neue"/>
                <a:ea typeface="Helvetica Neue"/>
                <a:cs typeface="Helvetica Neue"/>
              </a:defRPr>
            </a:lvl5pPr>
            <a:lvl6pPr algn="l">
              <a:buNone/>
              <a:defRPr sz="2625" b="1">
                <a:solidFill>
                  <a:srgbClr val="243A50"/>
                </a:solidFill>
                <a:latin typeface="Helvetica Neue"/>
                <a:ea typeface="Helvetica Neue"/>
                <a:cs typeface="Helvetica Neue"/>
              </a:defRPr>
            </a:lvl6pPr>
            <a:lvl7pPr algn="l">
              <a:buNone/>
              <a:defRPr sz="2625" b="1">
                <a:solidFill>
                  <a:srgbClr val="243A50"/>
                </a:solidFill>
                <a:latin typeface="Helvetica Neue"/>
                <a:ea typeface="Helvetica Neue"/>
                <a:cs typeface="Helvetica Neue"/>
              </a:defRPr>
            </a:lvl7pPr>
            <a:lvl8pPr algn="l">
              <a:buNone/>
              <a:defRPr sz="2625" b="1">
                <a:solidFill>
                  <a:srgbClr val="243A50"/>
                </a:solidFill>
                <a:latin typeface="Helvetica Neue"/>
                <a:ea typeface="Helvetica Neue"/>
                <a:cs typeface="Helvetica Neue"/>
              </a:defRPr>
            </a:lvl8pPr>
            <a:lvl9pPr algn="l">
              <a:buNone/>
              <a:defRPr sz="2625" b="1">
                <a:solidFill>
                  <a:srgbClr val="243A50"/>
                </a:solidFill>
                <a:latin typeface="Helvetica Neue"/>
                <a:ea typeface="Helvetica Neue"/>
                <a:cs typeface="Helvetica Neue"/>
              </a:defRPr>
            </a:lvl9pPr>
          </a:lstStyle>
          <a:p xmlns:a="http://schemas.openxmlformats.org/drawingml/2006/main">
            <a:pPr algn="l">
              <a:buNone/>
              <a:defRPr sz="2625" b="1">
                <a:solidFill>
                  <a:srgbClr val="243A50"/>
                </a:solidFill>
                <a:latin typeface="Helvetica Neue"/>
                <a:ea typeface="Helvetica Neue"/>
                <a:cs typeface="Helvetica Neue"/>
              </a:defRPr>
            </a:pPr>
            <a:r>
              <a:rPr sz="2625" b="1">
                <a:solidFill>
                  <a:srgbClr val="243A50"/>
                </a:solidFill>
                <a:latin typeface="Helvetica Neue"/>
                <a:ea typeface="Helvetica Neue"/>
                <a:cs typeface="Helvetica Neue"/>
              </a:rPr>
              <a:t>Workstream 3 · Floor labels and model pipeline</a:t>
            </a:r>
          </a:p>
        </p:txBody>
      </p:sp>
      <p:sp>
        <p:nvSpPr>
          <p:cNvPr id="3" name="Rectangle 2">
            <a:extLst xmlns:a="http://schemas.openxmlformats.org/drawingml/2006/main">
              <a:ext uri="{FF2B5EF4-FFF2-40B4-BE49-F238E27FC236}">
                <a16:creationId xmlns:a16="http://schemas.microsoft.com/office/drawing/2014/main" id="{CEB849F1-1193-4570-B65D-BEAC70731B99}"/>
              </a:ext>
            </a:extLst>
          </p:cNvPr>
          <p:cNvSpPr>
            <a:spLocks xmlns:a="http://schemas.openxmlformats.org/drawingml/2006/main" noGrp="1"/>
          </p:cNvSpPr>
          <p:nvPr/>
        </p:nvSpPr>
        <p:spPr>
          <a:xfrm xmlns:a="http://schemas.openxmlformats.org/drawingml/2006/main">
            <a:off x="628650" y="904875"/>
            <a:ext cx="108394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a:bodyPr>
          <a:lstStyle xmlns:a="http://schemas.openxmlformats.org/drawingml/2006/main">
            <a:defPPr algn="l">
              <a:defRPr sz="1350" b="0">
                <a:solidFill>
                  <a:srgbClr val="63788A"/>
                </a:solidFill>
                <a:latin typeface="Helvetica Neue"/>
                <a:ea typeface="Helvetica Neue"/>
                <a:cs typeface="Helvetica Neue"/>
              </a:defRPr>
            </a:defPPr>
            <a:lvl1pPr algn="l">
              <a:buNone/>
              <a:defRPr sz="1350" b="0">
                <a:solidFill>
                  <a:srgbClr val="63788A"/>
                </a:solidFill>
                <a:latin typeface="Helvetica Neue"/>
                <a:ea typeface="Helvetica Neue"/>
                <a:cs typeface="Helvetica Neue"/>
              </a:defRPr>
            </a:lvl1pPr>
            <a:lvl2pPr algn="l">
              <a:buNone/>
              <a:defRPr sz="1350" b="0">
                <a:solidFill>
                  <a:srgbClr val="63788A"/>
                </a:solidFill>
                <a:latin typeface="Helvetica Neue"/>
                <a:ea typeface="Helvetica Neue"/>
                <a:cs typeface="Helvetica Neue"/>
              </a:defRPr>
            </a:lvl2pPr>
            <a:lvl3pPr algn="l">
              <a:buNone/>
              <a:defRPr sz="1350" b="0">
                <a:solidFill>
                  <a:srgbClr val="63788A"/>
                </a:solidFill>
                <a:latin typeface="Helvetica Neue"/>
                <a:ea typeface="Helvetica Neue"/>
                <a:cs typeface="Helvetica Neue"/>
              </a:defRPr>
            </a:lvl3pPr>
            <a:lvl4pPr algn="l">
              <a:buNone/>
              <a:defRPr sz="1350" b="0">
                <a:solidFill>
                  <a:srgbClr val="63788A"/>
                </a:solidFill>
                <a:latin typeface="Helvetica Neue"/>
                <a:ea typeface="Helvetica Neue"/>
                <a:cs typeface="Helvetica Neue"/>
              </a:defRPr>
            </a:lvl4pPr>
            <a:lvl5pPr algn="l">
              <a:buNone/>
              <a:defRPr sz="1350" b="0">
                <a:solidFill>
                  <a:srgbClr val="63788A"/>
                </a:solidFill>
                <a:latin typeface="Helvetica Neue"/>
                <a:ea typeface="Helvetica Neue"/>
                <a:cs typeface="Helvetica Neue"/>
              </a:defRPr>
            </a:lvl5pPr>
            <a:lvl6pPr algn="l">
              <a:buNone/>
              <a:defRPr sz="1350" b="0">
                <a:solidFill>
                  <a:srgbClr val="63788A"/>
                </a:solidFill>
                <a:latin typeface="Helvetica Neue"/>
                <a:ea typeface="Helvetica Neue"/>
                <a:cs typeface="Helvetica Neue"/>
              </a:defRPr>
            </a:lvl6pPr>
            <a:lvl7pPr algn="l">
              <a:buNone/>
              <a:defRPr sz="1350" b="0">
                <a:solidFill>
                  <a:srgbClr val="63788A"/>
                </a:solidFill>
                <a:latin typeface="Helvetica Neue"/>
                <a:ea typeface="Helvetica Neue"/>
                <a:cs typeface="Helvetica Neue"/>
              </a:defRPr>
            </a:lvl7pPr>
            <a:lvl8pPr algn="l">
              <a:buNone/>
              <a:defRPr sz="1350" b="0">
                <a:solidFill>
                  <a:srgbClr val="63788A"/>
                </a:solidFill>
                <a:latin typeface="Helvetica Neue"/>
                <a:ea typeface="Helvetica Neue"/>
                <a:cs typeface="Helvetica Neue"/>
              </a:defRPr>
            </a:lvl8pPr>
            <a:lvl9pPr algn="l">
              <a:buNone/>
              <a:defRPr sz="1350" b="0">
                <a:solidFill>
                  <a:srgbClr val="63788A"/>
                </a:solidFill>
                <a:latin typeface="Helvetica Neue"/>
                <a:ea typeface="Helvetica Neue"/>
                <a:cs typeface="Helvetica Neue"/>
              </a:defRPr>
            </a:lvl9pPr>
          </a:lstStyle>
          <a:p xmlns:a="http://schemas.openxmlformats.org/drawingml/2006/main">
            <a:pPr algn="l">
              <a:buNone/>
              <a:defRPr sz="1350" b="0">
                <a:solidFill>
                  <a:srgbClr val="63788A"/>
                </a:solidFill>
                <a:latin typeface="Helvetica Neue"/>
                <a:ea typeface="Helvetica Neue"/>
                <a:cs typeface="Helvetica Neue"/>
              </a:defRPr>
            </a:pPr>
            <a:r>
              <a:rPr sz="1350" b="0">
                <a:solidFill>
                  <a:srgbClr val="63788A"/>
                </a:solidFill>
                <a:latin typeface="Helvetica Neue"/>
                <a:ea typeface="Helvetica Neue"/>
                <a:cs typeface="Helvetica Neue"/>
              </a:rPr>
              <a:t>Keep the floor-code mapping fixed from training through final evaluation.</a:t>
            </a:r>
          </a:p>
        </p:txBody>
      </p:sp>
      <p:sp>
        <p:nvSpPr>
          <p:cNvPr id="4" name="Straight Connector 3">
            <a:extLst xmlns:a="http://schemas.openxmlformats.org/drawingml/2006/main">
              <a:ext uri="{FF2B5EF4-FFF2-40B4-BE49-F238E27FC236}">
                <a16:creationId xmlns:a16="http://schemas.microsoft.com/office/drawing/2014/main" id="{8805B2D8-576E-4058-BB7C-0FE0F72465F4}"/>
              </a:ext>
            </a:extLst>
          </p:cNvPr>
          <p:cNvSpPr>
            <a:spLocks xmlns:a="http://schemas.openxmlformats.org/drawingml/2006/main" noGrp="1"/>
          </p:cNvSpPr>
          <p:nvPr/>
        </p:nvSpPr>
        <p:spPr>
          <a:xfrm xmlns:a="http://schemas.openxmlformats.org/drawingml/2006/main">
            <a:off x="609600" y="6381750"/>
            <a:ext cx="10972800" cy="0"/>
          </a:xfrm>
          <a:prstGeom xmlns:a="http://schemas.openxmlformats.org/drawingml/2006/main" prst="line">
            <a:avLst/>
          </a:prstGeom>
          <a:noFill xmlns:a="http://schemas.openxmlformats.org/drawingml/2006/main"/>
          <a:ln xmlns:a="http://schemas.openxmlformats.org/drawingml/2006/main" w="9525">
            <a:solidFill>
              <a:srgbClr val="CBD5DA"/>
            </a:solidFill>
            <a:prstDash val="solid"/>
          </a:ln>
        </p:spPr>
      </p:sp>
      <p:sp>
        <p:nvSpPr>
          <p:cNvPr id="5" name="Rectangle 4">
            <a:extLst xmlns:a="http://schemas.openxmlformats.org/drawingml/2006/main">
              <a:ext uri="{FF2B5EF4-FFF2-40B4-BE49-F238E27FC236}">
                <a16:creationId xmlns:a16="http://schemas.microsoft.com/office/drawing/2014/main" id="{97A4D4EE-5B13-43A1-BE04-07B7CC270895}"/>
              </a:ext>
            </a:extLst>
          </p:cNvPr>
          <p:cNvSpPr>
            <a:spLocks xmlns:a="http://schemas.openxmlformats.org/drawingml/2006/main" noGrp="1"/>
          </p:cNvSpPr>
          <p:nvPr/>
        </p:nvSpPr>
        <p:spPr>
          <a:xfrm xmlns:a="http://schemas.openxmlformats.org/drawingml/2006/main">
            <a:off x="609600" y="6477000"/>
            <a:ext cx="109728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a:bodyPr>
          <a:lstStyle xmlns:a="http://schemas.openxmlformats.org/drawingml/2006/main">
            <a:defPPr algn="r">
              <a:defRPr sz="900" b="0">
                <a:solidFill>
                  <a:srgbClr val="63788A"/>
                </a:solidFill>
                <a:latin typeface="Helvetica Neue"/>
                <a:ea typeface="Helvetica Neue"/>
                <a:cs typeface="Helvetica Neue"/>
              </a:defRPr>
            </a:defPPr>
            <a:lvl1pPr algn="r">
              <a:buNone/>
              <a:defRPr sz="900" b="0">
                <a:solidFill>
                  <a:srgbClr val="63788A"/>
                </a:solidFill>
                <a:latin typeface="Helvetica Neue"/>
                <a:ea typeface="Helvetica Neue"/>
                <a:cs typeface="Helvetica Neue"/>
              </a:defRPr>
            </a:lvl1pPr>
            <a:lvl2pPr algn="r">
              <a:buNone/>
              <a:defRPr sz="900" b="0">
                <a:solidFill>
                  <a:srgbClr val="63788A"/>
                </a:solidFill>
                <a:latin typeface="Helvetica Neue"/>
                <a:ea typeface="Helvetica Neue"/>
                <a:cs typeface="Helvetica Neue"/>
              </a:defRPr>
            </a:lvl2pPr>
            <a:lvl3pPr algn="r">
              <a:buNone/>
              <a:defRPr sz="900" b="0">
                <a:solidFill>
                  <a:srgbClr val="63788A"/>
                </a:solidFill>
                <a:latin typeface="Helvetica Neue"/>
                <a:ea typeface="Helvetica Neue"/>
                <a:cs typeface="Helvetica Neue"/>
              </a:defRPr>
            </a:lvl3pPr>
            <a:lvl4pPr algn="r">
              <a:buNone/>
              <a:defRPr sz="900" b="0">
                <a:solidFill>
                  <a:srgbClr val="63788A"/>
                </a:solidFill>
                <a:latin typeface="Helvetica Neue"/>
                <a:ea typeface="Helvetica Neue"/>
                <a:cs typeface="Helvetica Neue"/>
              </a:defRPr>
            </a:lvl4pPr>
            <a:lvl5pPr algn="r">
              <a:buNone/>
              <a:defRPr sz="900" b="0">
                <a:solidFill>
                  <a:srgbClr val="63788A"/>
                </a:solidFill>
                <a:latin typeface="Helvetica Neue"/>
                <a:ea typeface="Helvetica Neue"/>
                <a:cs typeface="Helvetica Neue"/>
              </a:defRPr>
            </a:lvl5pPr>
            <a:lvl6pPr algn="r">
              <a:buNone/>
              <a:defRPr sz="900" b="0">
                <a:solidFill>
                  <a:srgbClr val="63788A"/>
                </a:solidFill>
                <a:latin typeface="Helvetica Neue"/>
                <a:ea typeface="Helvetica Neue"/>
                <a:cs typeface="Helvetica Neue"/>
              </a:defRPr>
            </a:lvl6pPr>
            <a:lvl7pPr algn="r">
              <a:buNone/>
              <a:defRPr sz="900" b="0">
                <a:solidFill>
                  <a:srgbClr val="63788A"/>
                </a:solidFill>
                <a:latin typeface="Helvetica Neue"/>
                <a:ea typeface="Helvetica Neue"/>
                <a:cs typeface="Helvetica Neue"/>
              </a:defRPr>
            </a:lvl7pPr>
            <a:lvl8pPr algn="r">
              <a:buNone/>
              <a:defRPr sz="900" b="0">
                <a:solidFill>
                  <a:srgbClr val="63788A"/>
                </a:solidFill>
                <a:latin typeface="Helvetica Neue"/>
                <a:ea typeface="Helvetica Neue"/>
                <a:cs typeface="Helvetica Neue"/>
              </a:defRPr>
            </a:lvl8pPr>
            <a:lvl9pPr algn="r">
              <a:buNone/>
              <a:defRPr sz="900" b="0">
                <a:solidFill>
                  <a:srgbClr val="63788A"/>
                </a:solidFill>
                <a:latin typeface="Helvetica Neue"/>
                <a:ea typeface="Helvetica Neue"/>
                <a:cs typeface="Helvetica Neue"/>
              </a:defRPr>
            </a:lvl9pPr>
          </a:lstStyle>
          <a:p xmlns:a="http://schemas.openxmlformats.org/drawingml/2006/main">
            <a:pPr algn="r">
              <a:buNone/>
              <a:defRPr sz="900" b="0">
                <a:solidFill>
                  <a:srgbClr val="63788A"/>
                </a:solidFill>
                <a:latin typeface="Helvetica Neue"/>
                <a:ea typeface="Helvetica Neue"/>
                <a:cs typeface="Helvetica Neue"/>
              </a:defRPr>
            </a:pPr>
            <a:r>
              <a:rPr sz="900" b="0">
                <a:solidFill>
                  <a:srgbClr val="63788A"/>
                </a:solidFill>
                <a:latin typeface="Helvetica Neue"/>
                <a:ea typeface="Helvetica Neue"/>
                <a:cs typeface="Helvetica Neue"/>
              </a:rPr>
              <a:t>PROJECT 9  •  AML VIVA  •  10</a:t>
            </a:r>
          </a:p>
        </p:txBody>
      </p:sp>
      <p:sp>
        <p:nvSpPr>
          <p:cNvPr id="6" name="Rounded Rectangle 5">
            <a:extLst xmlns:a="http://schemas.openxmlformats.org/drawingml/2006/main">
              <a:ext uri="{FF2B5EF4-FFF2-40B4-BE49-F238E27FC236}">
                <a16:creationId xmlns:a16="http://schemas.microsoft.com/office/drawing/2014/main" id="{38E12D1B-08D8-4299-9B7D-2EF7E6AD549E}"/>
              </a:ext>
            </a:extLst>
          </p:cNvPr>
          <p:cNvSpPr>
            <a:spLocks xmlns:a="http://schemas.openxmlformats.org/drawingml/2006/main" noGrp="1"/>
          </p:cNvSpPr>
          <p:nvPr/>
        </p:nvSpPr>
        <p:spPr>
          <a:xfrm xmlns:a="http://schemas.openxmlformats.org/drawingml/2006/main">
            <a:off x="590550" y="2019300"/>
            <a:ext cx="2209800" cy="1524000"/>
          </a:xfrm>
          <a:prstGeom xmlns:a="http://schemas.openxmlformats.org/drawingml/2006/main" prst="roundRect">
            <a:avLst>
              <a:gd name="adj" fmla="val 5000"/>
            </a:avLst>
          </a:prstGeom>
          <a:solidFill xmlns:a="http://schemas.openxmlformats.org/drawingml/2006/main">
            <a:srgbClr val="E8EFF4"/>
          </a:solidFill>
          <a:ln xmlns:a="http://schemas.openxmlformats.org/drawingml/2006/main" w="9525">
            <a:solidFill>
              <a:srgbClr val="CBD5DA"/>
            </a:solidFill>
            <a:prstDash val="solid"/>
          </a:ln>
        </p:spPr>
      </p:sp>
      <p:sp>
        <p:nvSpPr>
          <p:cNvPr id="7" name="Rectangle 6">
            <a:extLst xmlns:a="http://schemas.openxmlformats.org/drawingml/2006/main">
              <a:ext uri="{FF2B5EF4-FFF2-40B4-BE49-F238E27FC236}">
                <a16:creationId xmlns:a16="http://schemas.microsoft.com/office/drawing/2014/main" id="{5AFF790B-21BD-4675-B5DC-71E253FD7327}"/>
              </a:ext>
            </a:extLst>
          </p:cNvPr>
          <p:cNvSpPr>
            <a:spLocks xmlns:a="http://schemas.openxmlformats.org/drawingml/2006/main" noGrp="1"/>
          </p:cNvSpPr>
          <p:nvPr/>
        </p:nvSpPr>
        <p:spPr>
          <a:xfrm xmlns:a="http://schemas.openxmlformats.org/drawingml/2006/main">
            <a:off x="704850" y="2133600"/>
            <a:ext cx="1981200" cy="3333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a:bodyPr>
          <a:lstStyle xmlns:a="http://schemas.openxmlformats.org/drawingml/2006/main">
            <a:defPPr algn="ctr">
              <a:defRPr sz="1500" b="1">
                <a:solidFill>
                  <a:srgbClr val="243A50"/>
                </a:solidFill>
                <a:latin typeface="Helvetica Neue"/>
                <a:ea typeface="Helvetica Neue"/>
                <a:cs typeface="Helvetica Neue"/>
              </a:defRPr>
            </a:defPPr>
            <a:lvl1pPr algn="ctr">
              <a:buNone/>
              <a:defRPr sz="1500" b="1">
                <a:solidFill>
                  <a:srgbClr val="243A50"/>
                </a:solidFill>
                <a:latin typeface="Helvetica Neue"/>
                <a:ea typeface="Helvetica Neue"/>
                <a:cs typeface="Helvetica Neue"/>
              </a:defRPr>
            </a:lvl1pPr>
            <a:lvl2pPr algn="ctr">
              <a:buNone/>
              <a:defRPr sz="1500" b="1">
                <a:solidFill>
                  <a:srgbClr val="243A50"/>
                </a:solidFill>
                <a:latin typeface="Helvetica Neue"/>
                <a:ea typeface="Helvetica Neue"/>
                <a:cs typeface="Helvetica Neue"/>
              </a:defRPr>
            </a:lvl2pPr>
            <a:lvl3pPr algn="ctr">
              <a:buNone/>
              <a:defRPr sz="1500" b="1">
                <a:solidFill>
                  <a:srgbClr val="243A50"/>
                </a:solidFill>
                <a:latin typeface="Helvetica Neue"/>
                <a:ea typeface="Helvetica Neue"/>
                <a:cs typeface="Helvetica Neue"/>
              </a:defRPr>
            </a:lvl3pPr>
            <a:lvl4pPr algn="ctr">
              <a:buNone/>
              <a:defRPr sz="1500" b="1">
                <a:solidFill>
                  <a:srgbClr val="243A50"/>
                </a:solidFill>
                <a:latin typeface="Helvetica Neue"/>
                <a:ea typeface="Helvetica Neue"/>
                <a:cs typeface="Helvetica Neue"/>
              </a:defRPr>
            </a:lvl4pPr>
            <a:lvl5pPr algn="ctr">
              <a:buNone/>
              <a:defRPr sz="1500" b="1">
                <a:solidFill>
                  <a:srgbClr val="243A50"/>
                </a:solidFill>
                <a:latin typeface="Helvetica Neue"/>
                <a:ea typeface="Helvetica Neue"/>
                <a:cs typeface="Helvetica Neue"/>
              </a:defRPr>
            </a:lvl5pPr>
            <a:lvl6pPr algn="ctr">
              <a:buNone/>
              <a:defRPr sz="1500" b="1">
                <a:solidFill>
                  <a:srgbClr val="243A50"/>
                </a:solidFill>
                <a:latin typeface="Helvetica Neue"/>
                <a:ea typeface="Helvetica Neue"/>
                <a:cs typeface="Helvetica Neue"/>
              </a:defRPr>
            </a:lvl6pPr>
            <a:lvl7pPr algn="ctr">
              <a:buNone/>
              <a:defRPr sz="1500" b="1">
                <a:solidFill>
                  <a:srgbClr val="243A50"/>
                </a:solidFill>
                <a:latin typeface="Helvetica Neue"/>
                <a:ea typeface="Helvetica Neue"/>
                <a:cs typeface="Helvetica Neue"/>
              </a:defRPr>
            </a:lvl7pPr>
            <a:lvl8pPr algn="ctr">
              <a:buNone/>
              <a:defRPr sz="1500" b="1">
                <a:solidFill>
                  <a:srgbClr val="243A50"/>
                </a:solidFill>
                <a:latin typeface="Helvetica Neue"/>
                <a:ea typeface="Helvetica Neue"/>
                <a:cs typeface="Helvetica Neue"/>
              </a:defRPr>
            </a:lvl8pPr>
            <a:lvl9pPr algn="ctr">
              <a:buNone/>
              <a:defRPr sz="1500" b="1">
                <a:solidFill>
                  <a:srgbClr val="243A50"/>
                </a:solidFill>
                <a:latin typeface="Helvetica Neue"/>
                <a:ea typeface="Helvetica Neue"/>
                <a:cs typeface="Helvetica Neue"/>
              </a:defRPr>
            </a:lvl9pPr>
          </a:lstStyle>
          <a:p xmlns:a="http://schemas.openxmlformats.org/drawingml/2006/main">
            <a:pPr algn="ctr">
              <a:buNone/>
              <a:defRPr sz="1500" b="1">
                <a:solidFill>
                  <a:srgbClr val="243A50"/>
                </a:solidFill>
                <a:latin typeface="Helvetica Neue"/>
                <a:ea typeface="Helvetica Neue"/>
                <a:cs typeface="Helvetica Neue"/>
              </a:defRPr>
            </a:pPr>
            <a:r>
              <a:rPr sz="1500" b="1">
                <a:solidFill>
                  <a:srgbClr val="243A50"/>
                </a:solidFill>
                <a:latin typeface="Helvetica Neue"/>
                <a:ea typeface="Helvetica Neue"/>
                <a:cs typeface="Helvetica Neue"/>
              </a:rPr>
              <a:t>Encode labels</a:t>
            </a:r>
          </a:p>
        </p:txBody>
      </p:sp>
      <p:sp>
        <p:nvSpPr>
          <p:cNvPr id="8" name="Rectangle 7">
            <a:extLst xmlns:a="http://schemas.openxmlformats.org/drawingml/2006/main">
              <a:ext uri="{FF2B5EF4-FFF2-40B4-BE49-F238E27FC236}">
                <a16:creationId xmlns:a16="http://schemas.microsoft.com/office/drawing/2014/main" id="{267A15F6-1D35-4485-BD54-9BC26F4B1CB9}"/>
              </a:ext>
            </a:extLst>
          </p:cNvPr>
          <p:cNvSpPr>
            <a:spLocks xmlns:a="http://schemas.openxmlformats.org/drawingml/2006/main" noGrp="1"/>
          </p:cNvSpPr>
          <p:nvPr/>
        </p:nvSpPr>
        <p:spPr>
          <a:xfrm xmlns:a="http://schemas.openxmlformats.org/drawingml/2006/main">
            <a:off x="723900" y="2533650"/>
            <a:ext cx="1943100" cy="914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a:bodyPr>
          <a:lstStyle xmlns:a="http://schemas.openxmlformats.org/drawingml/2006/main">
            <a:defPPr algn="ctr">
              <a:defRPr sz="1200" b="0">
                <a:solidFill>
                  <a:srgbClr val="33485D"/>
                </a:solidFill>
                <a:latin typeface="Helvetica Neue"/>
                <a:ea typeface="Helvetica Neue"/>
                <a:cs typeface="Helvetica Neue"/>
              </a:defRPr>
            </a:defPPr>
            <a:lvl1pPr algn="ctr">
              <a:buNone/>
              <a:defRPr sz="1200" b="0">
                <a:solidFill>
                  <a:srgbClr val="33485D"/>
                </a:solidFill>
                <a:latin typeface="Helvetica Neue"/>
                <a:ea typeface="Helvetica Neue"/>
                <a:cs typeface="Helvetica Neue"/>
              </a:defRPr>
            </a:lvl1pPr>
            <a:lvl2pPr algn="ctr">
              <a:buNone/>
              <a:defRPr sz="1200" b="0">
                <a:solidFill>
                  <a:srgbClr val="33485D"/>
                </a:solidFill>
                <a:latin typeface="Helvetica Neue"/>
                <a:ea typeface="Helvetica Neue"/>
                <a:cs typeface="Helvetica Neue"/>
              </a:defRPr>
            </a:lvl2pPr>
            <a:lvl3pPr algn="ctr">
              <a:buNone/>
              <a:defRPr sz="1200" b="0">
                <a:solidFill>
                  <a:srgbClr val="33485D"/>
                </a:solidFill>
                <a:latin typeface="Helvetica Neue"/>
                <a:ea typeface="Helvetica Neue"/>
                <a:cs typeface="Helvetica Neue"/>
              </a:defRPr>
            </a:lvl3pPr>
            <a:lvl4pPr algn="ctr">
              <a:buNone/>
              <a:defRPr sz="1200" b="0">
                <a:solidFill>
                  <a:srgbClr val="33485D"/>
                </a:solidFill>
                <a:latin typeface="Helvetica Neue"/>
                <a:ea typeface="Helvetica Neue"/>
                <a:cs typeface="Helvetica Neue"/>
              </a:defRPr>
            </a:lvl4pPr>
            <a:lvl5pPr algn="ctr">
              <a:buNone/>
              <a:defRPr sz="1200" b="0">
                <a:solidFill>
                  <a:srgbClr val="33485D"/>
                </a:solidFill>
                <a:latin typeface="Helvetica Neue"/>
                <a:ea typeface="Helvetica Neue"/>
                <a:cs typeface="Helvetica Neue"/>
              </a:defRPr>
            </a:lvl5pPr>
            <a:lvl6pPr algn="ctr">
              <a:buNone/>
              <a:defRPr sz="1200" b="0">
                <a:solidFill>
                  <a:srgbClr val="33485D"/>
                </a:solidFill>
                <a:latin typeface="Helvetica Neue"/>
                <a:ea typeface="Helvetica Neue"/>
                <a:cs typeface="Helvetica Neue"/>
              </a:defRPr>
            </a:lvl6pPr>
            <a:lvl7pPr algn="ctr">
              <a:buNone/>
              <a:defRPr sz="1200" b="0">
                <a:solidFill>
                  <a:srgbClr val="33485D"/>
                </a:solidFill>
                <a:latin typeface="Helvetica Neue"/>
                <a:ea typeface="Helvetica Neue"/>
                <a:cs typeface="Helvetica Neue"/>
              </a:defRPr>
            </a:lvl7pPr>
            <a:lvl8pPr algn="ctr">
              <a:buNone/>
              <a:defRPr sz="1200" b="0">
                <a:solidFill>
                  <a:srgbClr val="33485D"/>
                </a:solidFill>
                <a:latin typeface="Helvetica Neue"/>
                <a:ea typeface="Helvetica Neue"/>
                <a:cs typeface="Helvetica Neue"/>
              </a:defRPr>
            </a:lvl8pPr>
            <a:lvl9pPr algn="ctr">
              <a:buNone/>
              <a:defRPr sz="1200" b="0">
                <a:solidFill>
                  <a:srgbClr val="33485D"/>
                </a:solidFill>
                <a:latin typeface="Helvetica Neue"/>
                <a:ea typeface="Helvetica Neue"/>
                <a:cs typeface="Helvetica Neue"/>
              </a:defRPr>
            </a:lvl9pPr>
          </a:lstStyle>
          <a:p xmlns:a="http://schemas.openxmlformats.org/drawingml/2006/main">
            <a:pPr algn="ctr">
              <a:buNone/>
              <a:defRPr sz="1200" b="0">
                <a:solidFill>
                  <a:srgbClr val="33485D"/>
                </a:solidFill>
                <a:latin typeface="Helvetica Neue"/>
                <a:ea typeface="Helvetica Neue"/>
                <a:cs typeface="Helvetica Neue"/>
              </a:defRPr>
            </a:pPr>
            <a:r>
              <a:rPr sz="1200" b="0">
                <a:solidFill>
                  <a:srgbClr val="33485D"/>
                </a:solidFill>
                <a:latin typeface="Helvetica Neue"/>
                <a:ea typeface="Helvetica Neue"/>
                <a:cs typeface="Helvetica Neue"/>
              </a:rPr>
              <a:t>derive floor-code map</a:t>
            </a:r>
          </a:p>
          <a:p xmlns:a="http://schemas.openxmlformats.org/drawingml/2006/main">
            <a:pPr algn="ctr">
              <a:buNone/>
              <a:defRPr sz="1200" b="0">
                <a:solidFill>
                  <a:srgbClr val="33485D"/>
                </a:solidFill>
                <a:latin typeface="Helvetica Neue"/>
                <a:ea typeface="Helvetica Neue"/>
                <a:cs typeface="Helvetica Neue"/>
              </a:defRPr>
            </a:pPr>
            <a:r>
              <a:rPr sz="1200" b="0">
                <a:solidFill>
                  <a:srgbClr val="33485D"/>
                </a:solidFill>
                <a:latin typeface="Helvetica Neue"/>
                <a:ea typeface="Helvetica Neue"/>
                <a:cs typeface="Helvetica Neue"/>
              </a:rPr>
              <a:t>from training labels</a:t>
            </a:r>
          </a:p>
        </p:txBody>
      </p:sp>
      <p:sp>
        <p:nvSpPr>
          <p:cNvPr id="9" name="Right Arrow 8">
            <a:extLst xmlns:a="http://schemas.openxmlformats.org/drawingml/2006/main">
              <a:ext uri="{FF2B5EF4-FFF2-40B4-BE49-F238E27FC236}">
                <a16:creationId xmlns:a16="http://schemas.microsoft.com/office/drawing/2014/main" id="{F422F9FE-ABAC-4ADE-9736-BE36DD07B4A3}"/>
              </a:ext>
            </a:extLst>
          </p:cNvPr>
          <p:cNvSpPr>
            <a:spLocks xmlns:a="http://schemas.openxmlformats.org/drawingml/2006/main" noGrp="1"/>
          </p:cNvSpPr>
          <p:nvPr/>
        </p:nvSpPr>
        <p:spPr>
          <a:xfrm xmlns:a="http://schemas.openxmlformats.org/drawingml/2006/main">
            <a:off x="2924175" y="2695575"/>
            <a:ext cx="361950" cy="152400"/>
          </a:xfrm>
          <a:prstGeom xmlns:a="http://schemas.openxmlformats.org/drawingml/2006/main" prst="rightArrow">
            <a:avLst/>
          </a:prstGeom>
          <a:solidFill xmlns:a="http://schemas.openxmlformats.org/drawingml/2006/main">
            <a:srgbClr val="64877F"/>
          </a:solidFill>
          <a:ln xmlns:a="http://schemas.openxmlformats.org/drawingml/2006/main" w="0">
            <a:noFill/>
            <a:prstDash val="solid"/>
          </a:ln>
        </p:spPr>
      </p:sp>
      <p:sp>
        <p:nvSpPr>
          <p:cNvPr id="10" name="Rounded Rectangle 9">
            <a:extLst xmlns:a="http://schemas.openxmlformats.org/drawingml/2006/main">
              <a:ext uri="{FF2B5EF4-FFF2-40B4-BE49-F238E27FC236}">
                <a16:creationId xmlns:a16="http://schemas.microsoft.com/office/drawing/2014/main" id="{69023AC5-10B4-42DA-81AB-0B10082067B5}"/>
              </a:ext>
            </a:extLst>
          </p:cNvPr>
          <p:cNvSpPr>
            <a:spLocks xmlns:a="http://schemas.openxmlformats.org/drawingml/2006/main" noGrp="1"/>
          </p:cNvSpPr>
          <p:nvPr/>
        </p:nvSpPr>
        <p:spPr>
          <a:xfrm xmlns:a="http://schemas.openxmlformats.org/drawingml/2006/main">
            <a:off x="3419475" y="2019300"/>
            <a:ext cx="2209800" cy="1524000"/>
          </a:xfrm>
          <a:prstGeom xmlns:a="http://schemas.openxmlformats.org/drawingml/2006/main" prst="roundRect">
            <a:avLst>
              <a:gd name="adj" fmla="val 5000"/>
            </a:avLst>
          </a:prstGeom>
          <a:solidFill xmlns:a="http://schemas.openxmlformats.org/drawingml/2006/main">
            <a:srgbClr val="F1E9DB"/>
          </a:solidFill>
          <a:ln xmlns:a="http://schemas.openxmlformats.org/drawingml/2006/main" w="9525">
            <a:solidFill>
              <a:srgbClr val="CBD5DA"/>
            </a:solidFill>
            <a:prstDash val="solid"/>
          </a:ln>
        </p:spPr>
      </p:sp>
      <p:sp>
        <p:nvSpPr>
          <p:cNvPr id="11" name="Rectangle 10">
            <a:extLst xmlns:a="http://schemas.openxmlformats.org/drawingml/2006/main">
              <a:ext uri="{FF2B5EF4-FFF2-40B4-BE49-F238E27FC236}">
                <a16:creationId xmlns:a16="http://schemas.microsoft.com/office/drawing/2014/main" id="{CFEF0BED-D67A-40FB-8DF4-7A28E03A0F97}"/>
              </a:ext>
            </a:extLst>
          </p:cNvPr>
          <p:cNvSpPr>
            <a:spLocks xmlns:a="http://schemas.openxmlformats.org/drawingml/2006/main" noGrp="1"/>
          </p:cNvSpPr>
          <p:nvPr/>
        </p:nvSpPr>
        <p:spPr>
          <a:xfrm xmlns:a="http://schemas.openxmlformats.org/drawingml/2006/main">
            <a:off x="3533775" y="2133600"/>
            <a:ext cx="1981200" cy="3333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a:bodyPr>
          <a:lstStyle xmlns:a="http://schemas.openxmlformats.org/drawingml/2006/main">
            <a:defPPr algn="ctr">
              <a:defRPr sz="1500" b="1">
                <a:solidFill>
                  <a:srgbClr val="243A50"/>
                </a:solidFill>
                <a:latin typeface="Helvetica Neue"/>
                <a:ea typeface="Helvetica Neue"/>
                <a:cs typeface="Helvetica Neue"/>
              </a:defRPr>
            </a:defPPr>
            <a:lvl1pPr algn="ctr">
              <a:buNone/>
              <a:defRPr sz="1500" b="1">
                <a:solidFill>
                  <a:srgbClr val="243A50"/>
                </a:solidFill>
                <a:latin typeface="Helvetica Neue"/>
                <a:ea typeface="Helvetica Neue"/>
                <a:cs typeface="Helvetica Neue"/>
              </a:defRPr>
            </a:lvl1pPr>
            <a:lvl2pPr algn="ctr">
              <a:buNone/>
              <a:defRPr sz="1500" b="1">
                <a:solidFill>
                  <a:srgbClr val="243A50"/>
                </a:solidFill>
                <a:latin typeface="Helvetica Neue"/>
                <a:ea typeface="Helvetica Neue"/>
                <a:cs typeface="Helvetica Neue"/>
              </a:defRPr>
            </a:lvl2pPr>
            <a:lvl3pPr algn="ctr">
              <a:buNone/>
              <a:defRPr sz="1500" b="1">
                <a:solidFill>
                  <a:srgbClr val="243A50"/>
                </a:solidFill>
                <a:latin typeface="Helvetica Neue"/>
                <a:ea typeface="Helvetica Neue"/>
                <a:cs typeface="Helvetica Neue"/>
              </a:defRPr>
            </a:lvl3pPr>
            <a:lvl4pPr algn="ctr">
              <a:buNone/>
              <a:defRPr sz="1500" b="1">
                <a:solidFill>
                  <a:srgbClr val="243A50"/>
                </a:solidFill>
                <a:latin typeface="Helvetica Neue"/>
                <a:ea typeface="Helvetica Neue"/>
                <a:cs typeface="Helvetica Neue"/>
              </a:defRPr>
            </a:lvl4pPr>
            <a:lvl5pPr algn="ctr">
              <a:buNone/>
              <a:defRPr sz="1500" b="1">
                <a:solidFill>
                  <a:srgbClr val="243A50"/>
                </a:solidFill>
                <a:latin typeface="Helvetica Neue"/>
                <a:ea typeface="Helvetica Neue"/>
                <a:cs typeface="Helvetica Neue"/>
              </a:defRPr>
            </a:lvl5pPr>
            <a:lvl6pPr algn="ctr">
              <a:buNone/>
              <a:defRPr sz="1500" b="1">
                <a:solidFill>
                  <a:srgbClr val="243A50"/>
                </a:solidFill>
                <a:latin typeface="Helvetica Neue"/>
                <a:ea typeface="Helvetica Neue"/>
                <a:cs typeface="Helvetica Neue"/>
              </a:defRPr>
            </a:lvl6pPr>
            <a:lvl7pPr algn="ctr">
              <a:buNone/>
              <a:defRPr sz="1500" b="1">
                <a:solidFill>
                  <a:srgbClr val="243A50"/>
                </a:solidFill>
                <a:latin typeface="Helvetica Neue"/>
                <a:ea typeface="Helvetica Neue"/>
                <a:cs typeface="Helvetica Neue"/>
              </a:defRPr>
            </a:lvl7pPr>
            <a:lvl8pPr algn="ctr">
              <a:buNone/>
              <a:defRPr sz="1500" b="1">
                <a:solidFill>
                  <a:srgbClr val="243A50"/>
                </a:solidFill>
                <a:latin typeface="Helvetica Neue"/>
                <a:ea typeface="Helvetica Neue"/>
                <a:cs typeface="Helvetica Neue"/>
              </a:defRPr>
            </a:lvl8pPr>
            <a:lvl9pPr algn="ctr">
              <a:buNone/>
              <a:defRPr sz="1500" b="1">
                <a:solidFill>
                  <a:srgbClr val="243A50"/>
                </a:solidFill>
                <a:latin typeface="Helvetica Neue"/>
                <a:ea typeface="Helvetica Neue"/>
                <a:cs typeface="Helvetica Neue"/>
              </a:defRPr>
            </a:lvl9pPr>
          </a:lstStyle>
          <a:p xmlns:a="http://schemas.openxmlformats.org/drawingml/2006/main">
            <a:pPr algn="ctr">
              <a:buNone/>
              <a:defRPr sz="1500" b="1">
                <a:solidFill>
                  <a:srgbClr val="243A50"/>
                </a:solidFill>
                <a:latin typeface="Helvetica Neue"/>
                <a:ea typeface="Helvetica Neue"/>
                <a:cs typeface="Helvetica Neue"/>
              </a:defRPr>
            </a:pPr>
            <a:r>
              <a:rPr sz="1500" b="1">
                <a:solidFill>
                  <a:srgbClr val="243A50"/>
                </a:solidFill>
                <a:latin typeface="Helvetica Neue"/>
                <a:ea typeface="Helvetica Neue"/>
                <a:cs typeface="Helvetica Neue"/>
              </a:rPr>
              <a:t>Address imbalance</a:t>
            </a:r>
          </a:p>
        </p:txBody>
      </p:sp>
      <p:sp>
        <p:nvSpPr>
          <p:cNvPr id="12" name="Rectangle 11">
            <a:extLst xmlns:a="http://schemas.openxmlformats.org/drawingml/2006/main">
              <a:ext uri="{FF2B5EF4-FFF2-40B4-BE49-F238E27FC236}">
                <a16:creationId xmlns:a16="http://schemas.microsoft.com/office/drawing/2014/main" id="{2D2C0FC0-6EFD-4952-AA8F-1D4EDCFE887F}"/>
              </a:ext>
            </a:extLst>
          </p:cNvPr>
          <p:cNvSpPr>
            <a:spLocks xmlns:a="http://schemas.openxmlformats.org/drawingml/2006/main" noGrp="1"/>
          </p:cNvSpPr>
          <p:nvPr/>
        </p:nvSpPr>
        <p:spPr>
          <a:xfrm xmlns:a="http://schemas.openxmlformats.org/drawingml/2006/main">
            <a:off x="3552825" y="2533650"/>
            <a:ext cx="1943100" cy="914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a:bodyPr>
          <a:lstStyle xmlns:a="http://schemas.openxmlformats.org/drawingml/2006/main">
            <a:defPPr algn="ctr">
              <a:defRPr sz="1200" b="0">
                <a:solidFill>
                  <a:srgbClr val="33485D"/>
                </a:solidFill>
                <a:latin typeface="Helvetica Neue"/>
                <a:ea typeface="Helvetica Neue"/>
                <a:cs typeface="Helvetica Neue"/>
              </a:defRPr>
            </a:defPPr>
            <a:lvl1pPr algn="ctr">
              <a:buNone/>
              <a:defRPr sz="1200" b="0">
                <a:solidFill>
                  <a:srgbClr val="33485D"/>
                </a:solidFill>
                <a:latin typeface="Helvetica Neue"/>
                <a:ea typeface="Helvetica Neue"/>
                <a:cs typeface="Helvetica Neue"/>
              </a:defRPr>
            </a:lvl1pPr>
            <a:lvl2pPr algn="ctr">
              <a:buNone/>
              <a:defRPr sz="1200" b="0">
                <a:solidFill>
                  <a:srgbClr val="33485D"/>
                </a:solidFill>
                <a:latin typeface="Helvetica Neue"/>
                <a:ea typeface="Helvetica Neue"/>
                <a:cs typeface="Helvetica Neue"/>
              </a:defRPr>
            </a:lvl2pPr>
            <a:lvl3pPr algn="ctr">
              <a:buNone/>
              <a:defRPr sz="1200" b="0">
                <a:solidFill>
                  <a:srgbClr val="33485D"/>
                </a:solidFill>
                <a:latin typeface="Helvetica Neue"/>
                <a:ea typeface="Helvetica Neue"/>
                <a:cs typeface="Helvetica Neue"/>
              </a:defRPr>
            </a:lvl3pPr>
            <a:lvl4pPr algn="ctr">
              <a:buNone/>
              <a:defRPr sz="1200" b="0">
                <a:solidFill>
                  <a:srgbClr val="33485D"/>
                </a:solidFill>
                <a:latin typeface="Helvetica Neue"/>
                <a:ea typeface="Helvetica Neue"/>
                <a:cs typeface="Helvetica Neue"/>
              </a:defRPr>
            </a:lvl4pPr>
            <a:lvl5pPr algn="ctr">
              <a:buNone/>
              <a:defRPr sz="1200" b="0">
                <a:solidFill>
                  <a:srgbClr val="33485D"/>
                </a:solidFill>
                <a:latin typeface="Helvetica Neue"/>
                <a:ea typeface="Helvetica Neue"/>
                <a:cs typeface="Helvetica Neue"/>
              </a:defRPr>
            </a:lvl5pPr>
            <a:lvl6pPr algn="ctr">
              <a:buNone/>
              <a:defRPr sz="1200" b="0">
                <a:solidFill>
                  <a:srgbClr val="33485D"/>
                </a:solidFill>
                <a:latin typeface="Helvetica Neue"/>
                <a:ea typeface="Helvetica Neue"/>
                <a:cs typeface="Helvetica Neue"/>
              </a:defRPr>
            </a:lvl6pPr>
            <a:lvl7pPr algn="ctr">
              <a:buNone/>
              <a:defRPr sz="1200" b="0">
                <a:solidFill>
                  <a:srgbClr val="33485D"/>
                </a:solidFill>
                <a:latin typeface="Helvetica Neue"/>
                <a:ea typeface="Helvetica Neue"/>
                <a:cs typeface="Helvetica Neue"/>
              </a:defRPr>
            </a:lvl7pPr>
            <a:lvl8pPr algn="ctr">
              <a:buNone/>
              <a:defRPr sz="1200" b="0">
                <a:solidFill>
                  <a:srgbClr val="33485D"/>
                </a:solidFill>
                <a:latin typeface="Helvetica Neue"/>
                <a:ea typeface="Helvetica Neue"/>
                <a:cs typeface="Helvetica Neue"/>
              </a:defRPr>
            </a:lvl8pPr>
            <a:lvl9pPr algn="ctr">
              <a:buNone/>
              <a:defRPr sz="1200" b="0">
                <a:solidFill>
                  <a:srgbClr val="33485D"/>
                </a:solidFill>
                <a:latin typeface="Helvetica Neue"/>
                <a:ea typeface="Helvetica Neue"/>
                <a:cs typeface="Helvetica Neue"/>
              </a:defRPr>
            </a:lvl9pPr>
          </a:lstStyle>
          <a:p xmlns:a="http://schemas.openxmlformats.org/drawingml/2006/main">
            <a:pPr algn="ctr">
              <a:buNone/>
              <a:defRPr sz="1200" b="0">
                <a:solidFill>
                  <a:srgbClr val="33485D"/>
                </a:solidFill>
                <a:latin typeface="Helvetica Neue"/>
                <a:ea typeface="Helvetica Neue"/>
                <a:cs typeface="Helvetica Neue"/>
              </a:defRPr>
            </a:pPr>
            <a:r>
              <a:rPr sz="1200" b="0">
                <a:solidFill>
                  <a:srgbClr val="33485D"/>
                </a:solidFill>
                <a:latin typeface="Helvetica Neue"/>
                <a:ea typeface="Helvetica Neue"/>
                <a:cs typeface="Helvetica Neue"/>
              </a:rPr>
              <a:t>class-weighted</a:t>
            </a:r>
          </a:p>
          <a:p xmlns:a="http://schemas.openxmlformats.org/drawingml/2006/main">
            <a:pPr algn="ctr">
              <a:buNone/>
              <a:defRPr sz="1200" b="0">
                <a:solidFill>
                  <a:srgbClr val="33485D"/>
                </a:solidFill>
                <a:latin typeface="Helvetica Neue"/>
                <a:ea typeface="Helvetica Neue"/>
                <a:cs typeface="Helvetica Neue"/>
              </a:defRPr>
            </a:pPr>
            <a:r>
              <a:rPr sz="1200" b="0">
                <a:solidFill>
                  <a:srgbClr val="33485D"/>
                </a:solidFill>
                <a:latin typeface="Helvetica Neue"/>
                <a:ea typeface="Helvetica Neue"/>
                <a:cs typeface="Helvetica Neue"/>
              </a:rPr>
              <a:t>Random Forest</a:t>
            </a:r>
          </a:p>
        </p:txBody>
      </p:sp>
      <p:sp>
        <p:nvSpPr>
          <p:cNvPr id="13" name="Right Arrow 12">
            <a:extLst xmlns:a="http://schemas.openxmlformats.org/drawingml/2006/main">
              <a:ext uri="{FF2B5EF4-FFF2-40B4-BE49-F238E27FC236}">
                <a16:creationId xmlns:a16="http://schemas.microsoft.com/office/drawing/2014/main" id="{53DA0F8A-305C-46B0-8734-9E5332680315}"/>
              </a:ext>
            </a:extLst>
          </p:cNvPr>
          <p:cNvSpPr>
            <a:spLocks xmlns:a="http://schemas.openxmlformats.org/drawingml/2006/main" noGrp="1"/>
          </p:cNvSpPr>
          <p:nvPr/>
        </p:nvSpPr>
        <p:spPr>
          <a:xfrm xmlns:a="http://schemas.openxmlformats.org/drawingml/2006/main">
            <a:off x="5753100" y="2695575"/>
            <a:ext cx="361950" cy="152400"/>
          </a:xfrm>
          <a:prstGeom xmlns:a="http://schemas.openxmlformats.org/drawingml/2006/main" prst="rightArrow">
            <a:avLst/>
          </a:prstGeom>
          <a:solidFill xmlns:a="http://schemas.openxmlformats.org/drawingml/2006/main">
            <a:srgbClr val="64877F"/>
          </a:solidFill>
          <a:ln xmlns:a="http://schemas.openxmlformats.org/drawingml/2006/main" w="0">
            <a:noFill/>
            <a:prstDash val="solid"/>
          </a:ln>
        </p:spPr>
      </p:sp>
      <p:sp>
        <p:nvSpPr>
          <p:cNvPr id="14" name="Rounded Rectangle 13">
            <a:extLst xmlns:a="http://schemas.openxmlformats.org/drawingml/2006/main">
              <a:ext uri="{FF2B5EF4-FFF2-40B4-BE49-F238E27FC236}">
                <a16:creationId xmlns:a16="http://schemas.microsoft.com/office/drawing/2014/main" id="{C9B20C62-CE76-44F4-B36B-4D811A4D9CBD}"/>
              </a:ext>
            </a:extLst>
          </p:cNvPr>
          <p:cNvSpPr>
            <a:spLocks xmlns:a="http://schemas.openxmlformats.org/drawingml/2006/main" noGrp="1"/>
          </p:cNvSpPr>
          <p:nvPr/>
        </p:nvSpPr>
        <p:spPr>
          <a:xfrm xmlns:a="http://schemas.openxmlformats.org/drawingml/2006/main">
            <a:off x="6248400" y="2019300"/>
            <a:ext cx="2209800" cy="1524000"/>
          </a:xfrm>
          <a:prstGeom xmlns:a="http://schemas.openxmlformats.org/drawingml/2006/main" prst="roundRect">
            <a:avLst>
              <a:gd name="adj" fmla="val 5000"/>
            </a:avLst>
          </a:prstGeom>
          <a:solidFill xmlns:a="http://schemas.openxmlformats.org/drawingml/2006/main">
            <a:srgbClr val="C7DBD1"/>
          </a:solidFill>
          <a:ln xmlns:a="http://schemas.openxmlformats.org/drawingml/2006/main" w="9525">
            <a:solidFill>
              <a:srgbClr val="CBD5DA"/>
            </a:solidFill>
            <a:prstDash val="solid"/>
          </a:ln>
        </p:spPr>
      </p:sp>
      <p:sp>
        <p:nvSpPr>
          <p:cNvPr id="15" name="Rectangle 14">
            <a:extLst xmlns:a="http://schemas.openxmlformats.org/drawingml/2006/main">
              <a:ext uri="{FF2B5EF4-FFF2-40B4-BE49-F238E27FC236}">
                <a16:creationId xmlns:a16="http://schemas.microsoft.com/office/drawing/2014/main" id="{EE9494B0-FAF4-4E36-A2A1-780B1F35787E}"/>
              </a:ext>
            </a:extLst>
          </p:cNvPr>
          <p:cNvSpPr>
            <a:spLocks xmlns:a="http://schemas.openxmlformats.org/drawingml/2006/main" noGrp="1"/>
          </p:cNvSpPr>
          <p:nvPr/>
        </p:nvSpPr>
        <p:spPr>
          <a:xfrm xmlns:a="http://schemas.openxmlformats.org/drawingml/2006/main">
            <a:off x="6362700" y="2133600"/>
            <a:ext cx="1981200" cy="3333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a:bodyPr>
          <a:lstStyle xmlns:a="http://schemas.openxmlformats.org/drawingml/2006/main">
            <a:defPPr algn="ctr">
              <a:defRPr sz="1500" b="1">
                <a:solidFill>
                  <a:srgbClr val="243A50"/>
                </a:solidFill>
                <a:latin typeface="Helvetica Neue"/>
                <a:ea typeface="Helvetica Neue"/>
                <a:cs typeface="Helvetica Neue"/>
              </a:defRPr>
            </a:defPPr>
            <a:lvl1pPr algn="ctr">
              <a:buNone/>
              <a:defRPr sz="1500" b="1">
                <a:solidFill>
                  <a:srgbClr val="243A50"/>
                </a:solidFill>
                <a:latin typeface="Helvetica Neue"/>
                <a:ea typeface="Helvetica Neue"/>
                <a:cs typeface="Helvetica Neue"/>
              </a:defRPr>
            </a:lvl1pPr>
            <a:lvl2pPr algn="ctr">
              <a:buNone/>
              <a:defRPr sz="1500" b="1">
                <a:solidFill>
                  <a:srgbClr val="243A50"/>
                </a:solidFill>
                <a:latin typeface="Helvetica Neue"/>
                <a:ea typeface="Helvetica Neue"/>
                <a:cs typeface="Helvetica Neue"/>
              </a:defRPr>
            </a:lvl2pPr>
            <a:lvl3pPr algn="ctr">
              <a:buNone/>
              <a:defRPr sz="1500" b="1">
                <a:solidFill>
                  <a:srgbClr val="243A50"/>
                </a:solidFill>
                <a:latin typeface="Helvetica Neue"/>
                <a:ea typeface="Helvetica Neue"/>
                <a:cs typeface="Helvetica Neue"/>
              </a:defRPr>
            </a:lvl3pPr>
            <a:lvl4pPr algn="ctr">
              <a:buNone/>
              <a:defRPr sz="1500" b="1">
                <a:solidFill>
                  <a:srgbClr val="243A50"/>
                </a:solidFill>
                <a:latin typeface="Helvetica Neue"/>
                <a:ea typeface="Helvetica Neue"/>
                <a:cs typeface="Helvetica Neue"/>
              </a:defRPr>
            </a:lvl4pPr>
            <a:lvl5pPr algn="ctr">
              <a:buNone/>
              <a:defRPr sz="1500" b="1">
                <a:solidFill>
                  <a:srgbClr val="243A50"/>
                </a:solidFill>
                <a:latin typeface="Helvetica Neue"/>
                <a:ea typeface="Helvetica Neue"/>
                <a:cs typeface="Helvetica Neue"/>
              </a:defRPr>
            </a:lvl5pPr>
            <a:lvl6pPr algn="ctr">
              <a:buNone/>
              <a:defRPr sz="1500" b="1">
                <a:solidFill>
                  <a:srgbClr val="243A50"/>
                </a:solidFill>
                <a:latin typeface="Helvetica Neue"/>
                <a:ea typeface="Helvetica Neue"/>
                <a:cs typeface="Helvetica Neue"/>
              </a:defRPr>
            </a:lvl6pPr>
            <a:lvl7pPr algn="ctr">
              <a:buNone/>
              <a:defRPr sz="1500" b="1">
                <a:solidFill>
                  <a:srgbClr val="243A50"/>
                </a:solidFill>
                <a:latin typeface="Helvetica Neue"/>
                <a:ea typeface="Helvetica Neue"/>
                <a:cs typeface="Helvetica Neue"/>
              </a:defRPr>
            </a:lvl7pPr>
            <a:lvl8pPr algn="ctr">
              <a:buNone/>
              <a:defRPr sz="1500" b="1">
                <a:solidFill>
                  <a:srgbClr val="243A50"/>
                </a:solidFill>
                <a:latin typeface="Helvetica Neue"/>
                <a:ea typeface="Helvetica Neue"/>
                <a:cs typeface="Helvetica Neue"/>
              </a:defRPr>
            </a:lvl8pPr>
            <a:lvl9pPr algn="ctr">
              <a:buNone/>
              <a:defRPr sz="1500" b="1">
                <a:solidFill>
                  <a:srgbClr val="243A50"/>
                </a:solidFill>
                <a:latin typeface="Helvetica Neue"/>
                <a:ea typeface="Helvetica Neue"/>
                <a:cs typeface="Helvetica Neue"/>
              </a:defRPr>
            </a:lvl9pPr>
          </a:lstStyle>
          <a:p xmlns:a="http://schemas.openxmlformats.org/drawingml/2006/main">
            <a:pPr algn="ctr">
              <a:buNone/>
              <a:defRPr sz="1500" b="1">
                <a:solidFill>
                  <a:srgbClr val="243A50"/>
                </a:solidFill>
                <a:latin typeface="Helvetica Neue"/>
                <a:ea typeface="Helvetica Neue"/>
                <a:cs typeface="Helvetica Neue"/>
              </a:defRPr>
            </a:pPr>
            <a:r>
              <a:rPr sz="1500" b="1">
                <a:solidFill>
                  <a:srgbClr val="243A50"/>
                </a:solidFill>
                <a:latin typeface="Helvetica Neue"/>
                <a:ea typeface="Helvetica Neue"/>
                <a:cs typeface="Helvetica Neue"/>
              </a:rPr>
              <a:t>Tune candidates</a:t>
            </a:r>
          </a:p>
        </p:txBody>
      </p:sp>
      <p:sp>
        <p:nvSpPr>
          <p:cNvPr id="16" name="Rectangle 15">
            <a:extLst xmlns:a="http://schemas.openxmlformats.org/drawingml/2006/main">
              <a:ext uri="{FF2B5EF4-FFF2-40B4-BE49-F238E27FC236}">
                <a16:creationId xmlns:a16="http://schemas.microsoft.com/office/drawing/2014/main" id="{C27D77EC-EE41-405E-9BA4-1A406180A36E}"/>
              </a:ext>
            </a:extLst>
          </p:cNvPr>
          <p:cNvSpPr>
            <a:spLocks xmlns:a="http://schemas.openxmlformats.org/drawingml/2006/main" noGrp="1"/>
          </p:cNvSpPr>
          <p:nvPr/>
        </p:nvSpPr>
        <p:spPr>
          <a:xfrm xmlns:a="http://schemas.openxmlformats.org/drawingml/2006/main">
            <a:off x="6381750" y="2533650"/>
            <a:ext cx="1943100" cy="914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defPPr algn="ctr">
              <a:defRPr sz="1200" b="0">
                <a:solidFill>
                  <a:srgbClr val="33485D"/>
                </a:solidFill>
                <a:latin typeface="Helvetica Neue"/>
                <a:ea typeface="Helvetica Neue"/>
                <a:cs typeface="Helvetica Neue"/>
              </a:defRPr>
            </a:defPPr>
            <a:lvl1pPr algn="ctr">
              <a:buNone/>
              <a:defRPr sz="1200" b="0">
                <a:solidFill>
                  <a:srgbClr val="33485D"/>
                </a:solidFill>
                <a:latin typeface="Helvetica Neue"/>
                <a:ea typeface="Helvetica Neue"/>
                <a:cs typeface="Helvetica Neue"/>
              </a:defRPr>
            </a:lvl1pPr>
            <a:lvl2pPr algn="ctr">
              <a:buNone/>
              <a:defRPr sz="1200" b="0">
                <a:solidFill>
                  <a:srgbClr val="33485D"/>
                </a:solidFill>
                <a:latin typeface="Helvetica Neue"/>
                <a:ea typeface="Helvetica Neue"/>
                <a:cs typeface="Helvetica Neue"/>
              </a:defRPr>
            </a:lvl2pPr>
            <a:lvl3pPr algn="ctr">
              <a:buNone/>
              <a:defRPr sz="1200" b="0">
                <a:solidFill>
                  <a:srgbClr val="33485D"/>
                </a:solidFill>
                <a:latin typeface="Helvetica Neue"/>
                <a:ea typeface="Helvetica Neue"/>
                <a:cs typeface="Helvetica Neue"/>
              </a:defRPr>
            </a:lvl3pPr>
            <a:lvl4pPr algn="ctr">
              <a:buNone/>
              <a:defRPr sz="1200" b="0">
                <a:solidFill>
                  <a:srgbClr val="33485D"/>
                </a:solidFill>
                <a:latin typeface="Helvetica Neue"/>
                <a:ea typeface="Helvetica Neue"/>
                <a:cs typeface="Helvetica Neue"/>
              </a:defRPr>
            </a:lvl4pPr>
            <a:lvl5pPr algn="ctr">
              <a:buNone/>
              <a:defRPr sz="1200" b="0">
                <a:solidFill>
                  <a:srgbClr val="33485D"/>
                </a:solidFill>
                <a:latin typeface="Helvetica Neue"/>
                <a:ea typeface="Helvetica Neue"/>
                <a:cs typeface="Helvetica Neue"/>
              </a:defRPr>
            </a:lvl5pPr>
            <a:lvl6pPr algn="ctr">
              <a:buNone/>
              <a:defRPr sz="1200" b="0">
                <a:solidFill>
                  <a:srgbClr val="33485D"/>
                </a:solidFill>
                <a:latin typeface="Helvetica Neue"/>
                <a:ea typeface="Helvetica Neue"/>
                <a:cs typeface="Helvetica Neue"/>
              </a:defRPr>
            </a:lvl6pPr>
            <a:lvl7pPr algn="ctr">
              <a:buNone/>
              <a:defRPr sz="1200" b="0">
                <a:solidFill>
                  <a:srgbClr val="33485D"/>
                </a:solidFill>
                <a:latin typeface="Helvetica Neue"/>
                <a:ea typeface="Helvetica Neue"/>
                <a:cs typeface="Helvetica Neue"/>
              </a:defRPr>
            </a:lvl7pPr>
            <a:lvl8pPr algn="ctr">
              <a:buNone/>
              <a:defRPr sz="1200" b="0">
                <a:solidFill>
                  <a:srgbClr val="33485D"/>
                </a:solidFill>
                <a:latin typeface="Helvetica Neue"/>
                <a:ea typeface="Helvetica Neue"/>
                <a:cs typeface="Helvetica Neue"/>
              </a:defRPr>
            </a:lvl8pPr>
            <a:lvl9pPr algn="ctr">
              <a:buNone/>
              <a:defRPr sz="1200" b="0">
                <a:solidFill>
                  <a:srgbClr val="33485D"/>
                </a:solidFill>
                <a:latin typeface="Helvetica Neue"/>
                <a:ea typeface="Helvetica Neue"/>
                <a:cs typeface="Helvetica Neue"/>
              </a:defRPr>
            </a:lvl9pPr>
          </a:lstStyle>
          <a:p xmlns:a="http://schemas.openxmlformats.org/drawingml/2006/main">
            <a:pPr algn="ctr">
              <a:buNone/>
              <a:defRPr sz="1200" b="0">
                <a:solidFill>
                  <a:srgbClr val="33485D"/>
                </a:solidFill>
                <a:latin typeface="Helvetica Neue"/>
                <a:ea typeface="Helvetica Neue"/>
                <a:cs typeface="Helvetica Neue"/>
              </a:defRPr>
            </a:pPr>
            <a:r>
              <a:rPr sz="1200" b="0">
                <a:solidFill>
                  <a:srgbClr val="33485D"/>
                </a:solidFill>
                <a:latin typeface="Helvetica Neue"/>
                <a:ea typeface="Helvetica Neue"/>
                <a:cs typeface="Helvetica Neue"/>
              </a:rPr>
              <a:t>8 configurations</a:t>
            </a:r>
          </a:p>
          <a:p xmlns:a="http://schemas.openxmlformats.org/drawingml/2006/main">
            <a:pPr algn="ctr">
              <a:buNone/>
              <a:defRPr sz="1200" b="0">
                <a:solidFill>
                  <a:srgbClr val="33485D"/>
                </a:solidFill>
                <a:latin typeface="Helvetica Neue"/>
                <a:ea typeface="Helvetica Neue"/>
                <a:cs typeface="Helvetica Neue"/>
              </a:defRPr>
            </a:pPr>
            <a:r>
              <a:rPr sz="1200" b="0">
                <a:solidFill>
                  <a:srgbClr val="33485D"/>
                </a:solidFill>
                <a:latin typeface="Helvetica Neue"/>
                <a:ea typeface="Helvetica Neue"/>
                <a:cs typeface="Helvetica Neue"/>
              </a:rPr>
              <a:t>accuracy first;</a:t>
            </a:r>
          </a:p>
          <a:p xmlns:a="http://schemas.openxmlformats.org/drawingml/2006/main">
            <a:pPr algn="ctr">
              <a:buNone/>
              <a:defRPr sz="1200" b="0">
                <a:solidFill>
                  <a:srgbClr val="33485D"/>
                </a:solidFill>
                <a:latin typeface="Helvetica Neue"/>
                <a:ea typeface="Helvetica Neue"/>
                <a:cs typeface="Helvetica Neue"/>
              </a:defRPr>
            </a:pPr>
            <a:r>
              <a:rPr sz="1200" b="0">
                <a:solidFill>
                  <a:srgbClr val="33485D"/>
                </a:solidFill>
                <a:latin typeface="Helvetica Neue"/>
                <a:ea typeface="Helvetica Neue"/>
                <a:cs typeface="Helvetica Neue"/>
              </a:rPr>
              <a:t>macro F1 breaks ties</a:t>
            </a:r>
          </a:p>
        </p:txBody>
      </p:sp>
      <p:sp>
        <p:nvSpPr>
          <p:cNvPr id="17" name="Right Arrow 16">
            <a:extLst xmlns:a="http://schemas.openxmlformats.org/drawingml/2006/main">
              <a:ext uri="{FF2B5EF4-FFF2-40B4-BE49-F238E27FC236}">
                <a16:creationId xmlns:a16="http://schemas.microsoft.com/office/drawing/2014/main" id="{619DD5E4-E4F4-41E0-AC5D-88FCA565D8F9}"/>
              </a:ext>
            </a:extLst>
          </p:cNvPr>
          <p:cNvSpPr>
            <a:spLocks xmlns:a="http://schemas.openxmlformats.org/drawingml/2006/main" noGrp="1"/>
          </p:cNvSpPr>
          <p:nvPr/>
        </p:nvSpPr>
        <p:spPr>
          <a:xfrm xmlns:a="http://schemas.openxmlformats.org/drawingml/2006/main">
            <a:off x="8582025" y="2695575"/>
            <a:ext cx="361950" cy="152400"/>
          </a:xfrm>
          <a:prstGeom xmlns:a="http://schemas.openxmlformats.org/drawingml/2006/main" prst="rightArrow">
            <a:avLst/>
          </a:prstGeom>
          <a:solidFill xmlns:a="http://schemas.openxmlformats.org/drawingml/2006/main">
            <a:srgbClr val="64877F"/>
          </a:solidFill>
          <a:ln xmlns:a="http://schemas.openxmlformats.org/drawingml/2006/main" w="0">
            <a:noFill/>
            <a:prstDash val="solid"/>
          </a:ln>
        </p:spPr>
      </p:sp>
      <p:sp>
        <p:nvSpPr>
          <p:cNvPr id="18" name="Rounded Rectangle 17">
            <a:extLst xmlns:a="http://schemas.openxmlformats.org/drawingml/2006/main">
              <a:ext uri="{FF2B5EF4-FFF2-40B4-BE49-F238E27FC236}">
                <a16:creationId xmlns:a16="http://schemas.microsoft.com/office/drawing/2014/main" id="{2269C2E1-CDF6-4E80-BF99-9D1FA8EB78E9}"/>
              </a:ext>
            </a:extLst>
          </p:cNvPr>
          <p:cNvSpPr>
            <a:spLocks xmlns:a="http://schemas.openxmlformats.org/drawingml/2006/main" noGrp="1"/>
          </p:cNvSpPr>
          <p:nvPr/>
        </p:nvSpPr>
        <p:spPr>
          <a:xfrm xmlns:a="http://schemas.openxmlformats.org/drawingml/2006/main">
            <a:off x="9077325" y="2019300"/>
            <a:ext cx="2476500" cy="1524000"/>
          </a:xfrm>
          <a:prstGeom xmlns:a="http://schemas.openxmlformats.org/drawingml/2006/main" prst="roundRect">
            <a:avLst>
              <a:gd name="adj" fmla="val 5000"/>
            </a:avLst>
          </a:prstGeom>
          <a:solidFill xmlns:a="http://schemas.openxmlformats.org/drawingml/2006/main">
            <a:srgbClr val="DCE7ED"/>
          </a:solidFill>
          <a:ln xmlns:a="http://schemas.openxmlformats.org/drawingml/2006/main" w="9525">
            <a:solidFill>
              <a:srgbClr val="CBD5DA"/>
            </a:solidFill>
            <a:prstDash val="solid"/>
          </a:ln>
        </p:spPr>
      </p:sp>
      <p:sp>
        <p:nvSpPr>
          <p:cNvPr id="19" name="Rectangle 18">
            <a:extLst xmlns:a="http://schemas.openxmlformats.org/drawingml/2006/main">
              <a:ext uri="{FF2B5EF4-FFF2-40B4-BE49-F238E27FC236}">
                <a16:creationId xmlns:a16="http://schemas.microsoft.com/office/drawing/2014/main" id="{87C27909-7E7D-4435-A370-534FE11906CE}"/>
              </a:ext>
            </a:extLst>
          </p:cNvPr>
          <p:cNvSpPr>
            <a:spLocks xmlns:a="http://schemas.openxmlformats.org/drawingml/2006/main" noGrp="1"/>
          </p:cNvSpPr>
          <p:nvPr/>
        </p:nvSpPr>
        <p:spPr>
          <a:xfrm xmlns:a="http://schemas.openxmlformats.org/drawingml/2006/main">
            <a:off x="9191625" y="2133600"/>
            <a:ext cx="2247900" cy="3333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a:bodyPr>
          <a:lstStyle xmlns:a="http://schemas.openxmlformats.org/drawingml/2006/main">
            <a:defPPr algn="ctr">
              <a:defRPr sz="1500" b="1">
                <a:solidFill>
                  <a:srgbClr val="243A50"/>
                </a:solidFill>
                <a:latin typeface="Helvetica Neue"/>
                <a:ea typeface="Helvetica Neue"/>
                <a:cs typeface="Helvetica Neue"/>
              </a:defRPr>
            </a:defPPr>
            <a:lvl1pPr algn="ctr">
              <a:buNone/>
              <a:defRPr sz="1500" b="1">
                <a:solidFill>
                  <a:srgbClr val="243A50"/>
                </a:solidFill>
                <a:latin typeface="Helvetica Neue"/>
                <a:ea typeface="Helvetica Neue"/>
                <a:cs typeface="Helvetica Neue"/>
              </a:defRPr>
            </a:lvl1pPr>
            <a:lvl2pPr algn="ctr">
              <a:buNone/>
              <a:defRPr sz="1500" b="1">
                <a:solidFill>
                  <a:srgbClr val="243A50"/>
                </a:solidFill>
                <a:latin typeface="Helvetica Neue"/>
                <a:ea typeface="Helvetica Neue"/>
                <a:cs typeface="Helvetica Neue"/>
              </a:defRPr>
            </a:lvl2pPr>
            <a:lvl3pPr algn="ctr">
              <a:buNone/>
              <a:defRPr sz="1500" b="1">
                <a:solidFill>
                  <a:srgbClr val="243A50"/>
                </a:solidFill>
                <a:latin typeface="Helvetica Neue"/>
                <a:ea typeface="Helvetica Neue"/>
                <a:cs typeface="Helvetica Neue"/>
              </a:defRPr>
            </a:lvl3pPr>
            <a:lvl4pPr algn="ctr">
              <a:buNone/>
              <a:defRPr sz="1500" b="1">
                <a:solidFill>
                  <a:srgbClr val="243A50"/>
                </a:solidFill>
                <a:latin typeface="Helvetica Neue"/>
                <a:ea typeface="Helvetica Neue"/>
                <a:cs typeface="Helvetica Neue"/>
              </a:defRPr>
            </a:lvl4pPr>
            <a:lvl5pPr algn="ctr">
              <a:buNone/>
              <a:defRPr sz="1500" b="1">
                <a:solidFill>
                  <a:srgbClr val="243A50"/>
                </a:solidFill>
                <a:latin typeface="Helvetica Neue"/>
                <a:ea typeface="Helvetica Neue"/>
                <a:cs typeface="Helvetica Neue"/>
              </a:defRPr>
            </a:lvl5pPr>
            <a:lvl6pPr algn="ctr">
              <a:buNone/>
              <a:defRPr sz="1500" b="1">
                <a:solidFill>
                  <a:srgbClr val="243A50"/>
                </a:solidFill>
                <a:latin typeface="Helvetica Neue"/>
                <a:ea typeface="Helvetica Neue"/>
                <a:cs typeface="Helvetica Neue"/>
              </a:defRPr>
            </a:lvl6pPr>
            <a:lvl7pPr algn="ctr">
              <a:buNone/>
              <a:defRPr sz="1500" b="1">
                <a:solidFill>
                  <a:srgbClr val="243A50"/>
                </a:solidFill>
                <a:latin typeface="Helvetica Neue"/>
                <a:ea typeface="Helvetica Neue"/>
                <a:cs typeface="Helvetica Neue"/>
              </a:defRPr>
            </a:lvl7pPr>
            <a:lvl8pPr algn="ctr">
              <a:buNone/>
              <a:defRPr sz="1500" b="1">
                <a:solidFill>
                  <a:srgbClr val="243A50"/>
                </a:solidFill>
                <a:latin typeface="Helvetica Neue"/>
                <a:ea typeface="Helvetica Neue"/>
                <a:cs typeface="Helvetica Neue"/>
              </a:defRPr>
            </a:lvl8pPr>
            <a:lvl9pPr algn="ctr">
              <a:buNone/>
              <a:defRPr sz="1500" b="1">
                <a:solidFill>
                  <a:srgbClr val="243A50"/>
                </a:solidFill>
                <a:latin typeface="Helvetica Neue"/>
                <a:ea typeface="Helvetica Neue"/>
                <a:cs typeface="Helvetica Neue"/>
              </a:defRPr>
            </a:lvl9pPr>
          </a:lstStyle>
          <a:p xmlns:a="http://schemas.openxmlformats.org/drawingml/2006/main">
            <a:pPr algn="ctr">
              <a:buNone/>
              <a:defRPr sz="1500" b="1">
                <a:solidFill>
                  <a:srgbClr val="243A50"/>
                </a:solidFill>
                <a:latin typeface="Helvetica Neue"/>
                <a:ea typeface="Helvetica Neue"/>
                <a:cs typeface="Helvetica Neue"/>
              </a:defRPr>
            </a:pPr>
            <a:r>
              <a:rPr sz="1500" b="1">
                <a:solidFill>
                  <a:srgbClr val="243A50"/>
                </a:solidFill>
                <a:latin typeface="Helvetica Neue"/>
                <a:ea typeface="Helvetica Neue"/>
                <a:cs typeface="Helvetica Neue"/>
              </a:rPr>
              <a:t>Evaluate once</a:t>
            </a:r>
          </a:p>
        </p:txBody>
      </p:sp>
      <p:sp>
        <p:nvSpPr>
          <p:cNvPr id="20" name="Rectangle 19">
            <a:extLst xmlns:a="http://schemas.openxmlformats.org/drawingml/2006/main">
              <a:ext uri="{FF2B5EF4-FFF2-40B4-BE49-F238E27FC236}">
                <a16:creationId xmlns:a16="http://schemas.microsoft.com/office/drawing/2014/main" id="{516603CC-73F2-43B4-B2D0-060FBC4803A0}"/>
              </a:ext>
            </a:extLst>
          </p:cNvPr>
          <p:cNvSpPr>
            <a:spLocks xmlns:a="http://schemas.openxmlformats.org/drawingml/2006/main" noGrp="1"/>
          </p:cNvSpPr>
          <p:nvPr/>
        </p:nvSpPr>
        <p:spPr>
          <a:xfrm xmlns:a="http://schemas.openxmlformats.org/drawingml/2006/main">
            <a:off x="9210675" y="2533650"/>
            <a:ext cx="2209800" cy="914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a:bodyPr>
          <a:lstStyle xmlns:a="http://schemas.openxmlformats.org/drawingml/2006/main">
            <a:defPPr algn="ctr">
              <a:defRPr sz="1200" b="0">
                <a:solidFill>
                  <a:srgbClr val="33485D"/>
                </a:solidFill>
                <a:latin typeface="Helvetica Neue"/>
                <a:ea typeface="Helvetica Neue"/>
                <a:cs typeface="Helvetica Neue"/>
              </a:defRPr>
            </a:defPPr>
            <a:lvl1pPr algn="ctr">
              <a:buNone/>
              <a:defRPr sz="1200" b="0">
                <a:solidFill>
                  <a:srgbClr val="33485D"/>
                </a:solidFill>
                <a:latin typeface="Helvetica Neue"/>
                <a:ea typeface="Helvetica Neue"/>
                <a:cs typeface="Helvetica Neue"/>
              </a:defRPr>
            </a:lvl1pPr>
            <a:lvl2pPr algn="ctr">
              <a:buNone/>
              <a:defRPr sz="1200" b="0">
                <a:solidFill>
                  <a:srgbClr val="33485D"/>
                </a:solidFill>
                <a:latin typeface="Helvetica Neue"/>
                <a:ea typeface="Helvetica Neue"/>
                <a:cs typeface="Helvetica Neue"/>
              </a:defRPr>
            </a:lvl2pPr>
            <a:lvl3pPr algn="ctr">
              <a:buNone/>
              <a:defRPr sz="1200" b="0">
                <a:solidFill>
                  <a:srgbClr val="33485D"/>
                </a:solidFill>
                <a:latin typeface="Helvetica Neue"/>
                <a:ea typeface="Helvetica Neue"/>
                <a:cs typeface="Helvetica Neue"/>
              </a:defRPr>
            </a:lvl3pPr>
            <a:lvl4pPr algn="ctr">
              <a:buNone/>
              <a:defRPr sz="1200" b="0">
                <a:solidFill>
                  <a:srgbClr val="33485D"/>
                </a:solidFill>
                <a:latin typeface="Helvetica Neue"/>
                <a:ea typeface="Helvetica Neue"/>
                <a:cs typeface="Helvetica Neue"/>
              </a:defRPr>
            </a:lvl4pPr>
            <a:lvl5pPr algn="ctr">
              <a:buNone/>
              <a:defRPr sz="1200" b="0">
                <a:solidFill>
                  <a:srgbClr val="33485D"/>
                </a:solidFill>
                <a:latin typeface="Helvetica Neue"/>
                <a:ea typeface="Helvetica Neue"/>
                <a:cs typeface="Helvetica Neue"/>
              </a:defRPr>
            </a:lvl5pPr>
            <a:lvl6pPr algn="ctr">
              <a:buNone/>
              <a:defRPr sz="1200" b="0">
                <a:solidFill>
                  <a:srgbClr val="33485D"/>
                </a:solidFill>
                <a:latin typeface="Helvetica Neue"/>
                <a:ea typeface="Helvetica Neue"/>
                <a:cs typeface="Helvetica Neue"/>
              </a:defRPr>
            </a:lvl6pPr>
            <a:lvl7pPr algn="ctr">
              <a:buNone/>
              <a:defRPr sz="1200" b="0">
                <a:solidFill>
                  <a:srgbClr val="33485D"/>
                </a:solidFill>
                <a:latin typeface="Helvetica Neue"/>
                <a:ea typeface="Helvetica Neue"/>
                <a:cs typeface="Helvetica Neue"/>
              </a:defRPr>
            </a:lvl7pPr>
            <a:lvl8pPr algn="ctr">
              <a:buNone/>
              <a:defRPr sz="1200" b="0">
                <a:solidFill>
                  <a:srgbClr val="33485D"/>
                </a:solidFill>
                <a:latin typeface="Helvetica Neue"/>
                <a:ea typeface="Helvetica Neue"/>
                <a:cs typeface="Helvetica Neue"/>
              </a:defRPr>
            </a:lvl8pPr>
            <a:lvl9pPr algn="ctr">
              <a:buNone/>
              <a:defRPr sz="1200" b="0">
                <a:solidFill>
                  <a:srgbClr val="33485D"/>
                </a:solidFill>
                <a:latin typeface="Helvetica Neue"/>
                <a:ea typeface="Helvetica Neue"/>
                <a:cs typeface="Helvetica Neue"/>
              </a:defRPr>
            </a:lvl9pPr>
          </a:lstStyle>
          <a:p xmlns:a="http://schemas.openxmlformats.org/drawingml/2006/main">
            <a:pPr algn="ctr">
              <a:buNone/>
              <a:defRPr sz="1200" b="0">
                <a:solidFill>
                  <a:srgbClr val="33485D"/>
                </a:solidFill>
                <a:latin typeface="Helvetica Neue"/>
                <a:ea typeface="Helvetica Neue"/>
                <a:cs typeface="Helvetica Neue"/>
              </a:defRPr>
            </a:pPr>
            <a:r>
              <a:rPr sz="1200" b="0">
                <a:solidFill>
                  <a:srgbClr val="33485D"/>
                </a:solidFill>
                <a:latin typeface="Helvetica Neue"/>
                <a:ea typeface="Helvetica Neue"/>
                <a:cs typeface="Helvetica Neue"/>
              </a:rPr>
              <a:t>held-out accuracy</a:t>
            </a:r>
          </a:p>
          <a:p xmlns:a="http://schemas.openxmlformats.org/drawingml/2006/main">
            <a:pPr algn="ctr">
              <a:buNone/>
              <a:defRPr sz="1200" b="0">
                <a:solidFill>
                  <a:srgbClr val="33485D"/>
                </a:solidFill>
                <a:latin typeface="Helvetica Neue"/>
                <a:ea typeface="Helvetica Neue"/>
                <a:cs typeface="Helvetica Neue"/>
              </a:defRPr>
            </a:pPr>
            <a:r>
              <a:rPr sz="1200" b="0">
                <a:solidFill>
                  <a:srgbClr val="33485D"/>
                </a:solidFill>
                <a:latin typeface="Helvetica Neue"/>
                <a:ea typeface="Helvetica Neue"/>
                <a:cs typeface="Helvetica Neue"/>
              </a:rPr>
              <a:t>macro F1 + confusion matrix</a:t>
            </a:r>
          </a:p>
        </p:txBody>
      </p:sp>
      <p:pic>
        <p:nvPicPr>
          <p:cNvPr id="21" name="Picture 20">
            <a:extLst xmlns:a="http://schemas.openxmlformats.org/drawingml/2006/main">
              <a:ext uri="{FF2B5EF4-FFF2-40B4-BE49-F238E27FC236}">
                <a16:creationId xmlns:a16="http://schemas.microsoft.com/office/drawing/2014/main" id="{BE8F957B-5FF8-4219-A818-8EC17FC379C5}"/>
              </a:ext>
            </a:extLst>
          </p:cNvPr>
          <p:cNvPicPr>
            <a:picLocks xmlns:a="http://schemas.openxmlformats.org/drawingml/2006/main" noChangeAspect="1"/>
          </p:cNvPicPr>
          <p:nvPr/>
        </p:nvPicPr>
        <p:blipFill>
          <a:blip xmlns:r="http://schemas.openxmlformats.org/officeDocument/2006/relationships" xmlns:a="http://schemas.openxmlformats.org/drawingml/2006/main" r:embed="Re7a78c854cce48b9"/>
          <a:stretch xmlns:a="http://schemas.openxmlformats.org/drawingml/2006/main"/>
        </p:blipFill>
        <p:spPr>
          <a:xfrm xmlns:a="http://schemas.openxmlformats.org/drawingml/2006/main">
            <a:off x="1285875" y="4097343"/>
            <a:ext cx="4572000" cy="1692265"/>
          </a:xfrm>
          <a:prstGeom xmlns:a="http://schemas.openxmlformats.org/drawingml/2006/main" prst="rect">
            <a:avLst/>
          </a:prstGeom>
        </p:spPr>
      </p:pic>
      <p:sp>
        <p:nvSpPr>
          <p:cNvPr id="22" name="Rectangle 21">
            <a:extLst xmlns:a="http://schemas.openxmlformats.org/drawingml/2006/main">
              <a:ext uri="{FF2B5EF4-FFF2-40B4-BE49-F238E27FC236}">
                <a16:creationId xmlns:a16="http://schemas.microsoft.com/office/drawing/2014/main" id="{60DD662B-0862-489A-BD13-768BD4474593}"/>
              </a:ext>
            </a:extLst>
          </p:cNvPr>
          <p:cNvSpPr>
            <a:spLocks xmlns:a="http://schemas.openxmlformats.org/drawingml/2006/main" noGrp="1"/>
          </p:cNvSpPr>
          <p:nvPr/>
        </p:nvSpPr>
        <p:spPr>
          <a:xfrm xmlns:a="http://schemas.openxmlformats.org/drawingml/2006/main">
            <a:off x="6496050" y="4410075"/>
            <a:ext cx="47625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86698"/>
          </a:bodyPr>
          <a:lstStyle xmlns:a="http://schemas.openxmlformats.org/drawingml/2006/main">
            <a:defPPr algn="l">
              <a:defRPr sz="1650" b="1">
                <a:solidFill>
                  <a:srgbClr val="243A50"/>
                </a:solidFill>
                <a:latin typeface="Helvetica Neue"/>
                <a:ea typeface="Helvetica Neue"/>
                <a:cs typeface="Helvetica Neue"/>
              </a:defRPr>
            </a:defPPr>
            <a:lvl1pPr algn="l">
              <a:buNone/>
              <a:defRPr sz="1650" b="1">
                <a:solidFill>
                  <a:srgbClr val="243A50"/>
                </a:solidFill>
                <a:latin typeface="Helvetica Neue"/>
                <a:ea typeface="Helvetica Neue"/>
                <a:cs typeface="Helvetica Neue"/>
              </a:defRPr>
            </a:lvl1pPr>
            <a:lvl2pPr algn="l">
              <a:buNone/>
              <a:defRPr sz="1650" b="1">
                <a:solidFill>
                  <a:srgbClr val="243A50"/>
                </a:solidFill>
                <a:latin typeface="Helvetica Neue"/>
                <a:ea typeface="Helvetica Neue"/>
                <a:cs typeface="Helvetica Neue"/>
              </a:defRPr>
            </a:lvl2pPr>
            <a:lvl3pPr algn="l">
              <a:buNone/>
              <a:defRPr sz="1650" b="1">
                <a:solidFill>
                  <a:srgbClr val="243A50"/>
                </a:solidFill>
                <a:latin typeface="Helvetica Neue"/>
                <a:ea typeface="Helvetica Neue"/>
                <a:cs typeface="Helvetica Neue"/>
              </a:defRPr>
            </a:lvl3pPr>
            <a:lvl4pPr algn="l">
              <a:buNone/>
              <a:defRPr sz="1650" b="1">
                <a:solidFill>
                  <a:srgbClr val="243A50"/>
                </a:solidFill>
                <a:latin typeface="Helvetica Neue"/>
                <a:ea typeface="Helvetica Neue"/>
                <a:cs typeface="Helvetica Neue"/>
              </a:defRPr>
            </a:lvl4pPr>
            <a:lvl5pPr algn="l">
              <a:buNone/>
              <a:defRPr sz="1650" b="1">
                <a:solidFill>
                  <a:srgbClr val="243A50"/>
                </a:solidFill>
                <a:latin typeface="Helvetica Neue"/>
                <a:ea typeface="Helvetica Neue"/>
                <a:cs typeface="Helvetica Neue"/>
              </a:defRPr>
            </a:lvl5pPr>
            <a:lvl6pPr algn="l">
              <a:buNone/>
              <a:defRPr sz="1650" b="1">
                <a:solidFill>
                  <a:srgbClr val="243A50"/>
                </a:solidFill>
                <a:latin typeface="Helvetica Neue"/>
                <a:ea typeface="Helvetica Neue"/>
                <a:cs typeface="Helvetica Neue"/>
              </a:defRPr>
            </a:lvl6pPr>
            <a:lvl7pPr algn="l">
              <a:buNone/>
              <a:defRPr sz="1650" b="1">
                <a:solidFill>
                  <a:srgbClr val="243A50"/>
                </a:solidFill>
                <a:latin typeface="Helvetica Neue"/>
                <a:ea typeface="Helvetica Neue"/>
                <a:cs typeface="Helvetica Neue"/>
              </a:defRPr>
            </a:lvl7pPr>
            <a:lvl8pPr algn="l">
              <a:buNone/>
              <a:defRPr sz="1650" b="1">
                <a:solidFill>
                  <a:srgbClr val="243A50"/>
                </a:solidFill>
                <a:latin typeface="Helvetica Neue"/>
                <a:ea typeface="Helvetica Neue"/>
                <a:cs typeface="Helvetica Neue"/>
              </a:defRPr>
            </a:lvl8pPr>
            <a:lvl9pPr algn="l">
              <a:buNone/>
              <a:defRPr sz="1650" b="1">
                <a:solidFill>
                  <a:srgbClr val="243A50"/>
                </a:solidFill>
                <a:latin typeface="Helvetica Neue"/>
                <a:ea typeface="Helvetica Neue"/>
                <a:cs typeface="Helvetica Neue"/>
              </a:defRPr>
            </a:lvl9pPr>
          </a:lstStyle>
          <a:p xmlns:a="http://schemas.openxmlformats.org/drawingml/2006/main">
            <a:pPr algn="l">
              <a:buNone/>
              <a:defRPr sz="1650" b="1">
                <a:solidFill>
                  <a:srgbClr val="243A50"/>
                </a:solidFill>
                <a:latin typeface="Helvetica Neue"/>
                <a:ea typeface="Helvetica Neue"/>
                <a:cs typeface="Helvetica Neue"/>
              </a:defRPr>
            </a:pPr>
            <a:r>
              <a:rPr sz="1650" b="1">
                <a:solidFill>
                  <a:srgbClr val="243A50"/>
                </a:solidFill>
                <a:latin typeface="Helvetica Neue"/>
                <a:ea typeface="Helvetica Neue"/>
                <a:cs typeface="Helvetica Neue"/>
              </a:rPr>
              <a:t>Five floor codes · code 4 is the smallest held-out class.</a:t>
            </a:r>
          </a:p>
        </p:txBody>
      </p:sp>
      <p:sp>
        <p:nvSpPr>
          <p:cNvPr id="23" name="Rectangle 22">
            <a:extLst xmlns:a="http://schemas.openxmlformats.org/drawingml/2006/main">
              <a:ext uri="{FF2B5EF4-FFF2-40B4-BE49-F238E27FC236}">
                <a16:creationId xmlns:a16="http://schemas.microsoft.com/office/drawing/2014/main" id="{2E0C9352-4C99-4F57-A363-23D4DF3FE786}"/>
              </a:ext>
            </a:extLst>
          </p:cNvPr>
          <p:cNvSpPr>
            <a:spLocks xmlns:a="http://schemas.openxmlformats.org/drawingml/2006/main" noGrp="1"/>
          </p:cNvSpPr>
          <p:nvPr/>
        </p:nvSpPr>
        <p:spPr>
          <a:xfrm xmlns:a="http://schemas.openxmlformats.org/drawingml/2006/main">
            <a:off x="6496050" y="5019675"/>
            <a:ext cx="466725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a:bodyPr>
          <a:lstStyle xmlns:a="http://schemas.openxmlformats.org/drawingml/2006/main">
            <a:defPPr algn="l">
              <a:defRPr sz="1350" b="0">
                <a:solidFill>
                  <a:srgbClr val="63788A"/>
                </a:solidFill>
                <a:latin typeface="Helvetica Neue"/>
                <a:ea typeface="Helvetica Neue"/>
                <a:cs typeface="Helvetica Neue"/>
              </a:defRPr>
            </a:defPPr>
            <a:lvl1pPr algn="l">
              <a:buNone/>
              <a:defRPr sz="1350" b="0">
                <a:solidFill>
                  <a:srgbClr val="63788A"/>
                </a:solidFill>
                <a:latin typeface="Helvetica Neue"/>
                <a:ea typeface="Helvetica Neue"/>
                <a:cs typeface="Helvetica Neue"/>
              </a:defRPr>
            </a:lvl1pPr>
            <a:lvl2pPr algn="l">
              <a:buNone/>
              <a:defRPr sz="1350" b="0">
                <a:solidFill>
                  <a:srgbClr val="63788A"/>
                </a:solidFill>
                <a:latin typeface="Helvetica Neue"/>
                <a:ea typeface="Helvetica Neue"/>
                <a:cs typeface="Helvetica Neue"/>
              </a:defRPr>
            </a:lvl2pPr>
            <a:lvl3pPr algn="l">
              <a:buNone/>
              <a:defRPr sz="1350" b="0">
                <a:solidFill>
                  <a:srgbClr val="63788A"/>
                </a:solidFill>
                <a:latin typeface="Helvetica Neue"/>
                <a:ea typeface="Helvetica Neue"/>
                <a:cs typeface="Helvetica Neue"/>
              </a:defRPr>
            </a:lvl3pPr>
            <a:lvl4pPr algn="l">
              <a:buNone/>
              <a:defRPr sz="1350" b="0">
                <a:solidFill>
                  <a:srgbClr val="63788A"/>
                </a:solidFill>
                <a:latin typeface="Helvetica Neue"/>
                <a:ea typeface="Helvetica Neue"/>
                <a:cs typeface="Helvetica Neue"/>
              </a:defRPr>
            </a:lvl4pPr>
            <a:lvl5pPr algn="l">
              <a:buNone/>
              <a:defRPr sz="1350" b="0">
                <a:solidFill>
                  <a:srgbClr val="63788A"/>
                </a:solidFill>
                <a:latin typeface="Helvetica Neue"/>
                <a:ea typeface="Helvetica Neue"/>
                <a:cs typeface="Helvetica Neue"/>
              </a:defRPr>
            </a:lvl5pPr>
            <a:lvl6pPr algn="l">
              <a:buNone/>
              <a:defRPr sz="1350" b="0">
                <a:solidFill>
                  <a:srgbClr val="63788A"/>
                </a:solidFill>
                <a:latin typeface="Helvetica Neue"/>
                <a:ea typeface="Helvetica Neue"/>
                <a:cs typeface="Helvetica Neue"/>
              </a:defRPr>
            </a:lvl6pPr>
            <a:lvl7pPr algn="l">
              <a:buNone/>
              <a:defRPr sz="1350" b="0">
                <a:solidFill>
                  <a:srgbClr val="63788A"/>
                </a:solidFill>
                <a:latin typeface="Helvetica Neue"/>
                <a:ea typeface="Helvetica Neue"/>
                <a:cs typeface="Helvetica Neue"/>
              </a:defRPr>
            </a:lvl7pPr>
            <a:lvl8pPr algn="l">
              <a:buNone/>
              <a:defRPr sz="1350" b="0">
                <a:solidFill>
                  <a:srgbClr val="63788A"/>
                </a:solidFill>
                <a:latin typeface="Helvetica Neue"/>
                <a:ea typeface="Helvetica Neue"/>
                <a:cs typeface="Helvetica Neue"/>
              </a:defRPr>
            </a:lvl8pPr>
            <a:lvl9pPr algn="l">
              <a:buNone/>
              <a:defRPr sz="1350" b="0">
                <a:solidFill>
                  <a:srgbClr val="63788A"/>
                </a:solidFill>
                <a:latin typeface="Helvetica Neue"/>
                <a:ea typeface="Helvetica Neue"/>
                <a:cs typeface="Helvetica Neue"/>
              </a:defRPr>
            </a:lvl9pPr>
          </a:lstStyle>
          <a:p xmlns:a="http://schemas.openxmlformats.org/drawingml/2006/main">
            <a:pPr algn="l">
              <a:buNone/>
              <a:defRPr sz="1350" b="0">
                <a:solidFill>
                  <a:srgbClr val="63788A"/>
                </a:solidFill>
                <a:latin typeface="Helvetica Neue"/>
                <a:ea typeface="Helvetica Neue"/>
                <a:cs typeface="Helvetica Neue"/>
              </a:defRPr>
            </a:pPr>
            <a:r>
              <a:rPr sz="1350" b="0">
                <a:solidFill>
                  <a:srgbClr val="63788A"/>
                </a:solidFill>
                <a:latin typeface="Helvetica Neue"/>
                <a:ea typeface="Helvetica Neue"/>
                <a:cs typeface="Helvetica Neue"/>
              </a:rPr>
              <a:t>Class weights and macro F1 keep minority-class performance visible.</a:t>
            </a:r>
          </a:p>
        </p:txBody>
      </p:sp>
    </p:spTree>
    <p:extLst>
      <p:ext uri="{BB962C8B-B14F-4D97-AF65-F5344CB8AC3E}">
        <p14:creationId xmlns:p14="http://schemas.microsoft.com/office/powerpoint/2010/main" val="1444975465"/>
      </p:ext>
    </p:extLst>
  </p:cSld>
</p:sld>
</file>

<file path=ppt/slides/slide11.xml><?xml version="1.0" encoding="utf-8"?>
<p:sld xmlns:p="http://schemas.openxmlformats.org/presentationml/2006/main">
  <p:cSld>
    <p:bg>
      <p:bgPr>
        <a:solidFill xmlns:a="http://schemas.openxmlformats.org/drawingml/2006/main">
          <a:srgbClr val="FAF9F6"/>
        </a:solidFill>
      </p:bgPr>
    </p:bg>
    <p:spTree>
      <p:nvGrpSpPr>
        <p:cNvPr id="1" name=""/>
        <p:cNvGrpSpPr/>
        <p:nvPr/>
      </p:nvGrpSpPr>
      <p:grpSpPr>
        <a:xfrm xmlns:a="http://schemas.openxmlformats.org/drawingml/2006/main"/>
      </p:grpSpPr>
      <p:sp>
        <p:nvSpPr>
          <p:cNvPr id="13" name="Rectangle 12">
            <a:extLst xmlns:a="http://schemas.openxmlformats.org/drawingml/2006/main">
              <a:ext uri="{FF2B5EF4-FFF2-40B4-BE49-F238E27FC236}">
                <a16:creationId xmlns:a16="http://schemas.microsoft.com/office/drawing/2014/main" id="{2416B6A6-EA3C-4948-9463-457E16A315B6}"/>
              </a:ext>
            </a:extLst>
          </p:cNvPr>
          <p:cNvSpPr>
            <a:spLocks xmlns:a="http://schemas.openxmlformats.org/drawingml/2006/main" noGrp="1"/>
          </p:cNvSpPr>
          <p:nvPr/>
        </p:nvSpPr>
        <p:spPr>
          <a:xfrm xmlns:a="http://schemas.openxmlformats.org/drawingml/2006/main">
            <a:off x="0" y="0"/>
            <a:ext cx="12192000" cy="104775"/>
          </a:xfrm>
          <a:prstGeom xmlns:a="http://schemas.openxmlformats.org/drawingml/2006/main" prst="rect">
            <a:avLst/>
          </a:prstGeom>
          <a:solidFill xmlns:a="http://schemas.openxmlformats.org/drawingml/2006/main">
            <a:srgbClr val="C7DBD1"/>
          </a:solidFill>
          <a:ln xmlns:a="http://schemas.openxmlformats.org/drawingml/2006/main" w="0">
            <a:noFill/>
            <a:prstDash val="solid"/>
          </a:ln>
        </p:spPr>
      </p:sp>
      <p:sp>
        <p:nvSpPr>
          <p:cNvPr id="2" name="Rectangle 1">
            <a:extLst xmlns:a="http://schemas.openxmlformats.org/drawingml/2006/main">
              <a:ext uri="{FF2B5EF4-FFF2-40B4-BE49-F238E27FC236}">
                <a16:creationId xmlns:a16="http://schemas.microsoft.com/office/drawing/2014/main" id="{606AC423-232D-4CE9-ADCB-B11FDD6FCF5C}"/>
              </a:ext>
            </a:extLst>
          </p:cNvPr>
          <p:cNvSpPr>
            <a:spLocks xmlns:a="http://schemas.openxmlformats.org/drawingml/2006/main" noGrp="1"/>
          </p:cNvSpPr>
          <p:nvPr/>
        </p:nvSpPr>
        <p:spPr>
          <a:xfrm xmlns:a="http://schemas.openxmlformats.org/drawingml/2006/main">
            <a:off x="609600" y="371475"/>
            <a:ext cx="1097280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a:bodyPr>
          <a:lstStyle xmlns:a="http://schemas.openxmlformats.org/drawingml/2006/main">
            <a:defPPr algn="l">
              <a:defRPr sz="2625" b="1">
                <a:solidFill>
                  <a:srgbClr val="243A50"/>
                </a:solidFill>
                <a:latin typeface="Helvetica Neue"/>
                <a:ea typeface="Helvetica Neue"/>
                <a:cs typeface="Helvetica Neue"/>
              </a:defRPr>
            </a:defPPr>
            <a:lvl1pPr algn="l">
              <a:buNone/>
              <a:defRPr sz="2625" b="1">
                <a:solidFill>
                  <a:srgbClr val="243A50"/>
                </a:solidFill>
                <a:latin typeface="Helvetica Neue"/>
                <a:ea typeface="Helvetica Neue"/>
                <a:cs typeface="Helvetica Neue"/>
              </a:defRPr>
            </a:lvl1pPr>
            <a:lvl2pPr algn="l">
              <a:buNone/>
              <a:defRPr sz="2625" b="1">
                <a:solidFill>
                  <a:srgbClr val="243A50"/>
                </a:solidFill>
                <a:latin typeface="Helvetica Neue"/>
                <a:ea typeface="Helvetica Neue"/>
                <a:cs typeface="Helvetica Neue"/>
              </a:defRPr>
            </a:lvl2pPr>
            <a:lvl3pPr algn="l">
              <a:buNone/>
              <a:defRPr sz="2625" b="1">
                <a:solidFill>
                  <a:srgbClr val="243A50"/>
                </a:solidFill>
                <a:latin typeface="Helvetica Neue"/>
                <a:ea typeface="Helvetica Neue"/>
                <a:cs typeface="Helvetica Neue"/>
              </a:defRPr>
            </a:lvl3pPr>
            <a:lvl4pPr algn="l">
              <a:buNone/>
              <a:defRPr sz="2625" b="1">
                <a:solidFill>
                  <a:srgbClr val="243A50"/>
                </a:solidFill>
                <a:latin typeface="Helvetica Neue"/>
                <a:ea typeface="Helvetica Neue"/>
                <a:cs typeface="Helvetica Neue"/>
              </a:defRPr>
            </a:lvl4pPr>
            <a:lvl5pPr algn="l">
              <a:buNone/>
              <a:defRPr sz="2625" b="1">
                <a:solidFill>
                  <a:srgbClr val="243A50"/>
                </a:solidFill>
                <a:latin typeface="Helvetica Neue"/>
                <a:ea typeface="Helvetica Neue"/>
                <a:cs typeface="Helvetica Neue"/>
              </a:defRPr>
            </a:lvl5pPr>
            <a:lvl6pPr algn="l">
              <a:buNone/>
              <a:defRPr sz="2625" b="1">
                <a:solidFill>
                  <a:srgbClr val="243A50"/>
                </a:solidFill>
                <a:latin typeface="Helvetica Neue"/>
                <a:ea typeface="Helvetica Neue"/>
                <a:cs typeface="Helvetica Neue"/>
              </a:defRPr>
            </a:lvl6pPr>
            <a:lvl7pPr algn="l">
              <a:buNone/>
              <a:defRPr sz="2625" b="1">
                <a:solidFill>
                  <a:srgbClr val="243A50"/>
                </a:solidFill>
                <a:latin typeface="Helvetica Neue"/>
                <a:ea typeface="Helvetica Neue"/>
                <a:cs typeface="Helvetica Neue"/>
              </a:defRPr>
            </a:lvl7pPr>
            <a:lvl8pPr algn="l">
              <a:buNone/>
              <a:defRPr sz="2625" b="1">
                <a:solidFill>
                  <a:srgbClr val="243A50"/>
                </a:solidFill>
                <a:latin typeface="Helvetica Neue"/>
                <a:ea typeface="Helvetica Neue"/>
                <a:cs typeface="Helvetica Neue"/>
              </a:defRPr>
            </a:lvl8pPr>
            <a:lvl9pPr algn="l">
              <a:buNone/>
              <a:defRPr sz="2625" b="1">
                <a:solidFill>
                  <a:srgbClr val="243A50"/>
                </a:solidFill>
                <a:latin typeface="Helvetica Neue"/>
                <a:ea typeface="Helvetica Neue"/>
                <a:cs typeface="Helvetica Neue"/>
              </a:defRPr>
            </a:lvl9pPr>
          </a:lstStyle>
          <a:p xmlns:a="http://schemas.openxmlformats.org/drawingml/2006/main">
            <a:pPr algn="l">
              <a:buNone/>
              <a:defRPr sz="2625" b="1">
                <a:solidFill>
                  <a:srgbClr val="243A50"/>
                </a:solidFill>
                <a:latin typeface="Helvetica Neue"/>
                <a:ea typeface="Helvetica Neue"/>
                <a:cs typeface="Helvetica Neue"/>
              </a:defRPr>
            </a:pPr>
            <a:r>
              <a:rPr sz="2625" b="1">
                <a:solidFill>
                  <a:srgbClr val="243A50"/>
                </a:solidFill>
                <a:latin typeface="Helvetica Neue"/>
                <a:ea typeface="Helvetica Neue"/>
                <a:cs typeface="Helvetica Neue"/>
              </a:rPr>
              <a:t>Workstream 3 · Floor confusion matrix</a:t>
            </a:r>
          </a:p>
        </p:txBody>
      </p:sp>
      <p:sp>
        <p:nvSpPr>
          <p:cNvPr id="3" name="Rectangle 2">
            <a:extLst xmlns:a="http://schemas.openxmlformats.org/drawingml/2006/main">
              <a:ext uri="{FF2B5EF4-FFF2-40B4-BE49-F238E27FC236}">
                <a16:creationId xmlns:a16="http://schemas.microsoft.com/office/drawing/2014/main" id="{6305BEB0-09A9-4CFE-AE15-0DAAA2AD3EE0}"/>
              </a:ext>
            </a:extLst>
          </p:cNvPr>
          <p:cNvSpPr>
            <a:spLocks xmlns:a="http://schemas.openxmlformats.org/drawingml/2006/main" noGrp="1"/>
          </p:cNvSpPr>
          <p:nvPr/>
        </p:nvSpPr>
        <p:spPr>
          <a:xfrm xmlns:a="http://schemas.openxmlformats.org/drawingml/2006/main">
            <a:off x="628650" y="904875"/>
            <a:ext cx="108394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a:bodyPr>
          <a:lstStyle xmlns:a="http://schemas.openxmlformats.org/drawingml/2006/main">
            <a:defPPr algn="l">
              <a:defRPr sz="1350" b="0">
                <a:solidFill>
                  <a:srgbClr val="63788A"/>
                </a:solidFill>
                <a:latin typeface="Helvetica Neue"/>
                <a:ea typeface="Helvetica Neue"/>
                <a:cs typeface="Helvetica Neue"/>
              </a:defRPr>
            </a:defPPr>
            <a:lvl1pPr algn="l">
              <a:buNone/>
              <a:defRPr sz="1350" b="0">
                <a:solidFill>
                  <a:srgbClr val="63788A"/>
                </a:solidFill>
                <a:latin typeface="Helvetica Neue"/>
                <a:ea typeface="Helvetica Neue"/>
                <a:cs typeface="Helvetica Neue"/>
              </a:defRPr>
            </a:lvl1pPr>
            <a:lvl2pPr algn="l">
              <a:buNone/>
              <a:defRPr sz="1350" b="0">
                <a:solidFill>
                  <a:srgbClr val="63788A"/>
                </a:solidFill>
                <a:latin typeface="Helvetica Neue"/>
                <a:ea typeface="Helvetica Neue"/>
                <a:cs typeface="Helvetica Neue"/>
              </a:defRPr>
            </a:lvl2pPr>
            <a:lvl3pPr algn="l">
              <a:buNone/>
              <a:defRPr sz="1350" b="0">
                <a:solidFill>
                  <a:srgbClr val="63788A"/>
                </a:solidFill>
                <a:latin typeface="Helvetica Neue"/>
                <a:ea typeface="Helvetica Neue"/>
                <a:cs typeface="Helvetica Neue"/>
              </a:defRPr>
            </a:lvl3pPr>
            <a:lvl4pPr algn="l">
              <a:buNone/>
              <a:defRPr sz="1350" b="0">
                <a:solidFill>
                  <a:srgbClr val="63788A"/>
                </a:solidFill>
                <a:latin typeface="Helvetica Neue"/>
                <a:ea typeface="Helvetica Neue"/>
                <a:cs typeface="Helvetica Neue"/>
              </a:defRPr>
            </a:lvl4pPr>
            <a:lvl5pPr algn="l">
              <a:buNone/>
              <a:defRPr sz="1350" b="0">
                <a:solidFill>
                  <a:srgbClr val="63788A"/>
                </a:solidFill>
                <a:latin typeface="Helvetica Neue"/>
                <a:ea typeface="Helvetica Neue"/>
                <a:cs typeface="Helvetica Neue"/>
              </a:defRPr>
            </a:lvl5pPr>
            <a:lvl6pPr algn="l">
              <a:buNone/>
              <a:defRPr sz="1350" b="0">
                <a:solidFill>
                  <a:srgbClr val="63788A"/>
                </a:solidFill>
                <a:latin typeface="Helvetica Neue"/>
                <a:ea typeface="Helvetica Neue"/>
                <a:cs typeface="Helvetica Neue"/>
              </a:defRPr>
            </a:lvl6pPr>
            <a:lvl7pPr algn="l">
              <a:buNone/>
              <a:defRPr sz="1350" b="0">
                <a:solidFill>
                  <a:srgbClr val="63788A"/>
                </a:solidFill>
                <a:latin typeface="Helvetica Neue"/>
                <a:ea typeface="Helvetica Neue"/>
                <a:cs typeface="Helvetica Neue"/>
              </a:defRPr>
            </a:lvl7pPr>
            <a:lvl8pPr algn="l">
              <a:buNone/>
              <a:defRPr sz="1350" b="0">
                <a:solidFill>
                  <a:srgbClr val="63788A"/>
                </a:solidFill>
                <a:latin typeface="Helvetica Neue"/>
                <a:ea typeface="Helvetica Neue"/>
                <a:cs typeface="Helvetica Neue"/>
              </a:defRPr>
            </a:lvl8pPr>
            <a:lvl9pPr algn="l">
              <a:buNone/>
              <a:defRPr sz="1350" b="0">
                <a:solidFill>
                  <a:srgbClr val="63788A"/>
                </a:solidFill>
                <a:latin typeface="Helvetica Neue"/>
                <a:ea typeface="Helvetica Neue"/>
                <a:cs typeface="Helvetica Neue"/>
              </a:defRPr>
            </a:lvl9pPr>
          </a:lstStyle>
          <a:p xmlns:a="http://schemas.openxmlformats.org/drawingml/2006/main">
            <a:pPr algn="l">
              <a:buNone/>
              <a:defRPr sz="1350" b="0">
                <a:solidFill>
                  <a:srgbClr val="63788A"/>
                </a:solidFill>
                <a:latin typeface="Helvetica Neue"/>
                <a:ea typeface="Helvetica Neue"/>
                <a:cs typeface="Helvetica Neue"/>
              </a:defRPr>
            </a:pPr>
            <a:r>
              <a:rPr sz="1350" b="0">
                <a:solidFill>
                  <a:srgbClr val="63788A"/>
                </a:solidFill>
                <a:latin typeface="Helvetica Neue"/>
                <a:ea typeface="Helvetica Neue"/>
                <a:cs typeface="Helvetica Neue"/>
              </a:rPr>
              <a:t>Most errors are between adjacent floor codes.</a:t>
            </a:r>
          </a:p>
        </p:txBody>
      </p:sp>
      <p:sp>
        <p:nvSpPr>
          <p:cNvPr id="4" name="Straight Connector 3">
            <a:extLst xmlns:a="http://schemas.openxmlformats.org/drawingml/2006/main">
              <a:ext uri="{FF2B5EF4-FFF2-40B4-BE49-F238E27FC236}">
                <a16:creationId xmlns:a16="http://schemas.microsoft.com/office/drawing/2014/main" id="{3B0F8EFB-B1F7-44CD-AEA1-4F67DCE3711F}"/>
              </a:ext>
            </a:extLst>
          </p:cNvPr>
          <p:cNvSpPr>
            <a:spLocks xmlns:a="http://schemas.openxmlformats.org/drawingml/2006/main" noGrp="1"/>
          </p:cNvSpPr>
          <p:nvPr/>
        </p:nvSpPr>
        <p:spPr>
          <a:xfrm xmlns:a="http://schemas.openxmlformats.org/drawingml/2006/main">
            <a:off x="609600" y="6381750"/>
            <a:ext cx="10972800" cy="0"/>
          </a:xfrm>
          <a:prstGeom xmlns:a="http://schemas.openxmlformats.org/drawingml/2006/main" prst="line">
            <a:avLst/>
          </a:prstGeom>
          <a:noFill xmlns:a="http://schemas.openxmlformats.org/drawingml/2006/main"/>
          <a:ln xmlns:a="http://schemas.openxmlformats.org/drawingml/2006/main" w="9525">
            <a:solidFill>
              <a:srgbClr val="CBD5DA"/>
            </a:solidFill>
            <a:prstDash val="solid"/>
          </a:ln>
        </p:spPr>
      </p:sp>
      <p:sp>
        <p:nvSpPr>
          <p:cNvPr id="5" name="Rectangle 4">
            <a:extLst xmlns:a="http://schemas.openxmlformats.org/drawingml/2006/main">
              <a:ext uri="{FF2B5EF4-FFF2-40B4-BE49-F238E27FC236}">
                <a16:creationId xmlns:a16="http://schemas.microsoft.com/office/drawing/2014/main" id="{ABED7316-558A-45C6-959B-FBF89DCB1982}"/>
              </a:ext>
            </a:extLst>
          </p:cNvPr>
          <p:cNvSpPr>
            <a:spLocks xmlns:a="http://schemas.openxmlformats.org/drawingml/2006/main" noGrp="1"/>
          </p:cNvSpPr>
          <p:nvPr/>
        </p:nvSpPr>
        <p:spPr>
          <a:xfrm xmlns:a="http://schemas.openxmlformats.org/drawingml/2006/main">
            <a:off x="609600" y="6477000"/>
            <a:ext cx="109728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a:bodyPr>
          <a:lstStyle xmlns:a="http://schemas.openxmlformats.org/drawingml/2006/main">
            <a:defPPr algn="r">
              <a:defRPr sz="900" b="0">
                <a:solidFill>
                  <a:srgbClr val="63788A"/>
                </a:solidFill>
                <a:latin typeface="Helvetica Neue"/>
                <a:ea typeface="Helvetica Neue"/>
                <a:cs typeface="Helvetica Neue"/>
              </a:defRPr>
            </a:defPPr>
            <a:lvl1pPr algn="r">
              <a:buNone/>
              <a:defRPr sz="900" b="0">
                <a:solidFill>
                  <a:srgbClr val="63788A"/>
                </a:solidFill>
                <a:latin typeface="Helvetica Neue"/>
                <a:ea typeface="Helvetica Neue"/>
                <a:cs typeface="Helvetica Neue"/>
              </a:defRPr>
            </a:lvl1pPr>
            <a:lvl2pPr algn="r">
              <a:buNone/>
              <a:defRPr sz="900" b="0">
                <a:solidFill>
                  <a:srgbClr val="63788A"/>
                </a:solidFill>
                <a:latin typeface="Helvetica Neue"/>
                <a:ea typeface="Helvetica Neue"/>
                <a:cs typeface="Helvetica Neue"/>
              </a:defRPr>
            </a:lvl2pPr>
            <a:lvl3pPr algn="r">
              <a:buNone/>
              <a:defRPr sz="900" b="0">
                <a:solidFill>
                  <a:srgbClr val="63788A"/>
                </a:solidFill>
                <a:latin typeface="Helvetica Neue"/>
                <a:ea typeface="Helvetica Neue"/>
                <a:cs typeface="Helvetica Neue"/>
              </a:defRPr>
            </a:lvl3pPr>
            <a:lvl4pPr algn="r">
              <a:buNone/>
              <a:defRPr sz="900" b="0">
                <a:solidFill>
                  <a:srgbClr val="63788A"/>
                </a:solidFill>
                <a:latin typeface="Helvetica Neue"/>
                <a:ea typeface="Helvetica Neue"/>
                <a:cs typeface="Helvetica Neue"/>
              </a:defRPr>
            </a:lvl4pPr>
            <a:lvl5pPr algn="r">
              <a:buNone/>
              <a:defRPr sz="900" b="0">
                <a:solidFill>
                  <a:srgbClr val="63788A"/>
                </a:solidFill>
                <a:latin typeface="Helvetica Neue"/>
                <a:ea typeface="Helvetica Neue"/>
                <a:cs typeface="Helvetica Neue"/>
              </a:defRPr>
            </a:lvl5pPr>
            <a:lvl6pPr algn="r">
              <a:buNone/>
              <a:defRPr sz="900" b="0">
                <a:solidFill>
                  <a:srgbClr val="63788A"/>
                </a:solidFill>
                <a:latin typeface="Helvetica Neue"/>
                <a:ea typeface="Helvetica Neue"/>
                <a:cs typeface="Helvetica Neue"/>
              </a:defRPr>
            </a:lvl6pPr>
            <a:lvl7pPr algn="r">
              <a:buNone/>
              <a:defRPr sz="900" b="0">
                <a:solidFill>
                  <a:srgbClr val="63788A"/>
                </a:solidFill>
                <a:latin typeface="Helvetica Neue"/>
                <a:ea typeface="Helvetica Neue"/>
                <a:cs typeface="Helvetica Neue"/>
              </a:defRPr>
            </a:lvl7pPr>
            <a:lvl8pPr algn="r">
              <a:buNone/>
              <a:defRPr sz="900" b="0">
                <a:solidFill>
                  <a:srgbClr val="63788A"/>
                </a:solidFill>
                <a:latin typeface="Helvetica Neue"/>
                <a:ea typeface="Helvetica Neue"/>
                <a:cs typeface="Helvetica Neue"/>
              </a:defRPr>
            </a:lvl8pPr>
            <a:lvl9pPr algn="r">
              <a:buNone/>
              <a:defRPr sz="900" b="0">
                <a:solidFill>
                  <a:srgbClr val="63788A"/>
                </a:solidFill>
                <a:latin typeface="Helvetica Neue"/>
                <a:ea typeface="Helvetica Neue"/>
                <a:cs typeface="Helvetica Neue"/>
              </a:defRPr>
            </a:lvl9pPr>
          </a:lstStyle>
          <a:p xmlns:a="http://schemas.openxmlformats.org/drawingml/2006/main">
            <a:pPr algn="r">
              <a:buNone/>
              <a:defRPr sz="900" b="0">
                <a:solidFill>
                  <a:srgbClr val="63788A"/>
                </a:solidFill>
                <a:latin typeface="Helvetica Neue"/>
                <a:ea typeface="Helvetica Neue"/>
                <a:cs typeface="Helvetica Neue"/>
              </a:defRPr>
            </a:pPr>
            <a:r>
              <a:rPr sz="900" b="0">
                <a:solidFill>
                  <a:srgbClr val="63788A"/>
                </a:solidFill>
                <a:latin typeface="Helvetica Neue"/>
                <a:ea typeface="Helvetica Neue"/>
                <a:cs typeface="Helvetica Neue"/>
              </a:rPr>
              <a:t>PROJECT 9  •  AML VIVA  •  11</a:t>
            </a:r>
          </a:p>
        </p:txBody>
      </p:sp>
      <p:pic>
        <p:nvPicPr>
          <p:cNvPr id="6" name="Picture 5">
            <a:extLst xmlns:a="http://schemas.openxmlformats.org/drawingml/2006/main">
              <a:ext uri="{FF2B5EF4-FFF2-40B4-BE49-F238E27FC236}">
                <a16:creationId xmlns:a16="http://schemas.microsoft.com/office/drawing/2014/main" id="{685C889B-6329-41BF-AC00-69D8744816CC}"/>
              </a:ext>
            </a:extLst>
          </p:cNvPr>
          <p:cNvPicPr>
            <a:picLocks xmlns:a="http://schemas.openxmlformats.org/drawingml/2006/main" noChangeAspect="1"/>
          </p:cNvPicPr>
          <p:nvPr/>
        </p:nvPicPr>
        <p:blipFill>
          <a:blip xmlns:r="http://schemas.openxmlformats.org/officeDocument/2006/relationships" xmlns:a="http://schemas.openxmlformats.org/drawingml/2006/main" r:embed="R9cf38f8e79e141dc"/>
          <a:stretch xmlns:a="http://schemas.openxmlformats.org/drawingml/2006/main"/>
        </p:blipFill>
        <p:spPr>
          <a:xfrm xmlns:a="http://schemas.openxmlformats.org/drawingml/2006/main">
            <a:off x="1167392" y="1381125"/>
            <a:ext cx="5904341" cy="4619625"/>
          </a:xfrm>
          <a:prstGeom xmlns:a="http://schemas.openxmlformats.org/drawingml/2006/main" prst="rect">
            <a:avLst/>
          </a:prstGeom>
        </p:spPr>
      </p:pic>
      <p:sp>
        <p:nvSpPr>
          <p:cNvPr id="7" name="Rectangle 6">
            <a:extLst xmlns:a="http://schemas.openxmlformats.org/drawingml/2006/main">
              <a:ext uri="{FF2B5EF4-FFF2-40B4-BE49-F238E27FC236}">
                <a16:creationId xmlns:a16="http://schemas.microsoft.com/office/drawing/2014/main" id="{ED2DA532-0EB4-419E-B8D6-ECB943560FB5}"/>
              </a:ext>
            </a:extLst>
          </p:cNvPr>
          <p:cNvSpPr>
            <a:spLocks xmlns:a="http://schemas.openxmlformats.org/drawingml/2006/main" noGrp="1"/>
          </p:cNvSpPr>
          <p:nvPr/>
        </p:nvSpPr>
        <p:spPr>
          <a:xfrm xmlns:a="http://schemas.openxmlformats.org/drawingml/2006/main">
            <a:off x="8248650" y="1809750"/>
            <a:ext cx="314325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a:bodyPr>
          <a:lstStyle xmlns:a="http://schemas.openxmlformats.org/drawingml/2006/main">
            <a:defPPr algn="l">
              <a:defRPr sz="3750" b="1">
                <a:solidFill>
                  <a:srgbClr val="243A50"/>
                </a:solidFill>
                <a:latin typeface="Helvetica Neue"/>
                <a:ea typeface="Helvetica Neue"/>
                <a:cs typeface="Helvetica Neue"/>
              </a:defRPr>
            </a:defPPr>
            <a:lvl1pPr algn="l">
              <a:buNone/>
              <a:defRPr sz="3750" b="1">
                <a:solidFill>
                  <a:srgbClr val="243A50"/>
                </a:solidFill>
                <a:latin typeface="Helvetica Neue"/>
                <a:ea typeface="Helvetica Neue"/>
                <a:cs typeface="Helvetica Neue"/>
              </a:defRPr>
            </a:lvl1pPr>
            <a:lvl2pPr algn="l">
              <a:buNone/>
              <a:defRPr sz="3750" b="1">
                <a:solidFill>
                  <a:srgbClr val="243A50"/>
                </a:solidFill>
                <a:latin typeface="Helvetica Neue"/>
                <a:ea typeface="Helvetica Neue"/>
                <a:cs typeface="Helvetica Neue"/>
              </a:defRPr>
            </a:lvl2pPr>
            <a:lvl3pPr algn="l">
              <a:buNone/>
              <a:defRPr sz="3750" b="1">
                <a:solidFill>
                  <a:srgbClr val="243A50"/>
                </a:solidFill>
                <a:latin typeface="Helvetica Neue"/>
                <a:ea typeface="Helvetica Neue"/>
                <a:cs typeface="Helvetica Neue"/>
              </a:defRPr>
            </a:lvl3pPr>
            <a:lvl4pPr algn="l">
              <a:buNone/>
              <a:defRPr sz="3750" b="1">
                <a:solidFill>
                  <a:srgbClr val="243A50"/>
                </a:solidFill>
                <a:latin typeface="Helvetica Neue"/>
                <a:ea typeface="Helvetica Neue"/>
                <a:cs typeface="Helvetica Neue"/>
              </a:defRPr>
            </a:lvl4pPr>
            <a:lvl5pPr algn="l">
              <a:buNone/>
              <a:defRPr sz="3750" b="1">
                <a:solidFill>
                  <a:srgbClr val="243A50"/>
                </a:solidFill>
                <a:latin typeface="Helvetica Neue"/>
                <a:ea typeface="Helvetica Neue"/>
                <a:cs typeface="Helvetica Neue"/>
              </a:defRPr>
            </a:lvl5pPr>
            <a:lvl6pPr algn="l">
              <a:buNone/>
              <a:defRPr sz="3750" b="1">
                <a:solidFill>
                  <a:srgbClr val="243A50"/>
                </a:solidFill>
                <a:latin typeface="Helvetica Neue"/>
                <a:ea typeface="Helvetica Neue"/>
                <a:cs typeface="Helvetica Neue"/>
              </a:defRPr>
            </a:lvl6pPr>
            <a:lvl7pPr algn="l">
              <a:buNone/>
              <a:defRPr sz="3750" b="1">
                <a:solidFill>
                  <a:srgbClr val="243A50"/>
                </a:solidFill>
                <a:latin typeface="Helvetica Neue"/>
                <a:ea typeface="Helvetica Neue"/>
                <a:cs typeface="Helvetica Neue"/>
              </a:defRPr>
            </a:lvl7pPr>
            <a:lvl8pPr algn="l">
              <a:buNone/>
              <a:defRPr sz="3750" b="1">
                <a:solidFill>
                  <a:srgbClr val="243A50"/>
                </a:solidFill>
                <a:latin typeface="Helvetica Neue"/>
                <a:ea typeface="Helvetica Neue"/>
                <a:cs typeface="Helvetica Neue"/>
              </a:defRPr>
            </a:lvl8pPr>
            <a:lvl9pPr algn="l">
              <a:buNone/>
              <a:defRPr sz="3750" b="1">
                <a:solidFill>
                  <a:srgbClr val="243A50"/>
                </a:solidFill>
                <a:latin typeface="Helvetica Neue"/>
                <a:ea typeface="Helvetica Neue"/>
                <a:cs typeface="Helvetica Neue"/>
              </a:defRPr>
            </a:lvl9pPr>
          </a:lstStyle>
          <a:p xmlns:a="http://schemas.openxmlformats.org/drawingml/2006/main">
            <a:pPr algn="l">
              <a:buNone/>
              <a:defRPr sz="3750" b="1">
                <a:solidFill>
                  <a:srgbClr val="243A50"/>
                </a:solidFill>
                <a:latin typeface="Helvetica Neue"/>
                <a:ea typeface="Helvetica Neue"/>
                <a:cs typeface="Helvetica Neue"/>
              </a:defRPr>
            </a:pPr>
            <a:r>
              <a:rPr sz="3750" b="1">
                <a:solidFill>
                  <a:srgbClr val="243A50"/>
                </a:solidFill>
                <a:latin typeface="Helvetica Neue"/>
                <a:ea typeface="Helvetica Neue"/>
                <a:cs typeface="Helvetica Neue"/>
              </a:rPr>
              <a:t>88.93%</a:t>
            </a:r>
          </a:p>
        </p:txBody>
      </p:sp>
      <p:sp>
        <p:nvSpPr>
          <p:cNvPr id="8" name="Rectangle 7">
            <a:extLst xmlns:a="http://schemas.openxmlformats.org/drawingml/2006/main">
              <a:ext uri="{FF2B5EF4-FFF2-40B4-BE49-F238E27FC236}">
                <a16:creationId xmlns:a16="http://schemas.microsoft.com/office/drawing/2014/main" id="{61C8DEBA-F5E2-4DB3-9411-55A473C0E165}"/>
              </a:ext>
            </a:extLst>
          </p:cNvPr>
          <p:cNvSpPr>
            <a:spLocks xmlns:a="http://schemas.openxmlformats.org/drawingml/2006/main" noGrp="1"/>
          </p:cNvSpPr>
          <p:nvPr/>
        </p:nvSpPr>
        <p:spPr>
          <a:xfrm xmlns:a="http://schemas.openxmlformats.org/drawingml/2006/main">
            <a:off x="8248650" y="2476500"/>
            <a:ext cx="31432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a:bodyPr>
          <a:lstStyle xmlns:a="http://schemas.openxmlformats.org/drawingml/2006/main">
            <a:defPPr algn="l">
              <a:defRPr sz="1350" b="0">
                <a:solidFill>
                  <a:srgbClr val="63788A"/>
                </a:solidFill>
                <a:latin typeface="Helvetica Neue"/>
                <a:ea typeface="Helvetica Neue"/>
                <a:cs typeface="Helvetica Neue"/>
              </a:defRPr>
            </a:defPPr>
            <a:lvl1pPr algn="l">
              <a:buNone/>
              <a:defRPr sz="1350" b="0">
                <a:solidFill>
                  <a:srgbClr val="63788A"/>
                </a:solidFill>
                <a:latin typeface="Helvetica Neue"/>
                <a:ea typeface="Helvetica Neue"/>
                <a:cs typeface="Helvetica Neue"/>
              </a:defRPr>
            </a:lvl1pPr>
            <a:lvl2pPr algn="l">
              <a:buNone/>
              <a:defRPr sz="1350" b="0">
                <a:solidFill>
                  <a:srgbClr val="63788A"/>
                </a:solidFill>
                <a:latin typeface="Helvetica Neue"/>
                <a:ea typeface="Helvetica Neue"/>
                <a:cs typeface="Helvetica Neue"/>
              </a:defRPr>
            </a:lvl2pPr>
            <a:lvl3pPr algn="l">
              <a:buNone/>
              <a:defRPr sz="1350" b="0">
                <a:solidFill>
                  <a:srgbClr val="63788A"/>
                </a:solidFill>
                <a:latin typeface="Helvetica Neue"/>
                <a:ea typeface="Helvetica Neue"/>
                <a:cs typeface="Helvetica Neue"/>
              </a:defRPr>
            </a:lvl3pPr>
            <a:lvl4pPr algn="l">
              <a:buNone/>
              <a:defRPr sz="1350" b="0">
                <a:solidFill>
                  <a:srgbClr val="63788A"/>
                </a:solidFill>
                <a:latin typeface="Helvetica Neue"/>
                <a:ea typeface="Helvetica Neue"/>
                <a:cs typeface="Helvetica Neue"/>
              </a:defRPr>
            </a:lvl4pPr>
            <a:lvl5pPr algn="l">
              <a:buNone/>
              <a:defRPr sz="1350" b="0">
                <a:solidFill>
                  <a:srgbClr val="63788A"/>
                </a:solidFill>
                <a:latin typeface="Helvetica Neue"/>
                <a:ea typeface="Helvetica Neue"/>
                <a:cs typeface="Helvetica Neue"/>
              </a:defRPr>
            </a:lvl5pPr>
            <a:lvl6pPr algn="l">
              <a:buNone/>
              <a:defRPr sz="1350" b="0">
                <a:solidFill>
                  <a:srgbClr val="63788A"/>
                </a:solidFill>
                <a:latin typeface="Helvetica Neue"/>
                <a:ea typeface="Helvetica Neue"/>
                <a:cs typeface="Helvetica Neue"/>
              </a:defRPr>
            </a:lvl6pPr>
            <a:lvl7pPr algn="l">
              <a:buNone/>
              <a:defRPr sz="1350" b="0">
                <a:solidFill>
                  <a:srgbClr val="63788A"/>
                </a:solidFill>
                <a:latin typeface="Helvetica Neue"/>
                <a:ea typeface="Helvetica Neue"/>
                <a:cs typeface="Helvetica Neue"/>
              </a:defRPr>
            </a:lvl7pPr>
            <a:lvl8pPr algn="l">
              <a:buNone/>
              <a:defRPr sz="1350" b="0">
                <a:solidFill>
                  <a:srgbClr val="63788A"/>
                </a:solidFill>
                <a:latin typeface="Helvetica Neue"/>
                <a:ea typeface="Helvetica Neue"/>
                <a:cs typeface="Helvetica Neue"/>
              </a:defRPr>
            </a:lvl8pPr>
            <a:lvl9pPr algn="l">
              <a:buNone/>
              <a:defRPr sz="1350" b="0">
                <a:solidFill>
                  <a:srgbClr val="63788A"/>
                </a:solidFill>
                <a:latin typeface="Helvetica Neue"/>
                <a:ea typeface="Helvetica Neue"/>
                <a:cs typeface="Helvetica Neue"/>
              </a:defRPr>
            </a:lvl9pPr>
          </a:lstStyle>
          <a:p xmlns:a="http://schemas.openxmlformats.org/drawingml/2006/main">
            <a:pPr algn="l">
              <a:buNone/>
              <a:defRPr sz="1350" b="0">
                <a:solidFill>
                  <a:srgbClr val="63788A"/>
                </a:solidFill>
                <a:latin typeface="Helvetica Neue"/>
                <a:ea typeface="Helvetica Neue"/>
                <a:cs typeface="Helvetica Neue"/>
              </a:defRPr>
            </a:pPr>
            <a:r>
              <a:rPr sz="1350" b="0">
                <a:solidFill>
                  <a:srgbClr val="63788A"/>
                </a:solidFill>
                <a:latin typeface="Helvetica Neue"/>
                <a:ea typeface="Helvetica Neue"/>
                <a:cs typeface="Helvetica Neue"/>
              </a:rPr>
              <a:t>held-out accuracy</a:t>
            </a:r>
          </a:p>
        </p:txBody>
      </p:sp>
      <p:sp>
        <p:nvSpPr>
          <p:cNvPr id="9" name="Rectangle 8">
            <a:extLst xmlns:a="http://schemas.openxmlformats.org/drawingml/2006/main">
              <a:ext uri="{FF2B5EF4-FFF2-40B4-BE49-F238E27FC236}">
                <a16:creationId xmlns:a16="http://schemas.microsoft.com/office/drawing/2014/main" id="{A35C7B7B-F0FC-42BA-BCBF-8D2595A64691}"/>
              </a:ext>
            </a:extLst>
          </p:cNvPr>
          <p:cNvSpPr>
            <a:spLocks xmlns:a="http://schemas.openxmlformats.org/drawingml/2006/main" noGrp="1"/>
          </p:cNvSpPr>
          <p:nvPr/>
        </p:nvSpPr>
        <p:spPr>
          <a:xfrm xmlns:a="http://schemas.openxmlformats.org/drawingml/2006/main">
            <a:off x="8248650" y="3190875"/>
            <a:ext cx="314325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a:bodyPr>
          <a:lstStyle xmlns:a="http://schemas.openxmlformats.org/drawingml/2006/main">
            <a:defPPr algn="l">
              <a:defRPr sz="3750" b="1">
                <a:solidFill>
                  <a:srgbClr val="64877F"/>
                </a:solidFill>
                <a:latin typeface="Helvetica Neue"/>
                <a:ea typeface="Helvetica Neue"/>
                <a:cs typeface="Helvetica Neue"/>
              </a:defRPr>
            </a:defPPr>
            <a:lvl1pPr algn="l">
              <a:buNone/>
              <a:defRPr sz="3750" b="1">
                <a:solidFill>
                  <a:srgbClr val="64877F"/>
                </a:solidFill>
                <a:latin typeface="Helvetica Neue"/>
                <a:ea typeface="Helvetica Neue"/>
                <a:cs typeface="Helvetica Neue"/>
              </a:defRPr>
            </a:lvl1pPr>
            <a:lvl2pPr algn="l">
              <a:buNone/>
              <a:defRPr sz="3750" b="1">
                <a:solidFill>
                  <a:srgbClr val="64877F"/>
                </a:solidFill>
                <a:latin typeface="Helvetica Neue"/>
                <a:ea typeface="Helvetica Neue"/>
                <a:cs typeface="Helvetica Neue"/>
              </a:defRPr>
            </a:lvl2pPr>
            <a:lvl3pPr algn="l">
              <a:buNone/>
              <a:defRPr sz="3750" b="1">
                <a:solidFill>
                  <a:srgbClr val="64877F"/>
                </a:solidFill>
                <a:latin typeface="Helvetica Neue"/>
                <a:ea typeface="Helvetica Neue"/>
                <a:cs typeface="Helvetica Neue"/>
              </a:defRPr>
            </a:lvl3pPr>
            <a:lvl4pPr algn="l">
              <a:buNone/>
              <a:defRPr sz="3750" b="1">
                <a:solidFill>
                  <a:srgbClr val="64877F"/>
                </a:solidFill>
                <a:latin typeface="Helvetica Neue"/>
                <a:ea typeface="Helvetica Neue"/>
                <a:cs typeface="Helvetica Neue"/>
              </a:defRPr>
            </a:lvl4pPr>
            <a:lvl5pPr algn="l">
              <a:buNone/>
              <a:defRPr sz="3750" b="1">
                <a:solidFill>
                  <a:srgbClr val="64877F"/>
                </a:solidFill>
                <a:latin typeface="Helvetica Neue"/>
                <a:ea typeface="Helvetica Neue"/>
                <a:cs typeface="Helvetica Neue"/>
              </a:defRPr>
            </a:lvl5pPr>
            <a:lvl6pPr algn="l">
              <a:buNone/>
              <a:defRPr sz="3750" b="1">
                <a:solidFill>
                  <a:srgbClr val="64877F"/>
                </a:solidFill>
                <a:latin typeface="Helvetica Neue"/>
                <a:ea typeface="Helvetica Neue"/>
                <a:cs typeface="Helvetica Neue"/>
              </a:defRPr>
            </a:lvl6pPr>
            <a:lvl7pPr algn="l">
              <a:buNone/>
              <a:defRPr sz="3750" b="1">
                <a:solidFill>
                  <a:srgbClr val="64877F"/>
                </a:solidFill>
                <a:latin typeface="Helvetica Neue"/>
                <a:ea typeface="Helvetica Neue"/>
                <a:cs typeface="Helvetica Neue"/>
              </a:defRPr>
            </a:lvl7pPr>
            <a:lvl8pPr algn="l">
              <a:buNone/>
              <a:defRPr sz="3750" b="1">
                <a:solidFill>
                  <a:srgbClr val="64877F"/>
                </a:solidFill>
                <a:latin typeface="Helvetica Neue"/>
                <a:ea typeface="Helvetica Neue"/>
                <a:cs typeface="Helvetica Neue"/>
              </a:defRPr>
            </a:lvl8pPr>
            <a:lvl9pPr algn="l">
              <a:buNone/>
              <a:defRPr sz="3750" b="1">
                <a:solidFill>
                  <a:srgbClr val="64877F"/>
                </a:solidFill>
                <a:latin typeface="Helvetica Neue"/>
                <a:ea typeface="Helvetica Neue"/>
                <a:cs typeface="Helvetica Neue"/>
              </a:defRPr>
            </a:lvl9pPr>
          </a:lstStyle>
          <a:p xmlns:a="http://schemas.openxmlformats.org/drawingml/2006/main">
            <a:pPr algn="l">
              <a:buNone/>
              <a:defRPr sz="3750" b="1">
                <a:solidFill>
                  <a:srgbClr val="64877F"/>
                </a:solidFill>
                <a:latin typeface="Helvetica Neue"/>
                <a:ea typeface="Helvetica Neue"/>
                <a:cs typeface="Helvetica Neue"/>
              </a:defRPr>
            </a:pPr>
            <a:r>
              <a:rPr sz="3750" b="1">
                <a:solidFill>
                  <a:srgbClr val="64877F"/>
                </a:solidFill>
                <a:latin typeface="Helvetica Neue"/>
                <a:ea typeface="Helvetica Neue"/>
                <a:cs typeface="Helvetica Neue"/>
              </a:rPr>
              <a:t>87.27%</a:t>
            </a:r>
          </a:p>
        </p:txBody>
      </p:sp>
      <p:sp>
        <p:nvSpPr>
          <p:cNvPr id="10" name="Rectangle 9">
            <a:extLst xmlns:a="http://schemas.openxmlformats.org/drawingml/2006/main">
              <a:ext uri="{FF2B5EF4-FFF2-40B4-BE49-F238E27FC236}">
                <a16:creationId xmlns:a16="http://schemas.microsoft.com/office/drawing/2014/main" id="{F14315E0-8246-458C-8562-5947FCF102F8}"/>
              </a:ext>
            </a:extLst>
          </p:cNvPr>
          <p:cNvSpPr>
            <a:spLocks xmlns:a="http://schemas.openxmlformats.org/drawingml/2006/main" noGrp="1"/>
          </p:cNvSpPr>
          <p:nvPr/>
        </p:nvSpPr>
        <p:spPr>
          <a:xfrm xmlns:a="http://schemas.openxmlformats.org/drawingml/2006/main">
            <a:off x="8248650" y="3857625"/>
            <a:ext cx="31432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a:bodyPr>
          <a:lstStyle xmlns:a="http://schemas.openxmlformats.org/drawingml/2006/main">
            <a:defPPr algn="l">
              <a:defRPr sz="1350" b="0">
                <a:solidFill>
                  <a:srgbClr val="63788A"/>
                </a:solidFill>
                <a:latin typeface="Helvetica Neue"/>
                <a:ea typeface="Helvetica Neue"/>
                <a:cs typeface="Helvetica Neue"/>
              </a:defRPr>
            </a:defPPr>
            <a:lvl1pPr algn="l">
              <a:buNone/>
              <a:defRPr sz="1350" b="0">
                <a:solidFill>
                  <a:srgbClr val="63788A"/>
                </a:solidFill>
                <a:latin typeface="Helvetica Neue"/>
                <a:ea typeface="Helvetica Neue"/>
                <a:cs typeface="Helvetica Neue"/>
              </a:defRPr>
            </a:lvl1pPr>
            <a:lvl2pPr algn="l">
              <a:buNone/>
              <a:defRPr sz="1350" b="0">
                <a:solidFill>
                  <a:srgbClr val="63788A"/>
                </a:solidFill>
                <a:latin typeface="Helvetica Neue"/>
                <a:ea typeface="Helvetica Neue"/>
                <a:cs typeface="Helvetica Neue"/>
              </a:defRPr>
            </a:lvl2pPr>
            <a:lvl3pPr algn="l">
              <a:buNone/>
              <a:defRPr sz="1350" b="0">
                <a:solidFill>
                  <a:srgbClr val="63788A"/>
                </a:solidFill>
                <a:latin typeface="Helvetica Neue"/>
                <a:ea typeface="Helvetica Neue"/>
                <a:cs typeface="Helvetica Neue"/>
              </a:defRPr>
            </a:lvl3pPr>
            <a:lvl4pPr algn="l">
              <a:buNone/>
              <a:defRPr sz="1350" b="0">
                <a:solidFill>
                  <a:srgbClr val="63788A"/>
                </a:solidFill>
                <a:latin typeface="Helvetica Neue"/>
                <a:ea typeface="Helvetica Neue"/>
                <a:cs typeface="Helvetica Neue"/>
              </a:defRPr>
            </a:lvl4pPr>
            <a:lvl5pPr algn="l">
              <a:buNone/>
              <a:defRPr sz="1350" b="0">
                <a:solidFill>
                  <a:srgbClr val="63788A"/>
                </a:solidFill>
                <a:latin typeface="Helvetica Neue"/>
                <a:ea typeface="Helvetica Neue"/>
                <a:cs typeface="Helvetica Neue"/>
              </a:defRPr>
            </a:lvl5pPr>
            <a:lvl6pPr algn="l">
              <a:buNone/>
              <a:defRPr sz="1350" b="0">
                <a:solidFill>
                  <a:srgbClr val="63788A"/>
                </a:solidFill>
                <a:latin typeface="Helvetica Neue"/>
                <a:ea typeface="Helvetica Neue"/>
                <a:cs typeface="Helvetica Neue"/>
              </a:defRPr>
            </a:lvl6pPr>
            <a:lvl7pPr algn="l">
              <a:buNone/>
              <a:defRPr sz="1350" b="0">
                <a:solidFill>
                  <a:srgbClr val="63788A"/>
                </a:solidFill>
                <a:latin typeface="Helvetica Neue"/>
                <a:ea typeface="Helvetica Neue"/>
                <a:cs typeface="Helvetica Neue"/>
              </a:defRPr>
            </a:lvl7pPr>
            <a:lvl8pPr algn="l">
              <a:buNone/>
              <a:defRPr sz="1350" b="0">
                <a:solidFill>
                  <a:srgbClr val="63788A"/>
                </a:solidFill>
                <a:latin typeface="Helvetica Neue"/>
                <a:ea typeface="Helvetica Neue"/>
                <a:cs typeface="Helvetica Neue"/>
              </a:defRPr>
            </a:lvl8pPr>
            <a:lvl9pPr algn="l">
              <a:buNone/>
              <a:defRPr sz="1350" b="0">
                <a:solidFill>
                  <a:srgbClr val="63788A"/>
                </a:solidFill>
                <a:latin typeface="Helvetica Neue"/>
                <a:ea typeface="Helvetica Neue"/>
                <a:cs typeface="Helvetica Neue"/>
              </a:defRPr>
            </a:lvl9pPr>
          </a:lstStyle>
          <a:p xmlns:a="http://schemas.openxmlformats.org/drawingml/2006/main">
            <a:pPr algn="l">
              <a:buNone/>
              <a:defRPr sz="1350" b="0">
                <a:solidFill>
                  <a:srgbClr val="63788A"/>
                </a:solidFill>
                <a:latin typeface="Helvetica Neue"/>
                <a:ea typeface="Helvetica Neue"/>
                <a:cs typeface="Helvetica Neue"/>
              </a:defRPr>
            </a:pPr>
            <a:r>
              <a:rPr sz="1350" b="0">
                <a:solidFill>
                  <a:srgbClr val="63788A"/>
                </a:solidFill>
                <a:latin typeface="Helvetica Neue"/>
                <a:ea typeface="Helvetica Neue"/>
                <a:cs typeface="Helvetica Neue"/>
              </a:rPr>
              <a:t>held-out macro F1</a:t>
            </a:r>
          </a:p>
        </p:txBody>
      </p:sp>
      <p:sp>
        <p:nvSpPr>
          <p:cNvPr id="11" name="Rectangle 10">
            <a:extLst xmlns:a="http://schemas.openxmlformats.org/drawingml/2006/main">
              <a:ext uri="{FF2B5EF4-FFF2-40B4-BE49-F238E27FC236}">
                <a16:creationId xmlns:a16="http://schemas.microsoft.com/office/drawing/2014/main" id="{1BCA9EE7-F305-46B1-A917-09F38778C1FA}"/>
              </a:ext>
            </a:extLst>
          </p:cNvPr>
          <p:cNvSpPr>
            <a:spLocks xmlns:a="http://schemas.openxmlformats.org/drawingml/2006/main" noGrp="1"/>
          </p:cNvSpPr>
          <p:nvPr/>
        </p:nvSpPr>
        <p:spPr>
          <a:xfrm xmlns:a="http://schemas.openxmlformats.org/drawingml/2006/main">
            <a:off x="8286750" y="4619625"/>
            <a:ext cx="30480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a:bodyPr>
          <a:lstStyle xmlns:a="http://schemas.openxmlformats.org/drawingml/2006/main">
            <a:defPPr algn="l">
              <a:defRPr sz="1275" b="1">
                <a:solidFill>
                  <a:srgbClr val="63788A"/>
                </a:solidFill>
                <a:latin typeface="Helvetica Neue"/>
                <a:ea typeface="Helvetica Neue"/>
                <a:cs typeface="Helvetica Neue"/>
              </a:defRPr>
            </a:defPPr>
            <a:lvl1pPr algn="l">
              <a:buNone/>
              <a:defRPr sz="1275" b="1">
                <a:solidFill>
                  <a:srgbClr val="63788A"/>
                </a:solidFill>
                <a:latin typeface="Helvetica Neue"/>
                <a:ea typeface="Helvetica Neue"/>
                <a:cs typeface="Helvetica Neue"/>
              </a:defRPr>
            </a:lvl1pPr>
            <a:lvl2pPr algn="l">
              <a:buNone/>
              <a:defRPr sz="1275" b="1">
                <a:solidFill>
                  <a:srgbClr val="63788A"/>
                </a:solidFill>
                <a:latin typeface="Helvetica Neue"/>
                <a:ea typeface="Helvetica Neue"/>
                <a:cs typeface="Helvetica Neue"/>
              </a:defRPr>
            </a:lvl2pPr>
            <a:lvl3pPr algn="l">
              <a:buNone/>
              <a:defRPr sz="1275" b="1">
                <a:solidFill>
                  <a:srgbClr val="63788A"/>
                </a:solidFill>
                <a:latin typeface="Helvetica Neue"/>
                <a:ea typeface="Helvetica Neue"/>
                <a:cs typeface="Helvetica Neue"/>
              </a:defRPr>
            </a:lvl3pPr>
            <a:lvl4pPr algn="l">
              <a:buNone/>
              <a:defRPr sz="1275" b="1">
                <a:solidFill>
                  <a:srgbClr val="63788A"/>
                </a:solidFill>
                <a:latin typeface="Helvetica Neue"/>
                <a:ea typeface="Helvetica Neue"/>
                <a:cs typeface="Helvetica Neue"/>
              </a:defRPr>
            </a:lvl4pPr>
            <a:lvl5pPr algn="l">
              <a:buNone/>
              <a:defRPr sz="1275" b="1">
                <a:solidFill>
                  <a:srgbClr val="63788A"/>
                </a:solidFill>
                <a:latin typeface="Helvetica Neue"/>
                <a:ea typeface="Helvetica Neue"/>
                <a:cs typeface="Helvetica Neue"/>
              </a:defRPr>
            </a:lvl5pPr>
            <a:lvl6pPr algn="l">
              <a:buNone/>
              <a:defRPr sz="1275" b="1">
                <a:solidFill>
                  <a:srgbClr val="63788A"/>
                </a:solidFill>
                <a:latin typeface="Helvetica Neue"/>
                <a:ea typeface="Helvetica Neue"/>
                <a:cs typeface="Helvetica Neue"/>
              </a:defRPr>
            </a:lvl6pPr>
            <a:lvl7pPr algn="l">
              <a:buNone/>
              <a:defRPr sz="1275" b="1">
                <a:solidFill>
                  <a:srgbClr val="63788A"/>
                </a:solidFill>
                <a:latin typeface="Helvetica Neue"/>
                <a:ea typeface="Helvetica Neue"/>
                <a:cs typeface="Helvetica Neue"/>
              </a:defRPr>
            </a:lvl7pPr>
            <a:lvl8pPr algn="l">
              <a:buNone/>
              <a:defRPr sz="1275" b="1">
                <a:solidFill>
                  <a:srgbClr val="63788A"/>
                </a:solidFill>
                <a:latin typeface="Helvetica Neue"/>
                <a:ea typeface="Helvetica Neue"/>
                <a:cs typeface="Helvetica Neue"/>
              </a:defRPr>
            </a:lvl8pPr>
            <a:lvl9pPr algn="l">
              <a:buNone/>
              <a:defRPr sz="1275" b="1">
                <a:solidFill>
                  <a:srgbClr val="63788A"/>
                </a:solidFill>
                <a:latin typeface="Helvetica Neue"/>
                <a:ea typeface="Helvetica Neue"/>
                <a:cs typeface="Helvetica Neue"/>
              </a:defRPr>
            </a:lvl9pPr>
          </a:lstStyle>
          <a:p xmlns:a="http://schemas.openxmlformats.org/drawingml/2006/main">
            <a:pPr algn="l">
              <a:buNone/>
              <a:defRPr sz="1275" b="1">
                <a:solidFill>
                  <a:srgbClr val="63788A"/>
                </a:solidFill>
                <a:latin typeface="Helvetica Neue"/>
                <a:ea typeface="Helvetica Neue"/>
                <a:cs typeface="Helvetica Neue"/>
              </a:defRPr>
            </a:pPr>
            <a:r>
              <a:rPr sz="1275" b="1">
                <a:solidFill>
                  <a:srgbClr val="63788A"/>
                </a:solidFill>
                <a:latin typeface="Helvetica Neue"/>
                <a:ea typeface="Helvetica Neue"/>
                <a:cs typeface="Helvetica Neue"/>
              </a:rPr>
              <a:t>Largest confusion</a:t>
            </a:r>
          </a:p>
        </p:txBody>
      </p:sp>
      <p:sp>
        <p:nvSpPr>
          <p:cNvPr id="12" name="Rectangle 11">
            <a:extLst xmlns:a="http://schemas.openxmlformats.org/drawingml/2006/main">
              <a:ext uri="{FF2B5EF4-FFF2-40B4-BE49-F238E27FC236}">
                <a16:creationId xmlns:a16="http://schemas.microsoft.com/office/drawing/2014/main" id="{7AC6684F-EBF1-431C-ADA4-23E96E9F2E43}"/>
              </a:ext>
            </a:extLst>
          </p:cNvPr>
          <p:cNvSpPr>
            <a:spLocks xmlns:a="http://schemas.openxmlformats.org/drawingml/2006/main" noGrp="1"/>
          </p:cNvSpPr>
          <p:nvPr/>
        </p:nvSpPr>
        <p:spPr>
          <a:xfrm xmlns:a="http://schemas.openxmlformats.org/drawingml/2006/main">
            <a:off x="8286750" y="4953000"/>
            <a:ext cx="3143250"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a:bodyPr>
          <a:lstStyle xmlns:a="http://schemas.openxmlformats.org/drawingml/2006/main">
            <a:defPPr algn="l">
              <a:defRPr sz="1575" b="1">
                <a:solidFill>
                  <a:srgbClr val="33485D"/>
                </a:solidFill>
                <a:latin typeface="Helvetica Neue"/>
                <a:ea typeface="Helvetica Neue"/>
                <a:cs typeface="Helvetica Neue"/>
              </a:defRPr>
            </a:defPPr>
            <a:lvl1pPr algn="l">
              <a:buNone/>
              <a:defRPr sz="1575" b="1">
                <a:solidFill>
                  <a:srgbClr val="33485D"/>
                </a:solidFill>
                <a:latin typeface="Helvetica Neue"/>
                <a:ea typeface="Helvetica Neue"/>
                <a:cs typeface="Helvetica Neue"/>
              </a:defRPr>
            </a:lvl1pPr>
            <a:lvl2pPr algn="l">
              <a:buNone/>
              <a:defRPr sz="1575" b="1">
                <a:solidFill>
                  <a:srgbClr val="33485D"/>
                </a:solidFill>
                <a:latin typeface="Helvetica Neue"/>
                <a:ea typeface="Helvetica Neue"/>
                <a:cs typeface="Helvetica Neue"/>
              </a:defRPr>
            </a:lvl2pPr>
            <a:lvl3pPr algn="l">
              <a:buNone/>
              <a:defRPr sz="1575" b="1">
                <a:solidFill>
                  <a:srgbClr val="33485D"/>
                </a:solidFill>
                <a:latin typeface="Helvetica Neue"/>
                <a:ea typeface="Helvetica Neue"/>
                <a:cs typeface="Helvetica Neue"/>
              </a:defRPr>
            </a:lvl3pPr>
            <a:lvl4pPr algn="l">
              <a:buNone/>
              <a:defRPr sz="1575" b="1">
                <a:solidFill>
                  <a:srgbClr val="33485D"/>
                </a:solidFill>
                <a:latin typeface="Helvetica Neue"/>
                <a:ea typeface="Helvetica Neue"/>
                <a:cs typeface="Helvetica Neue"/>
              </a:defRPr>
            </a:lvl4pPr>
            <a:lvl5pPr algn="l">
              <a:buNone/>
              <a:defRPr sz="1575" b="1">
                <a:solidFill>
                  <a:srgbClr val="33485D"/>
                </a:solidFill>
                <a:latin typeface="Helvetica Neue"/>
                <a:ea typeface="Helvetica Neue"/>
                <a:cs typeface="Helvetica Neue"/>
              </a:defRPr>
            </a:lvl5pPr>
            <a:lvl6pPr algn="l">
              <a:buNone/>
              <a:defRPr sz="1575" b="1">
                <a:solidFill>
                  <a:srgbClr val="33485D"/>
                </a:solidFill>
                <a:latin typeface="Helvetica Neue"/>
                <a:ea typeface="Helvetica Neue"/>
                <a:cs typeface="Helvetica Neue"/>
              </a:defRPr>
            </a:lvl6pPr>
            <a:lvl7pPr algn="l">
              <a:buNone/>
              <a:defRPr sz="1575" b="1">
                <a:solidFill>
                  <a:srgbClr val="33485D"/>
                </a:solidFill>
                <a:latin typeface="Helvetica Neue"/>
                <a:ea typeface="Helvetica Neue"/>
                <a:cs typeface="Helvetica Neue"/>
              </a:defRPr>
            </a:lvl7pPr>
            <a:lvl8pPr algn="l">
              <a:buNone/>
              <a:defRPr sz="1575" b="1">
                <a:solidFill>
                  <a:srgbClr val="33485D"/>
                </a:solidFill>
                <a:latin typeface="Helvetica Neue"/>
                <a:ea typeface="Helvetica Neue"/>
                <a:cs typeface="Helvetica Neue"/>
              </a:defRPr>
            </a:lvl8pPr>
            <a:lvl9pPr algn="l">
              <a:buNone/>
              <a:defRPr sz="1575" b="1">
                <a:solidFill>
                  <a:srgbClr val="33485D"/>
                </a:solidFill>
                <a:latin typeface="Helvetica Neue"/>
                <a:ea typeface="Helvetica Neue"/>
                <a:cs typeface="Helvetica Neue"/>
              </a:defRPr>
            </a:lvl9pPr>
          </a:lstStyle>
          <a:p xmlns:a="http://schemas.openxmlformats.org/drawingml/2006/main">
            <a:pPr algn="l">
              <a:buNone/>
              <a:defRPr sz="1575" b="1">
                <a:solidFill>
                  <a:srgbClr val="33485D"/>
                </a:solidFill>
                <a:latin typeface="Helvetica Neue"/>
                <a:ea typeface="Helvetica Neue"/>
                <a:cs typeface="Helvetica Neue"/>
              </a:defRPr>
            </a:pPr>
            <a:r>
              <a:rPr sz="1575" b="1">
                <a:solidFill>
                  <a:srgbClr val="33485D"/>
                </a:solidFill>
                <a:latin typeface="Helvetica Neue"/>
                <a:ea typeface="Helvetica Neue"/>
                <a:cs typeface="Helvetica Neue"/>
              </a:rPr>
              <a:t>true 1 → predicted 2 · 49 rows</a:t>
            </a:r>
          </a:p>
        </p:txBody>
      </p:sp>
    </p:spTree>
    <p:extLst>
      <p:ext uri="{BB962C8B-B14F-4D97-AF65-F5344CB8AC3E}">
        <p14:creationId xmlns:p14="http://schemas.microsoft.com/office/powerpoint/2010/main" val="903531775"/>
      </p:ext>
    </p:extLst>
  </p:cSld>
</p:sld>
</file>

<file path=ppt/slides/slide12.xml><?xml version="1.0" encoding="utf-8"?>
<p:sld xmlns:p="http://schemas.openxmlformats.org/presentationml/2006/main">
  <p:cSld>
    <p:bg>
      <p:bgPr>
        <a:solidFill xmlns:a="http://schemas.openxmlformats.org/drawingml/2006/main">
          <a:srgbClr val="FAF9F6"/>
        </a:solidFill>
      </p:bgPr>
    </p:bg>
    <p:spTree>
      <p:nvGrpSpPr>
        <p:cNvPr id="1" name=""/>
        <p:cNvGrpSpPr/>
        <p:nvPr/>
      </p:nvGrpSpPr>
      <p:grpSpPr>
        <a:xfrm xmlns:a="http://schemas.openxmlformats.org/drawingml/2006/main"/>
      </p:grpSpPr>
      <p:sp>
        <p:nvSpPr>
          <p:cNvPr id="13" name="Rectangle 12">
            <a:extLst xmlns:a="http://schemas.openxmlformats.org/drawingml/2006/main">
              <a:ext uri="{FF2B5EF4-FFF2-40B4-BE49-F238E27FC236}">
                <a16:creationId xmlns:a16="http://schemas.microsoft.com/office/drawing/2014/main" id="{061C6DA4-76C2-413A-8A6C-D3350F3A9C15}"/>
              </a:ext>
            </a:extLst>
          </p:cNvPr>
          <p:cNvSpPr>
            <a:spLocks xmlns:a="http://schemas.openxmlformats.org/drawingml/2006/main" noGrp="1"/>
          </p:cNvSpPr>
          <p:nvPr/>
        </p:nvSpPr>
        <p:spPr>
          <a:xfrm xmlns:a="http://schemas.openxmlformats.org/drawingml/2006/main">
            <a:off x="0" y="0"/>
            <a:ext cx="12192000" cy="104775"/>
          </a:xfrm>
          <a:prstGeom xmlns:a="http://schemas.openxmlformats.org/drawingml/2006/main" prst="rect">
            <a:avLst/>
          </a:prstGeom>
          <a:solidFill xmlns:a="http://schemas.openxmlformats.org/drawingml/2006/main">
            <a:srgbClr val="C7DBD1"/>
          </a:solidFill>
          <a:ln xmlns:a="http://schemas.openxmlformats.org/drawingml/2006/main" w="0">
            <a:noFill/>
            <a:prstDash val="solid"/>
          </a:ln>
        </p:spPr>
      </p:sp>
      <p:sp>
        <p:nvSpPr>
          <p:cNvPr id="2" name="Rectangle 1">
            <a:extLst xmlns:a="http://schemas.openxmlformats.org/drawingml/2006/main">
              <a:ext uri="{FF2B5EF4-FFF2-40B4-BE49-F238E27FC236}">
                <a16:creationId xmlns:a16="http://schemas.microsoft.com/office/drawing/2014/main" id="{AF5C1767-7037-4426-A6BE-A7C1F8FB1E3B}"/>
              </a:ext>
            </a:extLst>
          </p:cNvPr>
          <p:cNvSpPr>
            <a:spLocks xmlns:a="http://schemas.openxmlformats.org/drawingml/2006/main" noGrp="1"/>
          </p:cNvSpPr>
          <p:nvPr/>
        </p:nvSpPr>
        <p:spPr>
          <a:xfrm xmlns:a="http://schemas.openxmlformats.org/drawingml/2006/main">
            <a:off x="609600" y="371475"/>
            <a:ext cx="1097280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a:bodyPr>
          <a:lstStyle xmlns:a="http://schemas.openxmlformats.org/drawingml/2006/main">
            <a:defPPr algn="l">
              <a:defRPr sz="2625" b="1">
                <a:solidFill>
                  <a:srgbClr val="243A50"/>
                </a:solidFill>
                <a:latin typeface="Helvetica Neue"/>
                <a:ea typeface="Helvetica Neue"/>
                <a:cs typeface="Helvetica Neue"/>
              </a:defRPr>
            </a:defPPr>
            <a:lvl1pPr algn="l">
              <a:buNone/>
              <a:defRPr sz="2625" b="1">
                <a:solidFill>
                  <a:srgbClr val="243A50"/>
                </a:solidFill>
                <a:latin typeface="Helvetica Neue"/>
                <a:ea typeface="Helvetica Neue"/>
                <a:cs typeface="Helvetica Neue"/>
              </a:defRPr>
            </a:lvl1pPr>
            <a:lvl2pPr algn="l">
              <a:buNone/>
              <a:defRPr sz="2625" b="1">
                <a:solidFill>
                  <a:srgbClr val="243A50"/>
                </a:solidFill>
                <a:latin typeface="Helvetica Neue"/>
                <a:ea typeface="Helvetica Neue"/>
                <a:cs typeface="Helvetica Neue"/>
              </a:defRPr>
            </a:lvl2pPr>
            <a:lvl3pPr algn="l">
              <a:buNone/>
              <a:defRPr sz="2625" b="1">
                <a:solidFill>
                  <a:srgbClr val="243A50"/>
                </a:solidFill>
                <a:latin typeface="Helvetica Neue"/>
                <a:ea typeface="Helvetica Neue"/>
                <a:cs typeface="Helvetica Neue"/>
              </a:defRPr>
            </a:lvl3pPr>
            <a:lvl4pPr algn="l">
              <a:buNone/>
              <a:defRPr sz="2625" b="1">
                <a:solidFill>
                  <a:srgbClr val="243A50"/>
                </a:solidFill>
                <a:latin typeface="Helvetica Neue"/>
                <a:ea typeface="Helvetica Neue"/>
                <a:cs typeface="Helvetica Neue"/>
              </a:defRPr>
            </a:lvl4pPr>
            <a:lvl5pPr algn="l">
              <a:buNone/>
              <a:defRPr sz="2625" b="1">
                <a:solidFill>
                  <a:srgbClr val="243A50"/>
                </a:solidFill>
                <a:latin typeface="Helvetica Neue"/>
                <a:ea typeface="Helvetica Neue"/>
                <a:cs typeface="Helvetica Neue"/>
              </a:defRPr>
            </a:lvl5pPr>
            <a:lvl6pPr algn="l">
              <a:buNone/>
              <a:defRPr sz="2625" b="1">
                <a:solidFill>
                  <a:srgbClr val="243A50"/>
                </a:solidFill>
                <a:latin typeface="Helvetica Neue"/>
                <a:ea typeface="Helvetica Neue"/>
                <a:cs typeface="Helvetica Neue"/>
              </a:defRPr>
            </a:lvl6pPr>
            <a:lvl7pPr algn="l">
              <a:buNone/>
              <a:defRPr sz="2625" b="1">
                <a:solidFill>
                  <a:srgbClr val="243A50"/>
                </a:solidFill>
                <a:latin typeface="Helvetica Neue"/>
                <a:ea typeface="Helvetica Neue"/>
                <a:cs typeface="Helvetica Neue"/>
              </a:defRPr>
            </a:lvl7pPr>
            <a:lvl8pPr algn="l">
              <a:buNone/>
              <a:defRPr sz="2625" b="1">
                <a:solidFill>
                  <a:srgbClr val="243A50"/>
                </a:solidFill>
                <a:latin typeface="Helvetica Neue"/>
                <a:ea typeface="Helvetica Neue"/>
                <a:cs typeface="Helvetica Neue"/>
              </a:defRPr>
            </a:lvl8pPr>
            <a:lvl9pPr algn="l">
              <a:buNone/>
              <a:defRPr sz="2625" b="1">
                <a:solidFill>
                  <a:srgbClr val="243A50"/>
                </a:solidFill>
                <a:latin typeface="Helvetica Neue"/>
                <a:ea typeface="Helvetica Neue"/>
                <a:cs typeface="Helvetica Neue"/>
              </a:defRPr>
            </a:lvl9pPr>
          </a:lstStyle>
          <a:p xmlns:a="http://schemas.openxmlformats.org/drawingml/2006/main">
            <a:pPr algn="l">
              <a:buNone/>
              <a:defRPr sz="2625" b="1">
                <a:solidFill>
                  <a:srgbClr val="243A50"/>
                </a:solidFill>
                <a:latin typeface="Helvetica Neue"/>
                <a:ea typeface="Helvetica Neue"/>
                <a:cs typeface="Helvetica Neue"/>
              </a:defRPr>
            </a:pPr>
            <a:r>
              <a:rPr sz="2625" b="1">
                <a:solidFill>
                  <a:srgbClr val="243A50"/>
                </a:solidFill>
                <a:latin typeface="Helvetica Neue"/>
                <a:ea typeface="Helvetica Neue"/>
                <a:cs typeface="Helvetica Neue"/>
              </a:rPr>
              <a:t>Workstream 3 · Minority floor performance</a:t>
            </a:r>
          </a:p>
        </p:txBody>
      </p:sp>
      <p:sp>
        <p:nvSpPr>
          <p:cNvPr id="3" name="Rectangle 2">
            <a:extLst xmlns:a="http://schemas.openxmlformats.org/drawingml/2006/main">
              <a:ext uri="{FF2B5EF4-FFF2-40B4-BE49-F238E27FC236}">
                <a16:creationId xmlns:a16="http://schemas.microsoft.com/office/drawing/2014/main" id="{AA0F079E-88C9-486C-8887-C0C08B406DCF}"/>
              </a:ext>
            </a:extLst>
          </p:cNvPr>
          <p:cNvSpPr>
            <a:spLocks xmlns:a="http://schemas.openxmlformats.org/drawingml/2006/main" noGrp="1"/>
          </p:cNvSpPr>
          <p:nvPr/>
        </p:nvSpPr>
        <p:spPr>
          <a:xfrm xmlns:a="http://schemas.openxmlformats.org/drawingml/2006/main">
            <a:off x="628650" y="904875"/>
            <a:ext cx="108394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a:bodyPr>
          <a:lstStyle xmlns:a="http://schemas.openxmlformats.org/drawingml/2006/main">
            <a:defPPr algn="l">
              <a:defRPr sz="1350" b="0">
                <a:solidFill>
                  <a:srgbClr val="63788A"/>
                </a:solidFill>
                <a:latin typeface="Helvetica Neue"/>
                <a:ea typeface="Helvetica Neue"/>
                <a:cs typeface="Helvetica Neue"/>
              </a:defRPr>
            </a:defPPr>
            <a:lvl1pPr algn="l">
              <a:buNone/>
              <a:defRPr sz="1350" b="0">
                <a:solidFill>
                  <a:srgbClr val="63788A"/>
                </a:solidFill>
                <a:latin typeface="Helvetica Neue"/>
                <a:ea typeface="Helvetica Neue"/>
                <a:cs typeface="Helvetica Neue"/>
              </a:defRPr>
            </a:lvl1pPr>
            <a:lvl2pPr algn="l">
              <a:buNone/>
              <a:defRPr sz="1350" b="0">
                <a:solidFill>
                  <a:srgbClr val="63788A"/>
                </a:solidFill>
                <a:latin typeface="Helvetica Neue"/>
                <a:ea typeface="Helvetica Neue"/>
                <a:cs typeface="Helvetica Neue"/>
              </a:defRPr>
            </a:lvl2pPr>
            <a:lvl3pPr algn="l">
              <a:buNone/>
              <a:defRPr sz="1350" b="0">
                <a:solidFill>
                  <a:srgbClr val="63788A"/>
                </a:solidFill>
                <a:latin typeface="Helvetica Neue"/>
                <a:ea typeface="Helvetica Neue"/>
                <a:cs typeface="Helvetica Neue"/>
              </a:defRPr>
            </a:lvl3pPr>
            <a:lvl4pPr algn="l">
              <a:buNone/>
              <a:defRPr sz="1350" b="0">
                <a:solidFill>
                  <a:srgbClr val="63788A"/>
                </a:solidFill>
                <a:latin typeface="Helvetica Neue"/>
                <a:ea typeface="Helvetica Neue"/>
                <a:cs typeface="Helvetica Neue"/>
              </a:defRPr>
            </a:lvl4pPr>
            <a:lvl5pPr algn="l">
              <a:buNone/>
              <a:defRPr sz="1350" b="0">
                <a:solidFill>
                  <a:srgbClr val="63788A"/>
                </a:solidFill>
                <a:latin typeface="Helvetica Neue"/>
                <a:ea typeface="Helvetica Neue"/>
                <a:cs typeface="Helvetica Neue"/>
              </a:defRPr>
            </a:lvl5pPr>
            <a:lvl6pPr algn="l">
              <a:buNone/>
              <a:defRPr sz="1350" b="0">
                <a:solidFill>
                  <a:srgbClr val="63788A"/>
                </a:solidFill>
                <a:latin typeface="Helvetica Neue"/>
                <a:ea typeface="Helvetica Neue"/>
                <a:cs typeface="Helvetica Neue"/>
              </a:defRPr>
            </a:lvl6pPr>
            <a:lvl7pPr algn="l">
              <a:buNone/>
              <a:defRPr sz="1350" b="0">
                <a:solidFill>
                  <a:srgbClr val="63788A"/>
                </a:solidFill>
                <a:latin typeface="Helvetica Neue"/>
                <a:ea typeface="Helvetica Neue"/>
                <a:cs typeface="Helvetica Neue"/>
              </a:defRPr>
            </a:lvl7pPr>
            <a:lvl8pPr algn="l">
              <a:buNone/>
              <a:defRPr sz="1350" b="0">
                <a:solidFill>
                  <a:srgbClr val="63788A"/>
                </a:solidFill>
                <a:latin typeface="Helvetica Neue"/>
                <a:ea typeface="Helvetica Neue"/>
                <a:cs typeface="Helvetica Neue"/>
              </a:defRPr>
            </a:lvl8pPr>
            <a:lvl9pPr algn="l">
              <a:buNone/>
              <a:defRPr sz="1350" b="0">
                <a:solidFill>
                  <a:srgbClr val="63788A"/>
                </a:solidFill>
                <a:latin typeface="Helvetica Neue"/>
                <a:ea typeface="Helvetica Neue"/>
                <a:cs typeface="Helvetica Neue"/>
              </a:defRPr>
            </a:lvl9pPr>
          </a:lstStyle>
          <a:p xmlns:a="http://schemas.openxmlformats.org/drawingml/2006/main">
            <a:pPr algn="l">
              <a:buNone/>
              <a:defRPr sz="1350" b="0">
                <a:solidFill>
                  <a:srgbClr val="63788A"/>
                </a:solidFill>
                <a:latin typeface="Helvetica Neue"/>
                <a:ea typeface="Helvetica Neue"/>
                <a:cs typeface="Helvetica Neue"/>
              </a:defRPr>
            </a:pPr>
            <a:r>
              <a:rPr sz="1350" b="0">
                <a:solidFill>
                  <a:srgbClr val="63788A"/>
                </a:solidFill>
                <a:latin typeface="Helvetica Neue"/>
                <a:ea typeface="Helvetica Neue"/>
                <a:cs typeface="Helvetica Neue"/>
              </a:rPr>
              <a:t>Floor 4 has limited held-out support and the weakest recall.</a:t>
            </a:r>
          </a:p>
        </p:txBody>
      </p:sp>
      <p:sp>
        <p:nvSpPr>
          <p:cNvPr id="4" name="Straight Connector 3">
            <a:extLst xmlns:a="http://schemas.openxmlformats.org/drawingml/2006/main">
              <a:ext uri="{FF2B5EF4-FFF2-40B4-BE49-F238E27FC236}">
                <a16:creationId xmlns:a16="http://schemas.microsoft.com/office/drawing/2014/main" id="{5DC032BB-B2B4-4158-BFE4-E911B2E6FDE9}"/>
              </a:ext>
            </a:extLst>
          </p:cNvPr>
          <p:cNvSpPr>
            <a:spLocks xmlns:a="http://schemas.openxmlformats.org/drawingml/2006/main" noGrp="1"/>
          </p:cNvSpPr>
          <p:nvPr/>
        </p:nvSpPr>
        <p:spPr>
          <a:xfrm xmlns:a="http://schemas.openxmlformats.org/drawingml/2006/main">
            <a:off x="609600" y="6381750"/>
            <a:ext cx="10972800" cy="0"/>
          </a:xfrm>
          <a:prstGeom xmlns:a="http://schemas.openxmlformats.org/drawingml/2006/main" prst="line">
            <a:avLst/>
          </a:prstGeom>
          <a:noFill xmlns:a="http://schemas.openxmlformats.org/drawingml/2006/main"/>
          <a:ln xmlns:a="http://schemas.openxmlformats.org/drawingml/2006/main" w="9525">
            <a:solidFill>
              <a:srgbClr val="CBD5DA"/>
            </a:solidFill>
            <a:prstDash val="solid"/>
          </a:ln>
        </p:spPr>
      </p:sp>
      <p:sp>
        <p:nvSpPr>
          <p:cNvPr id="5" name="Rectangle 4">
            <a:extLst xmlns:a="http://schemas.openxmlformats.org/drawingml/2006/main">
              <a:ext uri="{FF2B5EF4-FFF2-40B4-BE49-F238E27FC236}">
                <a16:creationId xmlns:a16="http://schemas.microsoft.com/office/drawing/2014/main" id="{3B7086AB-8824-4FBE-876D-A3BA8AD47E8D}"/>
              </a:ext>
            </a:extLst>
          </p:cNvPr>
          <p:cNvSpPr>
            <a:spLocks xmlns:a="http://schemas.openxmlformats.org/drawingml/2006/main" noGrp="1"/>
          </p:cNvSpPr>
          <p:nvPr/>
        </p:nvSpPr>
        <p:spPr>
          <a:xfrm xmlns:a="http://schemas.openxmlformats.org/drawingml/2006/main">
            <a:off x="609600" y="6477000"/>
            <a:ext cx="109728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a:bodyPr>
          <a:lstStyle xmlns:a="http://schemas.openxmlformats.org/drawingml/2006/main">
            <a:defPPr algn="r">
              <a:defRPr sz="900" b="0">
                <a:solidFill>
                  <a:srgbClr val="63788A"/>
                </a:solidFill>
                <a:latin typeface="Helvetica Neue"/>
                <a:ea typeface="Helvetica Neue"/>
                <a:cs typeface="Helvetica Neue"/>
              </a:defRPr>
            </a:defPPr>
            <a:lvl1pPr algn="r">
              <a:buNone/>
              <a:defRPr sz="900" b="0">
                <a:solidFill>
                  <a:srgbClr val="63788A"/>
                </a:solidFill>
                <a:latin typeface="Helvetica Neue"/>
                <a:ea typeface="Helvetica Neue"/>
                <a:cs typeface="Helvetica Neue"/>
              </a:defRPr>
            </a:lvl1pPr>
            <a:lvl2pPr algn="r">
              <a:buNone/>
              <a:defRPr sz="900" b="0">
                <a:solidFill>
                  <a:srgbClr val="63788A"/>
                </a:solidFill>
                <a:latin typeface="Helvetica Neue"/>
                <a:ea typeface="Helvetica Neue"/>
                <a:cs typeface="Helvetica Neue"/>
              </a:defRPr>
            </a:lvl2pPr>
            <a:lvl3pPr algn="r">
              <a:buNone/>
              <a:defRPr sz="900" b="0">
                <a:solidFill>
                  <a:srgbClr val="63788A"/>
                </a:solidFill>
                <a:latin typeface="Helvetica Neue"/>
                <a:ea typeface="Helvetica Neue"/>
                <a:cs typeface="Helvetica Neue"/>
              </a:defRPr>
            </a:lvl3pPr>
            <a:lvl4pPr algn="r">
              <a:buNone/>
              <a:defRPr sz="900" b="0">
                <a:solidFill>
                  <a:srgbClr val="63788A"/>
                </a:solidFill>
                <a:latin typeface="Helvetica Neue"/>
                <a:ea typeface="Helvetica Neue"/>
                <a:cs typeface="Helvetica Neue"/>
              </a:defRPr>
            </a:lvl4pPr>
            <a:lvl5pPr algn="r">
              <a:buNone/>
              <a:defRPr sz="900" b="0">
                <a:solidFill>
                  <a:srgbClr val="63788A"/>
                </a:solidFill>
                <a:latin typeface="Helvetica Neue"/>
                <a:ea typeface="Helvetica Neue"/>
                <a:cs typeface="Helvetica Neue"/>
              </a:defRPr>
            </a:lvl5pPr>
            <a:lvl6pPr algn="r">
              <a:buNone/>
              <a:defRPr sz="900" b="0">
                <a:solidFill>
                  <a:srgbClr val="63788A"/>
                </a:solidFill>
                <a:latin typeface="Helvetica Neue"/>
                <a:ea typeface="Helvetica Neue"/>
                <a:cs typeface="Helvetica Neue"/>
              </a:defRPr>
            </a:lvl6pPr>
            <a:lvl7pPr algn="r">
              <a:buNone/>
              <a:defRPr sz="900" b="0">
                <a:solidFill>
                  <a:srgbClr val="63788A"/>
                </a:solidFill>
                <a:latin typeface="Helvetica Neue"/>
                <a:ea typeface="Helvetica Neue"/>
                <a:cs typeface="Helvetica Neue"/>
              </a:defRPr>
            </a:lvl7pPr>
            <a:lvl8pPr algn="r">
              <a:buNone/>
              <a:defRPr sz="900" b="0">
                <a:solidFill>
                  <a:srgbClr val="63788A"/>
                </a:solidFill>
                <a:latin typeface="Helvetica Neue"/>
                <a:ea typeface="Helvetica Neue"/>
                <a:cs typeface="Helvetica Neue"/>
              </a:defRPr>
            </a:lvl8pPr>
            <a:lvl9pPr algn="r">
              <a:buNone/>
              <a:defRPr sz="900" b="0">
                <a:solidFill>
                  <a:srgbClr val="63788A"/>
                </a:solidFill>
                <a:latin typeface="Helvetica Neue"/>
                <a:ea typeface="Helvetica Neue"/>
                <a:cs typeface="Helvetica Neue"/>
              </a:defRPr>
            </a:lvl9pPr>
          </a:lstStyle>
          <a:p xmlns:a="http://schemas.openxmlformats.org/drawingml/2006/main">
            <a:pPr algn="r">
              <a:buNone/>
              <a:defRPr sz="900" b="0">
                <a:solidFill>
                  <a:srgbClr val="63788A"/>
                </a:solidFill>
                <a:latin typeface="Helvetica Neue"/>
                <a:ea typeface="Helvetica Neue"/>
                <a:cs typeface="Helvetica Neue"/>
              </a:defRPr>
            </a:pPr>
            <a:r>
              <a:rPr sz="900" b="0">
                <a:solidFill>
                  <a:srgbClr val="63788A"/>
                </a:solidFill>
                <a:latin typeface="Helvetica Neue"/>
                <a:ea typeface="Helvetica Neue"/>
                <a:cs typeface="Helvetica Neue"/>
              </a:rPr>
              <a:t>PROJECT 9  •  AML VIVA  •  12</a:t>
            </a:r>
          </a:p>
        </p:txBody>
      </p:sp>
      <p:pic>
        <p:nvPicPr>
          <p:cNvPr id="6" name="Picture 5">
            <a:extLst xmlns:a="http://schemas.openxmlformats.org/drawingml/2006/main">
              <a:ext uri="{FF2B5EF4-FFF2-40B4-BE49-F238E27FC236}">
                <a16:creationId xmlns:a16="http://schemas.microsoft.com/office/drawing/2014/main" id="{253E2B2C-254A-4024-B812-575EADB8B53C}"/>
              </a:ext>
            </a:extLst>
          </p:cNvPr>
          <p:cNvPicPr>
            <a:picLocks xmlns:a="http://schemas.openxmlformats.org/drawingml/2006/main" noChangeAspect="1"/>
          </p:cNvPicPr>
          <p:nvPr/>
        </p:nvPicPr>
        <p:blipFill>
          <a:blip xmlns:r="http://schemas.openxmlformats.org/officeDocument/2006/relationships" xmlns:a="http://schemas.openxmlformats.org/drawingml/2006/main" r:embed="R32ac8414d5d047a7"/>
          <a:stretch xmlns:a="http://schemas.openxmlformats.org/drawingml/2006/main"/>
        </p:blipFill>
        <p:spPr>
          <a:xfrm xmlns:a="http://schemas.openxmlformats.org/drawingml/2006/main">
            <a:off x="552450" y="2360818"/>
            <a:ext cx="6286500" cy="2326864"/>
          </a:xfrm>
          <a:prstGeom xmlns:a="http://schemas.openxmlformats.org/drawingml/2006/main" prst="rect">
            <a:avLst/>
          </a:prstGeom>
        </p:spPr>
      </p:pic>
      <p:sp>
        <p:nvSpPr>
          <p:cNvPr id="7" name="Rectangle 6">
            <a:extLst xmlns:a="http://schemas.openxmlformats.org/drawingml/2006/main">
              <a:ext uri="{FF2B5EF4-FFF2-40B4-BE49-F238E27FC236}">
                <a16:creationId xmlns:a16="http://schemas.microsoft.com/office/drawing/2014/main" id="{BB5D5130-D889-4B72-AA54-CFFDD2C1B6EB}"/>
              </a:ext>
            </a:extLst>
          </p:cNvPr>
          <p:cNvSpPr>
            <a:spLocks xmlns:a="http://schemas.openxmlformats.org/drawingml/2006/main" noGrp="1"/>
          </p:cNvSpPr>
          <p:nvPr/>
        </p:nvSpPr>
        <p:spPr>
          <a:xfrm xmlns:a="http://schemas.openxmlformats.org/drawingml/2006/main">
            <a:off x="7715250" y="1809750"/>
            <a:ext cx="323850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a:bodyPr>
          <a:lstStyle xmlns:a="http://schemas.openxmlformats.org/drawingml/2006/main">
            <a:defPPr algn="l">
              <a:defRPr sz="3750" b="1">
                <a:solidFill>
                  <a:srgbClr val="243A50"/>
                </a:solidFill>
                <a:latin typeface="Helvetica Neue"/>
                <a:ea typeface="Helvetica Neue"/>
                <a:cs typeface="Helvetica Neue"/>
              </a:defRPr>
            </a:defPPr>
            <a:lvl1pPr algn="l">
              <a:buNone/>
              <a:defRPr sz="3750" b="1">
                <a:solidFill>
                  <a:srgbClr val="243A50"/>
                </a:solidFill>
                <a:latin typeface="Helvetica Neue"/>
                <a:ea typeface="Helvetica Neue"/>
                <a:cs typeface="Helvetica Neue"/>
              </a:defRPr>
            </a:lvl1pPr>
            <a:lvl2pPr algn="l">
              <a:buNone/>
              <a:defRPr sz="3750" b="1">
                <a:solidFill>
                  <a:srgbClr val="243A50"/>
                </a:solidFill>
                <a:latin typeface="Helvetica Neue"/>
                <a:ea typeface="Helvetica Neue"/>
                <a:cs typeface="Helvetica Neue"/>
              </a:defRPr>
            </a:lvl2pPr>
            <a:lvl3pPr algn="l">
              <a:buNone/>
              <a:defRPr sz="3750" b="1">
                <a:solidFill>
                  <a:srgbClr val="243A50"/>
                </a:solidFill>
                <a:latin typeface="Helvetica Neue"/>
                <a:ea typeface="Helvetica Neue"/>
                <a:cs typeface="Helvetica Neue"/>
              </a:defRPr>
            </a:lvl3pPr>
            <a:lvl4pPr algn="l">
              <a:buNone/>
              <a:defRPr sz="3750" b="1">
                <a:solidFill>
                  <a:srgbClr val="243A50"/>
                </a:solidFill>
                <a:latin typeface="Helvetica Neue"/>
                <a:ea typeface="Helvetica Neue"/>
                <a:cs typeface="Helvetica Neue"/>
              </a:defRPr>
            </a:lvl4pPr>
            <a:lvl5pPr algn="l">
              <a:buNone/>
              <a:defRPr sz="3750" b="1">
                <a:solidFill>
                  <a:srgbClr val="243A50"/>
                </a:solidFill>
                <a:latin typeface="Helvetica Neue"/>
                <a:ea typeface="Helvetica Neue"/>
                <a:cs typeface="Helvetica Neue"/>
              </a:defRPr>
            </a:lvl5pPr>
            <a:lvl6pPr algn="l">
              <a:buNone/>
              <a:defRPr sz="3750" b="1">
                <a:solidFill>
                  <a:srgbClr val="243A50"/>
                </a:solidFill>
                <a:latin typeface="Helvetica Neue"/>
                <a:ea typeface="Helvetica Neue"/>
                <a:cs typeface="Helvetica Neue"/>
              </a:defRPr>
            </a:lvl6pPr>
            <a:lvl7pPr algn="l">
              <a:buNone/>
              <a:defRPr sz="3750" b="1">
                <a:solidFill>
                  <a:srgbClr val="243A50"/>
                </a:solidFill>
                <a:latin typeface="Helvetica Neue"/>
                <a:ea typeface="Helvetica Neue"/>
                <a:cs typeface="Helvetica Neue"/>
              </a:defRPr>
            </a:lvl7pPr>
            <a:lvl8pPr algn="l">
              <a:buNone/>
              <a:defRPr sz="3750" b="1">
                <a:solidFill>
                  <a:srgbClr val="243A50"/>
                </a:solidFill>
                <a:latin typeface="Helvetica Neue"/>
                <a:ea typeface="Helvetica Neue"/>
                <a:cs typeface="Helvetica Neue"/>
              </a:defRPr>
            </a:lvl8pPr>
            <a:lvl9pPr algn="l">
              <a:buNone/>
              <a:defRPr sz="3750" b="1">
                <a:solidFill>
                  <a:srgbClr val="243A50"/>
                </a:solidFill>
                <a:latin typeface="Helvetica Neue"/>
                <a:ea typeface="Helvetica Neue"/>
                <a:cs typeface="Helvetica Neue"/>
              </a:defRPr>
            </a:lvl9pPr>
          </a:lstStyle>
          <a:p xmlns:a="http://schemas.openxmlformats.org/drawingml/2006/main">
            <a:pPr algn="l">
              <a:buNone/>
              <a:defRPr sz="3750" b="1">
                <a:solidFill>
                  <a:srgbClr val="243A50"/>
                </a:solidFill>
                <a:latin typeface="Helvetica Neue"/>
                <a:ea typeface="Helvetica Neue"/>
                <a:cs typeface="Helvetica Neue"/>
              </a:defRPr>
            </a:pPr>
            <a:r>
              <a:rPr sz="3750" b="1">
                <a:solidFill>
                  <a:srgbClr val="243A50"/>
                </a:solidFill>
                <a:latin typeface="Helvetica Neue"/>
                <a:ea typeface="Helvetica Neue"/>
                <a:cs typeface="Helvetica Neue"/>
              </a:rPr>
              <a:t>39</a:t>
            </a:r>
          </a:p>
        </p:txBody>
      </p:sp>
      <p:sp>
        <p:nvSpPr>
          <p:cNvPr id="8" name="Rectangle 7">
            <a:extLst xmlns:a="http://schemas.openxmlformats.org/drawingml/2006/main">
              <a:ext uri="{FF2B5EF4-FFF2-40B4-BE49-F238E27FC236}">
                <a16:creationId xmlns:a16="http://schemas.microsoft.com/office/drawing/2014/main" id="{0B61BE7E-34EC-45F5-B830-FC476457D0A1}"/>
              </a:ext>
            </a:extLst>
          </p:cNvPr>
          <p:cNvSpPr>
            <a:spLocks xmlns:a="http://schemas.openxmlformats.org/drawingml/2006/main" noGrp="1"/>
          </p:cNvSpPr>
          <p:nvPr/>
        </p:nvSpPr>
        <p:spPr>
          <a:xfrm xmlns:a="http://schemas.openxmlformats.org/drawingml/2006/main">
            <a:off x="7715250" y="2476500"/>
            <a:ext cx="323850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a:bodyPr>
          <a:lstStyle xmlns:a="http://schemas.openxmlformats.org/drawingml/2006/main">
            <a:defPPr algn="l">
              <a:defRPr sz="1350" b="0">
                <a:solidFill>
                  <a:srgbClr val="63788A"/>
                </a:solidFill>
                <a:latin typeface="Helvetica Neue"/>
                <a:ea typeface="Helvetica Neue"/>
                <a:cs typeface="Helvetica Neue"/>
              </a:defRPr>
            </a:defPPr>
            <a:lvl1pPr algn="l">
              <a:buNone/>
              <a:defRPr sz="1350" b="0">
                <a:solidFill>
                  <a:srgbClr val="63788A"/>
                </a:solidFill>
                <a:latin typeface="Helvetica Neue"/>
                <a:ea typeface="Helvetica Neue"/>
                <a:cs typeface="Helvetica Neue"/>
              </a:defRPr>
            </a:lvl1pPr>
            <a:lvl2pPr algn="l">
              <a:buNone/>
              <a:defRPr sz="1350" b="0">
                <a:solidFill>
                  <a:srgbClr val="63788A"/>
                </a:solidFill>
                <a:latin typeface="Helvetica Neue"/>
                <a:ea typeface="Helvetica Neue"/>
                <a:cs typeface="Helvetica Neue"/>
              </a:defRPr>
            </a:lvl2pPr>
            <a:lvl3pPr algn="l">
              <a:buNone/>
              <a:defRPr sz="1350" b="0">
                <a:solidFill>
                  <a:srgbClr val="63788A"/>
                </a:solidFill>
                <a:latin typeface="Helvetica Neue"/>
                <a:ea typeface="Helvetica Neue"/>
                <a:cs typeface="Helvetica Neue"/>
              </a:defRPr>
            </a:lvl3pPr>
            <a:lvl4pPr algn="l">
              <a:buNone/>
              <a:defRPr sz="1350" b="0">
                <a:solidFill>
                  <a:srgbClr val="63788A"/>
                </a:solidFill>
                <a:latin typeface="Helvetica Neue"/>
                <a:ea typeface="Helvetica Neue"/>
                <a:cs typeface="Helvetica Neue"/>
              </a:defRPr>
            </a:lvl4pPr>
            <a:lvl5pPr algn="l">
              <a:buNone/>
              <a:defRPr sz="1350" b="0">
                <a:solidFill>
                  <a:srgbClr val="63788A"/>
                </a:solidFill>
                <a:latin typeface="Helvetica Neue"/>
                <a:ea typeface="Helvetica Neue"/>
                <a:cs typeface="Helvetica Neue"/>
              </a:defRPr>
            </a:lvl5pPr>
            <a:lvl6pPr algn="l">
              <a:buNone/>
              <a:defRPr sz="1350" b="0">
                <a:solidFill>
                  <a:srgbClr val="63788A"/>
                </a:solidFill>
                <a:latin typeface="Helvetica Neue"/>
                <a:ea typeface="Helvetica Neue"/>
                <a:cs typeface="Helvetica Neue"/>
              </a:defRPr>
            </a:lvl6pPr>
            <a:lvl7pPr algn="l">
              <a:buNone/>
              <a:defRPr sz="1350" b="0">
                <a:solidFill>
                  <a:srgbClr val="63788A"/>
                </a:solidFill>
                <a:latin typeface="Helvetica Neue"/>
                <a:ea typeface="Helvetica Neue"/>
                <a:cs typeface="Helvetica Neue"/>
              </a:defRPr>
            </a:lvl7pPr>
            <a:lvl8pPr algn="l">
              <a:buNone/>
              <a:defRPr sz="1350" b="0">
                <a:solidFill>
                  <a:srgbClr val="63788A"/>
                </a:solidFill>
                <a:latin typeface="Helvetica Neue"/>
                <a:ea typeface="Helvetica Neue"/>
                <a:cs typeface="Helvetica Neue"/>
              </a:defRPr>
            </a:lvl8pPr>
            <a:lvl9pPr algn="l">
              <a:buNone/>
              <a:defRPr sz="1350" b="0">
                <a:solidFill>
                  <a:srgbClr val="63788A"/>
                </a:solidFill>
                <a:latin typeface="Helvetica Neue"/>
                <a:ea typeface="Helvetica Neue"/>
                <a:cs typeface="Helvetica Neue"/>
              </a:defRPr>
            </a:lvl9pPr>
          </a:lstStyle>
          <a:p xmlns:a="http://schemas.openxmlformats.org/drawingml/2006/main">
            <a:pPr algn="l">
              <a:buNone/>
              <a:defRPr sz="1350" b="0">
                <a:solidFill>
                  <a:srgbClr val="63788A"/>
                </a:solidFill>
                <a:latin typeface="Helvetica Neue"/>
                <a:ea typeface="Helvetica Neue"/>
                <a:cs typeface="Helvetica Neue"/>
              </a:defRPr>
            </a:pPr>
            <a:r>
              <a:rPr sz="1350" b="0">
                <a:solidFill>
                  <a:srgbClr val="63788A"/>
                </a:solidFill>
                <a:latin typeface="Helvetica Neue"/>
                <a:ea typeface="Helvetica Neue"/>
                <a:cs typeface="Helvetica Neue"/>
              </a:rPr>
              <a:t>held-out floor-4 rows</a:t>
            </a:r>
          </a:p>
        </p:txBody>
      </p:sp>
      <p:sp>
        <p:nvSpPr>
          <p:cNvPr id="9" name="Rectangle 8">
            <a:extLst xmlns:a="http://schemas.openxmlformats.org/drawingml/2006/main">
              <a:ext uri="{FF2B5EF4-FFF2-40B4-BE49-F238E27FC236}">
                <a16:creationId xmlns:a16="http://schemas.microsoft.com/office/drawing/2014/main" id="{7A37EBB8-32DB-4A51-B8CE-79AEB15D3B88}"/>
              </a:ext>
            </a:extLst>
          </p:cNvPr>
          <p:cNvSpPr>
            <a:spLocks xmlns:a="http://schemas.openxmlformats.org/drawingml/2006/main" noGrp="1"/>
          </p:cNvSpPr>
          <p:nvPr/>
        </p:nvSpPr>
        <p:spPr>
          <a:xfrm xmlns:a="http://schemas.openxmlformats.org/drawingml/2006/main">
            <a:off x="7715250" y="3143250"/>
            <a:ext cx="323850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a:bodyPr>
          <a:lstStyle xmlns:a="http://schemas.openxmlformats.org/drawingml/2006/main">
            <a:defPPr algn="l">
              <a:defRPr sz="3750" b="1">
                <a:solidFill>
                  <a:srgbClr val="A76F61"/>
                </a:solidFill>
                <a:latin typeface="Helvetica Neue"/>
                <a:ea typeface="Helvetica Neue"/>
                <a:cs typeface="Helvetica Neue"/>
              </a:defRPr>
            </a:defPPr>
            <a:lvl1pPr algn="l">
              <a:buNone/>
              <a:defRPr sz="3750" b="1">
                <a:solidFill>
                  <a:srgbClr val="A76F61"/>
                </a:solidFill>
                <a:latin typeface="Helvetica Neue"/>
                <a:ea typeface="Helvetica Neue"/>
                <a:cs typeface="Helvetica Neue"/>
              </a:defRPr>
            </a:lvl1pPr>
            <a:lvl2pPr algn="l">
              <a:buNone/>
              <a:defRPr sz="3750" b="1">
                <a:solidFill>
                  <a:srgbClr val="A76F61"/>
                </a:solidFill>
                <a:latin typeface="Helvetica Neue"/>
                <a:ea typeface="Helvetica Neue"/>
                <a:cs typeface="Helvetica Neue"/>
              </a:defRPr>
            </a:lvl2pPr>
            <a:lvl3pPr algn="l">
              <a:buNone/>
              <a:defRPr sz="3750" b="1">
                <a:solidFill>
                  <a:srgbClr val="A76F61"/>
                </a:solidFill>
                <a:latin typeface="Helvetica Neue"/>
                <a:ea typeface="Helvetica Neue"/>
                <a:cs typeface="Helvetica Neue"/>
              </a:defRPr>
            </a:lvl3pPr>
            <a:lvl4pPr algn="l">
              <a:buNone/>
              <a:defRPr sz="3750" b="1">
                <a:solidFill>
                  <a:srgbClr val="A76F61"/>
                </a:solidFill>
                <a:latin typeface="Helvetica Neue"/>
                <a:ea typeface="Helvetica Neue"/>
                <a:cs typeface="Helvetica Neue"/>
              </a:defRPr>
            </a:lvl4pPr>
            <a:lvl5pPr algn="l">
              <a:buNone/>
              <a:defRPr sz="3750" b="1">
                <a:solidFill>
                  <a:srgbClr val="A76F61"/>
                </a:solidFill>
                <a:latin typeface="Helvetica Neue"/>
                <a:ea typeface="Helvetica Neue"/>
                <a:cs typeface="Helvetica Neue"/>
              </a:defRPr>
            </a:lvl5pPr>
            <a:lvl6pPr algn="l">
              <a:buNone/>
              <a:defRPr sz="3750" b="1">
                <a:solidFill>
                  <a:srgbClr val="A76F61"/>
                </a:solidFill>
                <a:latin typeface="Helvetica Neue"/>
                <a:ea typeface="Helvetica Neue"/>
                <a:cs typeface="Helvetica Neue"/>
              </a:defRPr>
            </a:lvl6pPr>
            <a:lvl7pPr algn="l">
              <a:buNone/>
              <a:defRPr sz="3750" b="1">
                <a:solidFill>
                  <a:srgbClr val="A76F61"/>
                </a:solidFill>
                <a:latin typeface="Helvetica Neue"/>
                <a:ea typeface="Helvetica Neue"/>
                <a:cs typeface="Helvetica Neue"/>
              </a:defRPr>
            </a:lvl7pPr>
            <a:lvl8pPr algn="l">
              <a:buNone/>
              <a:defRPr sz="3750" b="1">
                <a:solidFill>
                  <a:srgbClr val="A76F61"/>
                </a:solidFill>
                <a:latin typeface="Helvetica Neue"/>
                <a:ea typeface="Helvetica Neue"/>
                <a:cs typeface="Helvetica Neue"/>
              </a:defRPr>
            </a:lvl8pPr>
            <a:lvl9pPr algn="l">
              <a:buNone/>
              <a:defRPr sz="3750" b="1">
                <a:solidFill>
                  <a:srgbClr val="A76F61"/>
                </a:solidFill>
                <a:latin typeface="Helvetica Neue"/>
                <a:ea typeface="Helvetica Neue"/>
                <a:cs typeface="Helvetica Neue"/>
              </a:defRPr>
            </a:lvl9pPr>
          </a:lstStyle>
          <a:p xmlns:a="http://schemas.openxmlformats.org/drawingml/2006/main">
            <a:pPr algn="l">
              <a:buNone/>
              <a:defRPr sz="3750" b="1">
                <a:solidFill>
                  <a:srgbClr val="A76F61"/>
                </a:solidFill>
                <a:latin typeface="Helvetica Neue"/>
                <a:ea typeface="Helvetica Neue"/>
                <a:cs typeface="Helvetica Neue"/>
              </a:defRPr>
            </a:pPr>
            <a:r>
              <a:rPr sz="3750" b="1">
                <a:solidFill>
                  <a:srgbClr val="A76F61"/>
                </a:solidFill>
                <a:latin typeface="Helvetica Neue"/>
                <a:ea typeface="Helvetica Neue"/>
                <a:cs typeface="Helvetica Neue"/>
              </a:rPr>
              <a:t>27 / 39</a:t>
            </a:r>
          </a:p>
        </p:txBody>
      </p:sp>
      <p:sp>
        <p:nvSpPr>
          <p:cNvPr id="10" name="Rectangle 9">
            <a:extLst xmlns:a="http://schemas.openxmlformats.org/drawingml/2006/main">
              <a:ext uri="{FF2B5EF4-FFF2-40B4-BE49-F238E27FC236}">
                <a16:creationId xmlns:a16="http://schemas.microsoft.com/office/drawing/2014/main" id="{75014B1F-4786-476C-A0F8-D57193F36B26}"/>
              </a:ext>
            </a:extLst>
          </p:cNvPr>
          <p:cNvSpPr>
            <a:spLocks xmlns:a="http://schemas.openxmlformats.org/drawingml/2006/main" noGrp="1"/>
          </p:cNvSpPr>
          <p:nvPr/>
        </p:nvSpPr>
        <p:spPr>
          <a:xfrm xmlns:a="http://schemas.openxmlformats.org/drawingml/2006/main">
            <a:off x="7715250" y="3810000"/>
            <a:ext cx="323850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a:bodyPr>
          <a:lstStyle xmlns:a="http://schemas.openxmlformats.org/drawingml/2006/main">
            <a:defPPr algn="l">
              <a:defRPr sz="1350" b="0">
                <a:solidFill>
                  <a:srgbClr val="63788A"/>
                </a:solidFill>
                <a:latin typeface="Helvetica Neue"/>
                <a:ea typeface="Helvetica Neue"/>
                <a:cs typeface="Helvetica Neue"/>
              </a:defRPr>
            </a:defPPr>
            <a:lvl1pPr algn="l">
              <a:buNone/>
              <a:defRPr sz="1350" b="0">
                <a:solidFill>
                  <a:srgbClr val="63788A"/>
                </a:solidFill>
                <a:latin typeface="Helvetica Neue"/>
                <a:ea typeface="Helvetica Neue"/>
                <a:cs typeface="Helvetica Neue"/>
              </a:defRPr>
            </a:lvl1pPr>
            <a:lvl2pPr algn="l">
              <a:buNone/>
              <a:defRPr sz="1350" b="0">
                <a:solidFill>
                  <a:srgbClr val="63788A"/>
                </a:solidFill>
                <a:latin typeface="Helvetica Neue"/>
                <a:ea typeface="Helvetica Neue"/>
                <a:cs typeface="Helvetica Neue"/>
              </a:defRPr>
            </a:lvl2pPr>
            <a:lvl3pPr algn="l">
              <a:buNone/>
              <a:defRPr sz="1350" b="0">
                <a:solidFill>
                  <a:srgbClr val="63788A"/>
                </a:solidFill>
                <a:latin typeface="Helvetica Neue"/>
                <a:ea typeface="Helvetica Neue"/>
                <a:cs typeface="Helvetica Neue"/>
              </a:defRPr>
            </a:lvl3pPr>
            <a:lvl4pPr algn="l">
              <a:buNone/>
              <a:defRPr sz="1350" b="0">
                <a:solidFill>
                  <a:srgbClr val="63788A"/>
                </a:solidFill>
                <a:latin typeface="Helvetica Neue"/>
                <a:ea typeface="Helvetica Neue"/>
                <a:cs typeface="Helvetica Neue"/>
              </a:defRPr>
            </a:lvl4pPr>
            <a:lvl5pPr algn="l">
              <a:buNone/>
              <a:defRPr sz="1350" b="0">
                <a:solidFill>
                  <a:srgbClr val="63788A"/>
                </a:solidFill>
                <a:latin typeface="Helvetica Neue"/>
                <a:ea typeface="Helvetica Neue"/>
                <a:cs typeface="Helvetica Neue"/>
              </a:defRPr>
            </a:lvl5pPr>
            <a:lvl6pPr algn="l">
              <a:buNone/>
              <a:defRPr sz="1350" b="0">
                <a:solidFill>
                  <a:srgbClr val="63788A"/>
                </a:solidFill>
                <a:latin typeface="Helvetica Neue"/>
                <a:ea typeface="Helvetica Neue"/>
                <a:cs typeface="Helvetica Neue"/>
              </a:defRPr>
            </a:lvl6pPr>
            <a:lvl7pPr algn="l">
              <a:buNone/>
              <a:defRPr sz="1350" b="0">
                <a:solidFill>
                  <a:srgbClr val="63788A"/>
                </a:solidFill>
                <a:latin typeface="Helvetica Neue"/>
                <a:ea typeface="Helvetica Neue"/>
                <a:cs typeface="Helvetica Neue"/>
              </a:defRPr>
            </a:lvl7pPr>
            <a:lvl8pPr algn="l">
              <a:buNone/>
              <a:defRPr sz="1350" b="0">
                <a:solidFill>
                  <a:srgbClr val="63788A"/>
                </a:solidFill>
                <a:latin typeface="Helvetica Neue"/>
                <a:ea typeface="Helvetica Neue"/>
                <a:cs typeface="Helvetica Neue"/>
              </a:defRPr>
            </a:lvl8pPr>
            <a:lvl9pPr algn="l">
              <a:buNone/>
              <a:defRPr sz="1350" b="0">
                <a:solidFill>
                  <a:srgbClr val="63788A"/>
                </a:solidFill>
                <a:latin typeface="Helvetica Neue"/>
                <a:ea typeface="Helvetica Neue"/>
                <a:cs typeface="Helvetica Neue"/>
              </a:defRPr>
            </a:lvl9pPr>
          </a:lstStyle>
          <a:p xmlns:a="http://schemas.openxmlformats.org/drawingml/2006/main">
            <a:pPr algn="l">
              <a:buNone/>
              <a:defRPr sz="1350" b="0">
                <a:solidFill>
                  <a:srgbClr val="63788A"/>
                </a:solidFill>
                <a:latin typeface="Helvetica Neue"/>
                <a:ea typeface="Helvetica Neue"/>
                <a:cs typeface="Helvetica Neue"/>
              </a:defRPr>
            </a:pPr>
            <a:r>
              <a:rPr sz="1350" b="0">
                <a:solidFill>
                  <a:srgbClr val="63788A"/>
                </a:solidFill>
                <a:latin typeface="Helvetica Neue"/>
                <a:ea typeface="Helvetica Neue"/>
                <a:cs typeface="Helvetica Neue"/>
              </a:rPr>
              <a:t>correct floor-4 predictions</a:t>
            </a:r>
          </a:p>
        </p:txBody>
      </p:sp>
      <p:sp>
        <p:nvSpPr>
          <p:cNvPr id="11" name="Rectangle 10">
            <a:extLst xmlns:a="http://schemas.openxmlformats.org/drawingml/2006/main">
              <a:ext uri="{FF2B5EF4-FFF2-40B4-BE49-F238E27FC236}">
                <a16:creationId xmlns:a16="http://schemas.microsoft.com/office/drawing/2014/main" id="{8386CE8F-7855-4CE9-8C5E-2B5FB99B4EDD}"/>
              </a:ext>
            </a:extLst>
          </p:cNvPr>
          <p:cNvSpPr>
            <a:spLocks xmlns:a="http://schemas.openxmlformats.org/drawingml/2006/main" noGrp="1"/>
          </p:cNvSpPr>
          <p:nvPr/>
        </p:nvSpPr>
        <p:spPr>
          <a:xfrm xmlns:a="http://schemas.openxmlformats.org/drawingml/2006/main">
            <a:off x="7753350" y="4619625"/>
            <a:ext cx="333375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a:bodyPr>
          <a:lstStyle xmlns:a="http://schemas.openxmlformats.org/drawingml/2006/main">
            <a:defPPr algn="l">
              <a:defRPr sz="1725" b="1">
                <a:solidFill>
                  <a:srgbClr val="243A50"/>
                </a:solidFill>
                <a:latin typeface="Helvetica Neue"/>
                <a:ea typeface="Helvetica Neue"/>
                <a:cs typeface="Helvetica Neue"/>
              </a:defRPr>
            </a:defPPr>
            <a:lvl1pPr algn="l">
              <a:buNone/>
              <a:defRPr sz="1725" b="1">
                <a:solidFill>
                  <a:srgbClr val="243A50"/>
                </a:solidFill>
                <a:latin typeface="Helvetica Neue"/>
                <a:ea typeface="Helvetica Neue"/>
                <a:cs typeface="Helvetica Neue"/>
              </a:defRPr>
            </a:lvl1pPr>
            <a:lvl2pPr algn="l">
              <a:buNone/>
              <a:defRPr sz="1725" b="1">
                <a:solidFill>
                  <a:srgbClr val="243A50"/>
                </a:solidFill>
                <a:latin typeface="Helvetica Neue"/>
                <a:ea typeface="Helvetica Neue"/>
                <a:cs typeface="Helvetica Neue"/>
              </a:defRPr>
            </a:lvl2pPr>
            <a:lvl3pPr algn="l">
              <a:buNone/>
              <a:defRPr sz="1725" b="1">
                <a:solidFill>
                  <a:srgbClr val="243A50"/>
                </a:solidFill>
                <a:latin typeface="Helvetica Neue"/>
                <a:ea typeface="Helvetica Neue"/>
                <a:cs typeface="Helvetica Neue"/>
              </a:defRPr>
            </a:lvl3pPr>
            <a:lvl4pPr algn="l">
              <a:buNone/>
              <a:defRPr sz="1725" b="1">
                <a:solidFill>
                  <a:srgbClr val="243A50"/>
                </a:solidFill>
                <a:latin typeface="Helvetica Neue"/>
                <a:ea typeface="Helvetica Neue"/>
                <a:cs typeface="Helvetica Neue"/>
              </a:defRPr>
            </a:lvl4pPr>
            <a:lvl5pPr algn="l">
              <a:buNone/>
              <a:defRPr sz="1725" b="1">
                <a:solidFill>
                  <a:srgbClr val="243A50"/>
                </a:solidFill>
                <a:latin typeface="Helvetica Neue"/>
                <a:ea typeface="Helvetica Neue"/>
                <a:cs typeface="Helvetica Neue"/>
              </a:defRPr>
            </a:lvl5pPr>
            <a:lvl6pPr algn="l">
              <a:buNone/>
              <a:defRPr sz="1725" b="1">
                <a:solidFill>
                  <a:srgbClr val="243A50"/>
                </a:solidFill>
                <a:latin typeface="Helvetica Neue"/>
                <a:ea typeface="Helvetica Neue"/>
                <a:cs typeface="Helvetica Neue"/>
              </a:defRPr>
            </a:lvl6pPr>
            <a:lvl7pPr algn="l">
              <a:buNone/>
              <a:defRPr sz="1725" b="1">
                <a:solidFill>
                  <a:srgbClr val="243A50"/>
                </a:solidFill>
                <a:latin typeface="Helvetica Neue"/>
                <a:ea typeface="Helvetica Neue"/>
                <a:cs typeface="Helvetica Neue"/>
              </a:defRPr>
            </a:lvl7pPr>
            <a:lvl8pPr algn="l">
              <a:buNone/>
              <a:defRPr sz="1725" b="1">
                <a:solidFill>
                  <a:srgbClr val="243A50"/>
                </a:solidFill>
                <a:latin typeface="Helvetica Neue"/>
                <a:ea typeface="Helvetica Neue"/>
                <a:cs typeface="Helvetica Neue"/>
              </a:defRPr>
            </a:lvl8pPr>
            <a:lvl9pPr algn="l">
              <a:buNone/>
              <a:defRPr sz="1725" b="1">
                <a:solidFill>
                  <a:srgbClr val="243A50"/>
                </a:solidFill>
                <a:latin typeface="Helvetica Neue"/>
                <a:ea typeface="Helvetica Neue"/>
                <a:cs typeface="Helvetica Neue"/>
              </a:defRPr>
            </a:lvl9pPr>
          </a:lstStyle>
          <a:p xmlns:a="http://schemas.openxmlformats.org/drawingml/2006/main">
            <a:pPr algn="l">
              <a:buNone/>
              <a:defRPr sz="1725" b="1">
                <a:solidFill>
                  <a:srgbClr val="243A50"/>
                </a:solidFill>
                <a:latin typeface="Helvetica Neue"/>
                <a:ea typeface="Helvetica Neue"/>
                <a:cs typeface="Helvetica Neue"/>
              </a:defRPr>
            </a:pPr>
            <a:r>
              <a:rPr sz="1725" b="1">
                <a:solidFill>
                  <a:srgbClr val="243A50"/>
                </a:solidFill>
                <a:latin typeface="Helvetica Neue"/>
                <a:ea typeface="Helvetica Neue"/>
                <a:cs typeface="Helvetica Neue"/>
              </a:rPr>
              <a:t>Floor-4 recall: 69.23%</a:t>
            </a:r>
          </a:p>
        </p:txBody>
      </p:sp>
      <p:sp>
        <p:nvSpPr>
          <p:cNvPr id="12" name="Rectangle 11">
            <a:extLst xmlns:a="http://schemas.openxmlformats.org/drawingml/2006/main">
              <a:ext uri="{FF2B5EF4-FFF2-40B4-BE49-F238E27FC236}">
                <a16:creationId xmlns:a16="http://schemas.microsoft.com/office/drawing/2014/main" id="{5BE2A039-9A9E-4EA5-9B6F-9CBEA0576CFB}"/>
              </a:ext>
            </a:extLst>
          </p:cNvPr>
          <p:cNvSpPr>
            <a:spLocks xmlns:a="http://schemas.openxmlformats.org/drawingml/2006/main" noGrp="1"/>
          </p:cNvSpPr>
          <p:nvPr/>
        </p:nvSpPr>
        <p:spPr>
          <a:xfrm xmlns:a="http://schemas.openxmlformats.org/drawingml/2006/main">
            <a:off x="7753350" y="5095875"/>
            <a:ext cx="342900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a:bodyPr>
          <a:lstStyle xmlns:a="http://schemas.openxmlformats.org/drawingml/2006/main">
            <a:defPPr algn="l">
              <a:defRPr sz="1350" b="0">
                <a:solidFill>
                  <a:srgbClr val="63788A"/>
                </a:solidFill>
                <a:latin typeface="Helvetica Neue"/>
                <a:ea typeface="Helvetica Neue"/>
                <a:cs typeface="Helvetica Neue"/>
              </a:defRPr>
            </a:defPPr>
            <a:lvl1pPr algn="l">
              <a:buNone/>
              <a:defRPr sz="1350" b="0">
                <a:solidFill>
                  <a:srgbClr val="63788A"/>
                </a:solidFill>
                <a:latin typeface="Helvetica Neue"/>
                <a:ea typeface="Helvetica Neue"/>
                <a:cs typeface="Helvetica Neue"/>
              </a:defRPr>
            </a:lvl1pPr>
            <a:lvl2pPr algn="l">
              <a:buNone/>
              <a:defRPr sz="1350" b="0">
                <a:solidFill>
                  <a:srgbClr val="63788A"/>
                </a:solidFill>
                <a:latin typeface="Helvetica Neue"/>
                <a:ea typeface="Helvetica Neue"/>
                <a:cs typeface="Helvetica Neue"/>
              </a:defRPr>
            </a:lvl2pPr>
            <a:lvl3pPr algn="l">
              <a:buNone/>
              <a:defRPr sz="1350" b="0">
                <a:solidFill>
                  <a:srgbClr val="63788A"/>
                </a:solidFill>
                <a:latin typeface="Helvetica Neue"/>
                <a:ea typeface="Helvetica Neue"/>
                <a:cs typeface="Helvetica Neue"/>
              </a:defRPr>
            </a:lvl3pPr>
            <a:lvl4pPr algn="l">
              <a:buNone/>
              <a:defRPr sz="1350" b="0">
                <a:solidFill>
                  <a:srgbClr val="63788A"/>
                </a:solidFill>
                <a:latin typeface="Helvetica Neue"/>
                <a:ea typeface="Helvetica Neue"/>
                <a:cs typeface="Helvetica Neue"/>
              </a:defRPr>
            </a:lvl4pPr>
            <a:lvl5pPr algn="l">
              <a:buNone/>
              <a:defRPr sz="1350" b="0">
                <a:solidFill>
                  <a:srgbClr val="63788A"/>
                </a:solidFill>
                <a:latin typeface="Helvetica Neue"/>
                <a:ea typeface="Helvetica Neue"/>
                <a:cs typeface="Helvetica Neue"/>
              </a:defRPr>
            </a:lvl5pPr>
            <a:lvl6pPr algn="l">
              <a:buNone/>
              <a:defRPr sz="1350" b="0">
                <a:solidFill>
                  <a:srgbClr val="63788A"/>
                </a:solidFill>
                <a:latin typeface="Helvetica Neue"/>
                <a:ea typeface="Helvetica Neue"/>
                <a:cs typeface="Helvetica Neue"/>
              </a:defRPr>
            </a:lvl6pPr>
            <a:lvl7pPr algn="l">
              <a:buNone/>
              <a:defRPr sz="1350" b="0">
                <a:solidFill>
                  <a:srgbClr val="63788A"/>
                </a:solidFill>
                <a:latin typeface="Helvetica Neue"/>
                <a:ea typeface="Helvetica Neue"/>
                <a:cs typeface="Helvetica Neue"/>
              </a:defRPr>
            </a:lvl7pPr>
            <a:lvl8pPr algn="l">
              <a:buNone/>
              <a:defRPr sz="1350" b="0">
                <a:solidFill>
                  <a:srgbClr val="63788A"/>
                </a:solidFill>
                <a:latin typeface="Helvetica Neue"/>
                <a:ea typeface="Helvetica Neue"/>
                <a:cs typeface="Helvetica Neue"/>
              </a:defRPr>
            </a:lvl8pPr>
            <a:lvl9pPr algn="l">
              <a:buNone/>
              <a:defRPr sz="1350" b="0">
                <a:solidFill>
                  <a:srgbClr val="63788A"/>
                </a:solidFill>
                <a:latin typeface="Helvetica Neue"/>
                <a:ea typeface="Helvetica Neue"/>
                <a:cs typeface="Helvetica Neue"/>
              </a:defRPr>
            </a:lvl9pPr>
          </a:lstStyle>
          <a:p xmlns:a="http://schemas.openxmlformats.org/drawingml/2006/main">
            <a:pPr algn="l">
              <a:buNone/>
              <a:defRPr sz="1350" b="0">
                <a:solidFill>
                  <a:srgbClr val="63788A"/>
                </a:solidFill>
                <a:latin typeface="Helvetica Neue"/>
                <a:ea typeface="Helvetica Neue"/>
                <a:cs typeface="Helvetica Neue"/>
              </a:defRPr>
            </a:pPr>
            <a:r>
              <a:rPr sz="1350" b="0">
                <a:solidFill>
                  <a:srgbClr val="63788A"/>
                </a:solidFill>
                <a:latin typeface="Helvetica Neue"/>
                <a:ea typeface="Helvetica Neue"/>
                <a:cs typeface="Helvetica Neue"/>
              </a:rPr>
              <a:t>Report class-level errors with overall accuracy and macro F1.</a:t>
            </a:r>
          </a:p>
        </p:txBody>
      </p:sp>
    </p:spTree>
    <p:extLst>
      <p:ext uri="{BB962C8B-B14F-4D97-AF65-F5344CB8AC3E}">
        <p14:creationId xmlns:p14="http://schemas.microsoft.com/office/powerpoint/2010/main" val="1102344260"/>
      </p:ext>
    </p:extLst>
  </p:cSld>
</p:sld>
</file>

<file path=ppt/slides/slide13.xml><?xml version="1.0" encoding="utf-8"?>
<p:sld xmlns:p="http://schemas.openxmlformats.org/presentationml/2006/main">
  <p:cSld>
    <p:bg>
      <p:bgPr>
        <a:solidFill xmlns:a="http://schemas.openxmlformats.org/drawingml/2006/main">
          <a:srgbClr val="FAF9F6"/>
        </a:solidFill>
      </p:bgPr>
    </p:bg>
    <p:spTree>
      <p:nvGrpSpPr>
        <p:cNvPr id="1" name=""/>
        <p:cNvGrpSpPr/>
        <p:nvPr/>
      </p:nvGrpSpPr>
      <p:grpSpPr>
        <a:xfrm xmlns:a="http://schemas.openxmlformats.org/drawingml/2006/main"/>
      </p:grpSpPr>
      <p:sp>
        <p:nvSpPr>
          <p:cNvPr id="24" name="Rectangle 23">
            <a:extLst xmlns:a="http://schemas.openxmlformats.org/drawingml/2006/main">
              <a:ext uri="{FF2B5EF4-FFF2-40B4-BE49-F238E27FC236}">
                <a16:creationId xmlns:a16="http://schemas.microsoft.com/office/drawing/2014/main" id="{84F88639-11A6-4DA1-898C-55CCC7E0BD4D}"/>
              </a:ext>
            </a:extLst>
          </p:cNvPr>
          <p:cNvSpPr>
            <a:spLocks xmlns:a="http://schemas.openxmlformats.org/drawingml/2006/main" noGrp="1"/>
          </p:cNvSpPr>
          <p:nvPr/>
        </p:nvSpPr>
        <p:spPr>
          <a:xfrm xmlns:a="http://schemas.openxmlformats.org/drawingml/2006/main">
            <a:off x="0" y="0"/>
            <a:ext cx="12192000" cy="104775"/>
          </a:xfrm>
          <a:prstGeom xmlns:a="http://schemas.openxmlformats.org/drawingml/2006/main" prst="rect">
            <a:avLst/>
          </a:prstGeom>
          <a:solidFill xmlns:a="http://schemas.openxmlformats.org/drawingml/2006/main">
            <a:srgbClr val="C7DBD1"/>
          </a:solidFill>
          <a:ln xmlns:a="http://schemas.openxmlformats.org/drawingml/2006/main" w="0">
            <a:noFill/>
            <a:prstDash val="solid"/>
          </a:ln>
        </p:spPr>
      </p:sp>
      <p:sp>
        <p:nvSpPr>
          <p:cNvPr id="2" name="Rectangle 1">
            <a:extLst xmlns:a="http://schemas.openxmlformats.org/drawingml/2006/main">
              <a:ext uri="{FF2B5EF4-FFF2-40B4-BE49-F238E27FC236}">
                <a16:creationId xmlns:a16="http://schemas.microsoft.com/office/drawing/2014/main" id="{5648DFB3-2401-47FD-B53E-240D0DCA2AA8}"/>
              </a:ext>
            </a:extLst>
          </p:cNvPr>
          <p:cNvSpPr>
            <a:spLocks xmlns:a="http://schemas.openxmlformats.org/drawingml/2006/main" noGrp="1"/>
          </p:cNvSpPr>
          <p:nvPr/>
        </p:nvSpPr>
        <p:spPr>
          <a:xfrm xmlns:a="http://schemas.openxmlformats.org/drawingml/2006/main">
            <a:off x="609600" y="371475"/>
            <a:ext cx="1097280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a:bodyPr>
          <a:lstStyle xmlns:a="http://schemas.openxmlformats.org/drawingml/2006/main">
            <a:defPPr algn="l">
              <a:defRPr sz="2625" b="1">
                <a:solidFill>
                  <a:srgbClr val="243A50"/>
                </a:solidFill>
                <a:latin typeface="Helvetica Neue"/>
                <a:ea typeface="Helvetica Neue"/>
                <a:cs typeface="Helvetica Neue"/>
              </a:defRPr>
            </a:defPPr>
            <a:lvl1pPr algn="l">
              <a:buNone/>
              <a:defRPr sz="2625" b="1">
                <a:solidFill>
                  <a:srgbClr val="243A50"/>
                </a:solidFill>
                <a:latin typeface="Helvetica Neue"/>
                <a:ea typeface="Helvetica Neue"/>
                <a:cs typeface="Helvetica Neue"/>
              </a:defRPr>
            </a:lvl1pPr>
            <a:lvl2pPr algn="l">
              <a:buNone/>
              <a:defRPr sz="2625" b="1">
                <a:solidFill>
                  <a:srgbClr val="243A50"/>
                </a:solidFill>
                <a:latin typeface="Helvetica Neue"/>
                <a:ea typeface="Helvetica Neue"/>
                <a:cs typeface="Helvetica Neue"/>
              </a:defRPr>
            </a:lvl2pPr>
            <a:lvl3pPr algn="l">
              <a:buNone/>
              <a:defRPr sz="2625" b="1">
                <a:solidFill>
                  <a:srgbClr val="243A50"/>
                </a:solidFill>
                <a:latin typeface="Helvetica Neue"/>
                <a:ea typeface="Helvetica Neue"/>
                <a:cs typeface="Helvetica Neue"/>
              </a:defRPr>
            </a:lvl3pPr>
            <a:lvl4pPr algn="l">
              <a:buNone/>
              <a:defRPr sz="2625" b="1">
                <a:solidFill>
                  <a:srgbClr val="243A50"/>
                </a:solidFill>
                <a:latin typeface="Helvetica Neue"/>
                <a:ea typeface="Helvetica Neue"/>
                <a:cs typeface="Helvetica Neue"/>
              </a:defRPr>
            </a:lvl4pPr>
            <a:lvl5pPr algn="l">
              <a:buNone/>
              <a:defRPr sz="2625" b="1">
                <a:solidFill>
                  <a:srgbClr val="243A50"/>
                </a:solidFill>
                <a:latin typeface="Helvetica Neue"/>
                <a:ea typeface="Helvetica Neue"/>
                <a:cs typeface="Helvetica Neue"/>
              </a:defRPr>
            </a:lvl5pPr>
            <a:lvl6pPr algn="l">
              <a:buNone/>
              <a:defRPr sz="2625" b="1">
                <a:solidFill>
                  <a:srgbClr val="243A50"/>
                </a:solidFill>
                <a:latin typeface="Helvetica Neue"/>
                <a:ea typeface="Helvetica Neue"/>
                <a:cs typeface="Helvetica Neue"/>
              </a:defRPr>
            </a:lvl6pPr>
            <a:lvl7pPr algn="l">
              <a:buNone/>
              <a:defRPr sz="2625" b="1">
                <a:solidFill>
                  <a:srgbClr val="243A50"/>
                </a:solidFill>
                <a:latin typeface="Helvetica Neue"/>
                <a:ea typeface="Helvetica Neue"/>
                <a:cs typeface="Helvetica Neue"/>
              </a:defRPr>
            </a:lvl7pPr>
            <a:lvl8pPr algn="l">
              <a:buNone/>
              <a:defRPr sz="2625" b="1">
                <a:solidFill>
                  <a:srgbClr val="243A50"/>
                </a:solidFill>
                <a:latin typeface="Helvetica Neue"/>
                <a:ea typeface="Helvetica Neue"/>
                <a:cs typeface="Helvetica Neue"/>
              </a:defRPr>
            </a:lvl8pPr>
            <a:lvl9pPr algn="l">
              <a:buNone/>
              <a:defRPr sz="2625" b="1">
                <a:solidFill>
                  <a:srgbClr val="243A50"/>
                </a:solidFill>
                <a:latin typeface="Helvetica Neue"/>
                <a:ea typeface="Helvetica Neue"/>
                <a:cs typeface="Helvetica Neue"/>
              </a:defRPr>
            </a:lvl9pPr>
          </a:lstStyle>
          <a:p xmlns:a="http://schemas.openxmlformats.org/drawingml/2006/main">
            <a:pPr algn="l">
              <a:buNone/>
              <a:defRPr sz="2625" b="1">
                <a:solidFill>
                  <a:srgbClr val="243A50"/>
                </a:solidFill>
                <a:latin typeface="Helvetica Neue"/>
                <a:ea typeface="Helvetica Neue"/>
                <a:cs typeface="Helvetica Neue"/>
              </a:defRPr>
            </a:pPr>
            <a:r>
              <a:rPr sz="2625" b="1">
                <a:solidFill>
                  <a:srgbClr val="243A50"/>
                </a:solidFill>
                <a:latin typeface="Helvetica Neue"/>
                <a:ea typeface="Helvetica Neue"/>
                <a:cs typeface="Helvetica Neue"/>
              </a:rPr>
              <a:t>Workstream 4 · Coordinate regression pipeline</a:t>
            </a:r>
          </a:p>
        </p:txBody>
      </p:sp>
      <p:sp>
        <p:nvSpPr>
          <p:cNvPr id="3" name="Rectangle 2">
            <a:extLst xmlns:a="http://schemas.openxmlformats.org/drawingml/2006/main">
              <a:ext uri="{FF2B5EF4-FFF2-40B4-BE49-F238E27FC236}">
                <a16:creationId xmlns:a16="http://schemas.microsoft.com/office/drawing/2014/main" id="{2C78FBFD-D15B-441A-B9C4-987C6AE4369C}"/>
              </a:ext>
            </a:extLst>
          </p:cNvPr>
          <p:cNvSpPr>
            <a:spLocks xmlns:a="http://schemas.openxmlformats.org/drawingml/2006/main" noGrp="1"/>
          </p:cNvSpPr>
          <p:nvPr/>
        </p:nvSpPr>
        <p:spPr>
          <a:xfrm xmlns:a="http://schemas.openxmlformats.org/drawingml/2006/main">
            <a:off x="628650" y="904875"/>
            <a:ext cx="108394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a:bodyPr>
          <a:lstStyle xmlns:a="http://schemas.openxmlformats.org/drawingml/2006/main">
            <a:defPPr algn="l">
              <a:defRPr sz="1350" b="0">
                <a:solidFill>
                  <a:srgbClr val="63788A"/>
                </a:solidFill>
                <a:latin typeface="Helvetica Neue"/>
                <a:ea typeface="Helvetica Neue"/>
                <a:cs typeface="Helvetica Neue"/>
              </a:defRPr>
            </a:defPPr>
            <a:lvl1pPr algn="l">
              <a:buNone/>
              <a:defRPr sz="1350" b="0">
                <a:solidFill>
                  <a:srgbClr val="63788A"/>
                </a:solidFill>
                <a:latin typeface="Helvetica Neue"/>
                <a:ea typeface="Helvetica Neue"/>
                <a:cs typeface="Helvetica Neue"/>
              </a:defRPr>
            </a:lvl1pPr>
            <a:lvl2pPr algn="l">
              <a:buNone/>
              <a:defRPr sz="1350" b="0">
                <a:solidFill>
                  <a:srgbClr val="63788A"/>
                </a:solidFill>
                <a:latin typeface="Helvetica Neue"/>
                <a:ea typeface="Helvetica Neue"/>
                <a:cs typeface="Helvetica Neue"/>
              </a:defRPr>
            </a:lvl2pPr>
            <a:lvl3pPr algn="l">
              <a:buNone/>
              <a:defRPr sz="1350" b="0">
                <a:solidFill>
                  <a:srgbClr val="63788A"/>
                </a:solidFill>
                <a:latin typeface="Helvetica Neue"/>
                <a:ea typeface="Helvetica Neue"/>
                <a:cs typeface="Helvetica Neue"/>
              </a:defRPr>
            </a:lvl3pPr>
            <a:lvl4pPr algn="l">
              <a:buNone/>
              <a:defRPr sz="1350" b="0">
                <a:solidFill>
                  <a:srgbClr val="63788A"/>
                </a:solidFill>
                <a:latin typeface="Helvetica Neue"/>
                <a:ea typeface="Helvetica Neue"/>
                <a:cs typeface="Helvetica Neue"/>
              </a:defRPr>
            </a:lvl4pPr>
            <a:lvl5pPr algn="l">
              <a:buNone/>
              <a:defRPr sz="1350" b="0">
                <a:solidFill>
                  <a:srgbClr val="63788A"/>
                </a:solidFill>
                <a:latin typeface="Helvetica Neue"/>
                <a:ea typeface="Helvetica Neue"/>
                <a:cs typeface="Helvetica Neue"/>
              </a:defRPr>
            </a:lvl5pPr>
            <a:lvl6pPr algn="l">
              <a:buNone/>
              <a:defRPr sz="1350" b="0">
                <a:solidFill>
                  <a:srgbClr val="63788A"/>
                </a:solidFill>
                <a:latin typeface="Helvetica Neue"/>
                <a:ea typeface="Helvetica Neue"/>
                <a:cs typeface="Helvetica Neue"/>
              </a:defRPr>
            </a:lvl6pPr>
            <a:lvl7pPr algn="l">
              <a:buNone/>
              <a:defRPr sz="1350" b="0">
                <a:solidFill>
                  <a:srgbClr val="63788A"/>
                </a:solidFill>
                <a:latin typeface="Helvetica Neue"/>
                <a:ea typeface="Helvetica Neue"/>
                <a:cs typeface="Helvetica Neue"/>
              </a:defRPr>
            </a:lvl7pPr>
            <a:lvl8pPr algn="l">
              <a:buNone/>
              <a:defRPr sz="1350" b="0">
                <a:solidFill>
                  <a:srgbClr val="63788A"/>
                </a:solidFill>
                <a:latin typeface="Helvetica Neue"/>
                <a:ea typeface="Helvetica Neue"/>
                <a:cs typeface="Helvetica Neue"/>
              </a:defRPr>
            </a:lvl8pPr>
            <a:lvl9pPr algn="l">
              <a:buNone/>
              <a:defRPr sz="1350" b="0">
                <a:solidFill>
                  <a:srgbClr val="63788A"/>
                </a:solidFill>
                <a:latin typeface="Helvetica Neue"/>
                <a:ea typeface="Helvetica Neue"/>
                <a:cs typeface="Helvetica Neue"/>
              </a:defRPr>
            </a:lvl9pPr>
          </a:lstStyle>
          <a:p xmlns:a="http://schemas.openxmlformats.org/drawingml/2006/main">
            <a:pPr algn="l">
              <a:buNone/>
              <a:defRPr sz="1350" b="0">
                <a:solidFill>
                  <a:srgbClr val="63788A"/>
                </a:solidFill>
                <a:latin typeface="Helvetica Neue"/>
                <a:ea typeface="Helvetica Neue"/>
                <a:cs typeface="Helvetica Neue"/>
              </a:defRPr>
            </a:pPr>
            <a:r>
              <a:rPr sz="1350" b="0">
                <a:solidFill>
                  <a:srgbClr val="63788A"/>
                </a:solidFill>
                <a:latin typeface="Helvetica Neue"/>
                <a:ea typeface="Helvetica Neue"/>
                <a:cs typeface="Helvetica Neue"/>
              </a:rPr>
              <a:t>Predict longitude and latitude together, then evaluate per-axis and joint error.</a:t>
            </a:r>
          </a:p>
        </p:txBody>
      </p:sp>
      <p:sp>
        <p:nvSpPr>
          <p:cNvPr id="4" name="Straight Connector 3">
            <a:extLst xmlns:a="http://schemas.openxmlformats.org/drawingml/2006/main">
              <a:ext uri="{FF2B5EF4-FFF2-40B4-BE49-F238E27FC236}">
                <a16:creationId xmlns:a16="http://schemas.microsoft.com/office/drawing/2014/main" id="{E08BB072-8F88-4B71-8E3A-5C9A5F6BE2CA}"/>
              </a:ext>
            </a:extLst>
          </p:cNvPr>
          <p:cNvSpPr>
            <a:spLocks xmlns:a="http://schemas.openxmlformats.org/drawingml/2006/main" noGrp="1"/>
          </p:cNvSpPr>
          <p:nvPr/>
        </p:nvSpPr>
        <p:spPr>
          <a:xfrm xmlns:a="http://schemas.openxmlformats.org/drawingml/2006/main">
            <a:off x="609600" y="6381750"/>
            <a:ext cx="10972800" cy="0"/>
          </a:xfrm>
          <a:prstGeom xmlns:a="http://schemas.openxmlformats.org/drawingml/2006/main" prst="line">
            <a:avLst/>
          </a:prstGeom>
          <a:noFill xmlns:a="http://schemas.openxmlformats.org/drawingml/2006/main"/>
          <a:ln xmlns:a="http://schemas.openxmlformats.org/drawingml/2006/main" w="9525">
            <a:solidFill>
              <a:srgbClr val="CBD5DA"/>
            </a:solidFill>
            <a:prstDash val="solid"/>
          </a:ln>
        </p:spPr>
      </p:sp>
      <p:sp>
        <p:nvSpPr>
          <p:cNvPr id="5" name="Rectangle 4">
            <a:extLst xmlns:a="http://schemas.openxmlformats.org/drawingml/2006/main">
              <a:ext uri="{FF2B5EF4-FFF2-40B4-BE49-F238E27FC236}">
                <a16:creationId xmlns:a16="http://schemas.microsoft.com/office/drawing/2014/main" id="{DE3C327F-78FA-43AA-BE18-4621E9D33171}"/>
              </a:ext>
            </a:extLst>
          </p:cNvPr>
          <p:cNvSpPr>
            <a:spLocks xmlns:a="http://schemas.openxmlformats.org/drawingml/2006/main" noGrp="1"/>
          </p:cNvSpPr>
          <p:nvPr/>
        </p:nvSpPr>
        <p:spPr>
          <a:xfrm xmlns:a="http://schemas.openxmlformats.org/drawingml/2006/main">
            <a:off x="609600" y="6477000"/>
            <a:ext cx="109728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a:bodyPr>
          <a:lstStyle xmlns:a="http://schemas.openxmlformats.org/drawingml/2006/main">
            <a:defPPr algn="r">
              <a:defRPr sz="900" b="0">
                <a:solidFill>
                  <a:srgbClr val="63788A"/>
                </a:solidFill>
                <a:latin typeface="Helvetica Neue"/>
                <a:ea typeface="Helvetica Neue"/>
                <a:cs typeface="Helvetica Neue"/>
              </a:defRPr>
            </a:defPPr>
            <a:lvl1pPr algn="r">
              <a:buNone/>
              <a:defRPr sz="900" b="0">
                <a:solidFill>
                  <a:srgbClr val="63788A"/>
                </a:solidFill>
                <a:latin typeface="Helvetica Neue"/>
                <a:ea typeface="Helvetica Neue"/>
                <a:cs typeface="Helvetica Neue"/>
              </a:defRPr>
            </a:lvl1pPr>
            <a:lvl2pPr algn="r">
              <a:buNone/>
              <a:defRPr sz="900" b="0">
                <a:solidFill>
                  <a:srgbClr val="63788A"/>
                </a:solidFill>
                <a:latin typeface="Helvetica Neue"/>
                <a:ea typeface="Helvetica Neue"/>
                <a:cs typeface="Helvetica Neue"/>
              </a:defRPr>
            </a:lvl2pPr>
            <a:lvl3pPr algn="r">
              <a:buNone/>
              <a:defRPr sz="900" b="0">
                <a:solidFill>
                  <a:srgbClr val="63788A"/>
                </a:solidFill>
                <a:latin typeface="Helvetica Neue"/>
                <a:ea typeface="Helvetica Neue"/>
                <a:cs typeface="Helvetica Neue"/>
              </a:defRPr>
            </a:lvl3pPr>
            <a:lvl4pPr algn="r">
              <a:buNone/>
              <a:defRPr sz="900" b="0">
                <a:solidFill>
                  <a:srgbClr val="63788A"/>
                </a:solidFill>
                <a:latin typeface="Helvetica Neue"/>
                <a:ea typeface="Helvetica Neue"/>
                <a:cs typeface="Helvetica Neue"/>
              </a:defRPr>
            </a:lvl4pPr>
            <a:lvl5pPr algn="r">
              <a:buNone/>
              <a:defRPr sz="900" b="0">
                <a:solidFill>
                  <a:srgbClr val="63788A"/>
                </a:solidFill>
                <a:latin typeface="Helvetica Neue"/>
                <a:ea typeface="Helvetica Neue"/>
                <a:cs typeface="Helvetica Neue"/>
              </a:defRPr>
            </a:lvl5pPr>
            <a:lvl6pPr algn="r">
              <a:buNone/>
              <a:defRPr sz="900" b="0">
                <a:solidFill>
                  <a:srgbClr val="63788A"/>
                </a:solidFill>
                <a:latin typeface="Helvetica Neue"/>
                <a:ea typeface="Helvetica Neue"/>
                <a:cs typeface="Helvetica Neue"/>
              </a:defRPr>
            </a:lvl6pPr>
            <a:lvl7pPr algn="r">
              <a:buNone/>
              <a:defRPr sz="900" b="0">
                <a:solidFill>
                  <a:srgbClr val="63788A"/>
                </a:solidFill>
                <a:latin typeface="Helvetica Neue"/>
                <a:ea typeface="Helvetica Neue"/>
                <a:cs typeface="Helvetica Neue"/>
              </a:defRPr>
            </a:lvl7pPr>
            <a:lvl8pPr algn="r">
              <a:buNone/>
              <a:defRPr sz="900" b="0">
                <a:solidFill>
                  <a:srgbClr val="63788A"/>
                </a:solidFill>
                <a:latin typeface="Helvetica Neue"/>
                <a:ea typeface="Helvetica Neue"/>
                <a:cs typeface="Helvetica Neue"/>
              </a:defRPr>
            </a:lvl8pPr>
            <a:lvl9pPr algn="r">
              <a:buNone/>
              <a:defRPr sz="900" b="0">
                <a:solidFill>
                  <a:srgbClr val="63788A"/>
                </a:solidFill>
                <a:latin typeface="Helvetica Neue"/>
                <a:ea typeface="Helvetica Neue"/>
                <a:cs typeface="Helvetica Neue"/>
              </a:defRPr>
            </a:lvl9pPr>
          </a:lstStyle>
          <a:p xmlns:a="http://schemas.openxmlformats.org/drawingml/2006/main">
            <a:pPr algn="r">
              <a:buNone/>
              <a:defRPr sz="900" b="0">
                <a:solidFill>
                  <a:srgbClr val="63788A"/>
                </a:solidFill>
                <a:latin typeface="Helvetica Neue"/>
                <a:ea typeface="Helvetica Neue"/>
                <a:cs typeface="Helvetica Neue"/>
              </a:defRPr>
            </a:pPr>
            <a:r>
              <a:rPr sz="900" b="0">
                <a:solidFill>
                  <a:srgbClr val="63788A"/>
                </a:solidFill>
                <a:latin typeface="Helvetica Neue"/>
                <a:ea typeface="Helvetica Neue"/>
                <a:cs typeface="Helvetica Neue"/>
              </a:rPr>
              <a:t>PROJECT 9  •  AML VIVA  •  13</a:t>
            </a:r>
          </a:p>
        </p:txBody>
      </p:sp>
      <p:sp>
        <p:nvSpPr>
          <p:cNvPr id="6" name="Rounded Rectangle 5">
            <a:extLst xmlns:a="http://schemas.openxmlformats.org/drawingml/2006/main">
              <a:ext uri="{FF2B5EF4-FFF2-40B4-BE49-F238E27FC236}">
                <a16:creationId xmlns:a16="http://schemas.microsoft.com/office/drawing/2014/main" id="{46C487FB-9F5A-4A5F-802B-D9B7639D1AF2}"/>
              </a:ext>
            </a:extLst>
          </p:cNvPr>
          <p:cNvSpPr>
            <a:spLocks xmlns:a="http://schemas.openxmlformats.org/drawingml/2006/main" noGrp="1"/>
          </p:cNvSpPr>
          <p:nvPr/>
        </p:nvSpPr>
        <p:spPr>
          <a:xfrm xmlns:a="http://schemas.openxmlformats.org/drawingml/2006/main">
            <a:off x="619125" y="2095500"/>
            <a:ext cx="2190750" cy="1476375"/>
          </a:xfrm>
          <a:prstGeom xmlns:a="http://schemas.openxmlformats.org/drawingml/2006/main" prst="roundRect">
            <a:avLst>
              <a:gd name="adj" fmla="val 5161"/>
            </a:avLst>
          </a:prstGeom>
          <a:solidFill xmlns:a="http://schemas.openxmlformats.org/drawingml/2006/main">
            <a:srgbClr val="E8EFF4"/>
          </a:solidFill>
          <a:ln xmlns:a="http://schemas.openxmlformats.org/drawingml/2006/main" w="9525">
            <a:solidFill>
              <a:srgbClr val="CBD5DA"/>
            </a:solidFill>
            <a:prstDash val="solid"/>
          </a:ln>
        </p:spPr>
      </p:sp>
      <p:sp>
        <p:nvSpPr>
          <p:cNvPr id="7" name="Rectangle 6">
            <a:extLst xmlns:a="http://schemas.openxmlformats.org/drawingml/2006/main">
              <a:ext uri="{FF2B5EF4-FFF2-40B4-BE49-F238E27FC236}">
                <a16:creationId xmlns:a16="http://schemas.microsoft.com/office/drawing/2014/main" id="{DF8FD519-5065-4E14-9B71-440A8B3F0ADF}"/>
              </a:ext>
            </a:extLst>
          </p:cNvPr>
          <p:cNvSpPr>
            <a:spLocks xmlns:a="http://schemas.openxmlformats.org/drawingml/2006/main" noGrp="1"/>
          </p:cNvSpPr>
          <p:nvPr/>
        </p:nvSpPr>
        <p:spPr>
          <a:xfrm xmlns:a="http://schemas.openxmlformats.org/drawingml/2006/main">
            <a:off x="733425" y="2209800"/>
            <a:ext cx="1962150" cy="3333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a:bodyPr>
          <a:lstStyle xmlns:a="http://schemas.openxmlformats.org/drawingml/2006/main">
            <a:defPPr algn="ctr">
              <a:defRPr sz="1500" b="1">
                <a:solidFill>
                  <a:srgbClr val="243A50"/>
                </a:solidFill>
                <a:latin typeface="Helvetica Neue"/>
                <a:ea typeface="Helvetica Neue"/>
                <a:cs typeface="Helvetica Neue"/>
              </a:defRPr>
            </a:defPPr>
            <a:lvl1pPr algn="ctr">
              <a:buNone/>
              <a:defRPr sz="1500" b="1">
                <a:solidFill>
                  <a:srgbClr val="243A50"/>
                </a:solidFill>
                <a:latin typeface="Helvetica Neue"/>
                <a:ea typeface="Helvetica Neue"/>
                <a:cs typeface="Helvetica Neue"/>
              </a:defRPr>
            </a:lvl1pPr>
            <a:lvl2pPr algn="ctr">
              <a:buNone/>
              <a:defRPr sz="1500" b="1">
                <a:solidFill>
                  <a:srgbClr val="243A50"/>
                </a:solidFill>
                <a:latin typeface="Helvetica Neue"/>
                <a:ea typeface="Helvetica Neue"/>
                <a:cs typeface="Helvetica Neue"/>
              </a:defRPr>
            </a:lvl2pPr>
            <a:lvl3pPr algn="ctr">
              <a:buNone/>
              <a:defRPr sz="1500" b="1">
                <a:solidFill>
                  <a:srgbClr val="243A50"/>
                </a:solidFill>
                <a:latin typeface="Helvetica Neue"/>
                <a:ea typeface="Helvetica Neue"/>
                <a:cs typeface="Helvetica Neue"/>
              </a:defRPr>
            </a:lvl3pPr>
            <a:lvl4pPr algn="ctr">
              <a:buNone/>
              <a:defRPr sz="1500" b="1">
                <a:solidFill>
                  <a:srgbClr val="243A50"/>
                </a:solidFill>
                <a:latin typeface="Helvetica Neue"/>
                <a:ea typeface="Helvetica Neue"/>
                <a:cs typeface="Helvetica Neue"/>
              </a:defRPr>
            </a:lvl4pPr>
            <a:lvl5pPr algn="ctr">
              <a:buNone/>
              <a:defRPr sz="1500" b="1">
                <a:solidFill>
                  <a:srgbClr val="243A50"/>
                </a:solidFill>
                <a:latin typeface="Helvetica Neue"/>
                <a:ea typeface="Helvetica Neue"/>
                <a:cs typeface="Helvetica Neue"/>
              </a:defRPr>
            </a:lvl5pPr>
            <a:lvl6pPr algn="ctr">
              <a:buNone/>
              <a:defRPr sz="1500" b="1">
                <a:solidFill>
                  <a:srgbClr val="243A50"/>
                </a:solidFill>
                <a:latin typeface="Helvetica Neue"/>
                <a:ea typeface="Helvetica Neue"/>
                <a:cs typeface="Helvetica Neue"/>
              </a:defRPr>
            </a:lvl6pPr>
            <a:lvl7pPr algn="ctr">
              <a:buNone/>
              <a:defRPr sz="1500" b="1">
                <a:solidFill>
                  <a:srgbClr val="243A50"/>
                </a:solidFill>
                <a:latin typeface="Helvetica Neue"/>
                <a:ea typeface="Helvetica Neue"/>
                <a:cs typeface="Helvetica Neue"/>
              </a:defRPr>
            </a:lvl7pPr>
            <a:lvl8pPr algn="ctr">
              <a:buNone/>
              <a:defRPr sz="1500" b="1">
                <a:solidFill>
                  <a:srgbClr val="243A50"/>
                </a:solidFill>
                <a:latin typeface="Helvetica Neue"/>
                <a:ea typeface="Helvetica Neue"/>
                <a:cs typeface="Helvetica Neue"/>
              </a:defRPr>
            </a:lvl8pPr>
            <a:lvl9pPr algn="ctr">
              <a:buNone/>
              <a:defRPr sz="1500" b="1">
                <a:solidFill>
                  <a:srgbClr val="243A50"/>
                </a:solidFill>
                <a:latin typeface="Helvetica Neue"/>
                <a:ea typeface="Helvetica Neue"/>
                <a:cs typeface="Helvetica Neue"/>
              </a:defRPr>
            </a:lvl9pPr>
          </a:lstStyle>
          <a:p xmlns:a="http://schemas.openxmlformats.org/drawingml/2006/main">
            <a:pPr algn="ctr">
              <a:buNone/>
              <a:defRPr sz="1500" b="1">
                <a:solidFill>
                  <a:srgbClr val="243A50"/>
                </a:solidFill>
                <a:latin typeface="Helvetica Neue"/>
                <a:ea typeface="Helvetica Neue"/>
                <a:cs typeface="Helvetica Neue"/>
              </a:defRPr>
            </a:pPr>
            <a:r>
              <a:rPr sz="1500" b="1">
                <a:solidFill>
                  <a:srgbClr val="243A50"/>
                </a:solidFill>
                <a:latin typeface="Helvetica Neue"/>
                <a:ea typeface="Helvetica Neue"/>
                <a:cs typeface="Helvetica Neue"/>
              </a:rPr>
              <a:t>Coordinate targets</a:t>
            </a:r>
          </a:p>
        </p:txBody>
      </p:sp>
      <p:sp>
        <p:nvSpPr>
          <p:cNvPr id="8" name="Rectangle 7">
            <a:extLst xmlns:a="http://schemas.openxmlformats.org/drawingml/2006/main">
              <a:ext uri="{FF2B5EF4-FFF2-40B4-BE49-F238E27FC236}">
                <a16:creationId xmlns:a16="http://schemas.microsoft.com/office/drawing/2014/main" id="{8CDFBB47-D4B5-4EA3-8EDA-36892843D0FA}"/>
              </a:ext>
            </a:extLst>
          </p:cNvPr>
          <p:cNvSpPr>
            <a:spLocks xmlns:a="http://schemas.openxmlformats.org/drawingml/2006/main" noGrp="1"/>
          </p:cNvSpPr>
          <p:nvPr/>
        </p:nvSpPr>
        <p:spPr>
          <a:xfrm xmlns:a="http://schemas.openxmlformats.org/drawingml/2006/main">
            <a:off x="752475" y="2609850"/>
            <a:ext cx="1924050" cy="8667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a:bodyPr>
          <a:lstStyle xmlns:a="http://schemas.openxmlformats.org/drawingml/2006/main">
            <a:defPPr algn="ctr">
              <a:defRPr sz="1200" b="0">
                <a:solidFill>
                  <a:srgbClr val="33485D"/>
                </a:solidFill>
                <a:latin typeface="Helvetica Neue"/>
                <a:ea typeface="Helvetica Neue"/>
                <a:cs typeface="Helvetica Neue"/>
              </a:defRPr>
            </a:defPPr>
            <a:lvl1pPr algn="ctr">
              <a:buNone/>
              <a:defRPr sz="1200" b="0">
                <a:solidFill>
                  <a:srgbClr val="33485D"/>
                </a:solidFill>
                <a:latin typeface="Helvetica Neue"/>
                <a:ea typeface="Helvetica Neue"/>
                <a:cs typeface="Helvetica Neue"/>
              </a:defRPr>
            </a:lvl1pPr>
            <a:lvl2pPr algn="ctr">
              <a:buNone/>
              <a:defRPr sz="1200" b="0">
                <a:solidFill>
                  <a:srgbClr val="33485D"/>
                </a:solidFill>
                <a:latin typeface="Helvetica Neue"/>
                <a:ea typeface="Helvetica Neue"/>
                <a:cs typeface="Helvetica Neue"/>
              </a:defRPr>
            </a:lvl2pPr>
            <a:lvl3pPr algn="ctr">
              <a:buNone/>
              <a:defRPr sz="1200" b="0">
                <a:solidFill>
                  <a:srgbClr val="33485D"/>
                </a:solidFill>
                <a:latin typeface="Helvetica Neue"/>
                <a:ea typeface="Helvetica Neue"/>
                <a:cs typeface="Helvetica Neue"/>
              </a:defRPr>
            </a:lvl3pPr>
            <a:lvl4pPr algn="ctr">
              <a:buNone/>
              <a:defRPr sz="1200" b="0">
                <a:solidFill>
                  <a:srgbClr val="33485D"/>
                </a:solidFill>
                <a:latin typeface="Helvetica Neue"/>
                <a:ea typeface="Helvetica Neue"/>
                <a:cs typeface="Helvetica Neue"/>
              </a:defRPr>
            </a:lvl4pPr>
            <a:lvl5pPr algn="ctr">
              <a:buNone/>
              <a:defRPr sz="1200" b="0">
                <a:solidFill>
                  <a:srgbClr val="33485D"/>
                </a:solidFill>
                <a:latin typeface="Helvetica Neue"/>
                <a:ea typeface="Helvetica Neue"/>
                <a:cs typeface="Helvetica Neue"/>
              </a:defRPr>
            </a:lvl5pPr>
            <a:lvl6pPr algn="ctr">
              <a:buNone/>
              <a:defRPr sz="1200" b="0">
                <a:solidFill>
                  <a:srgbClr val="33485D"/>
                </a:solidFill>
                <a:latin typeface="Helvetica Neue"/>
                <a:ea typeface="Helvetica Neue"/>
                <a:cs typeface="Helvetica Neue"/>
              </a:defRPr>
            </a:lvl6pPr>
            <a:lvl7pPr algn="ctr">
              <a:buNone/>
              <a:defRPr sz="1200" b="0">
                <a:solidFill>
                  <a:srgbClr val="33485D"/>
                </a:solidFill>
                <a:latin typeface="Helvetica Neue"/>
                <a:ea typeface="Helvetica Neue"/>
                <a:cs typeface="Helvetica Neue"/>
              </a:defRPr>
            </a:lvl7pPr>
            <a:lvl8pPr algn="ctr">
              <a:buNone/>
              <a:defRPr sz="1200" b="0">
                <a:solidFill>
                  <a:srgbClr val="33485D"/>
                </a:solidFill>
                <a:latin typeface="Helvetica Neue"/>
                <a:ea typeface="Helvetica Neue"/>
                <a:cs typeface="Helvetica Neue"/>
              </a:defRPr>
            </a:lvl8pPr>
            <a:lvl9pPr algn="ctr">
              <a:buNone/>
              <a:defRPr sz="1200" b="0">
                <a:solidFill>
                  <a:srgbClr val="33485D"/>
                </a:solidFill>
                <a:latin typeface="Helvetica Neue"/>
                <a:ea typeface="Helvetica Neue"/>
                <a:cs typeface="Helvetica Neue"/>
              </a:defRPr>
            </a:lvl9pPr>
          </a:lstStyle>
          <a:p xmlns:a="http://schemas.openxmlformats.org/drawingml/2006/main">
            <a:pPr algn="ctr">
              <a:buNone/>
              <a:defRPr sz="1200" b="0">
                <a:solidFill>
                  <a:srgbClr val="33485D"/>
                </a:solidFill>
                <a:latin typeface="Helvetica Neue"/>
                <a:ea typeface="Helvetica Neue"/>
                <a:cs typeface="Helvetica Neue"/>
              </a:defRPr>
            </a:pPr>
            <a:r>
              <a:rPr sz="1200" b="0">
                <a:solidFill>
                  <a:srgbClr val="33485D"/>
                </a:solidFill>
                <a:latin typeface="Helvetica Neue"/>
                <a:ea typeface="Helvetica Neue"/>
                <a:cs typeface="Helvetica Neue"/>
              </a:rPr>
              <a:t>longitude + latitude</a:t>
            </a:r>
          </a:p>
          <a:p xmlns:a="http://schemas.openxmlformats.org/drawingml/2006/main">
            <a:pPr algn="ctr">
              <a:buNone/>
              <a:defRPr sz="1200" b="0">
                <a:solidFill>
                  <a:srgbClr val="33485D"/>
                </a:solidFill>
                <a:latin typeface="Helvetica Neue"/>
                <a:ea typeface="Helvetica Neue"/>
                <a:cs typeface="Helvetica Neue"/>
              </a:defRPr>
            </a:pPr>
            <a:r>
              <a:rPr sz="1200" b="0">
                <a:solidFill>
                  <a:srgbClr val="33485D"/>
                </a:solidFill>
                <a:latin typeface="Helvetica Neue"/>
                <a:ea typeface="Helvetica Neue"/>
                <a:cs typeface="Helvetica Neue"/>
              </a:rPr>
              <a:t>paired outputs</a:t>
            </a:r>
          </a:p>
        </p:txBody>
      </p:sp>
      <p:sp>
        <p:nvSpPr>
          <p:cNvPr id="9" name="Right Arrow 8">
            <a:extLst xmlns:a="http://schemas.openxmlformats.org/drawingml/2006/main">
              <a:ext uri="{FF2B5EF4-FFF2-40B4-BE49-F238E27FC236}">
                <a16:creationId xmlns:a16="http://schemas.microsoft.com/office/drawing/2014/main" id="{F002B693-91E6-4EDA-A28F-AA55240E5375}"/>
              </a:ext>
            </a:extLst>
          </p:cNvPr>
          <p:cNvSpPr>
            <a:spLocks xmlns:a="http://schemas.openxmlformats.org/drawingml/2006/main" noGrp="1"/>
          </p:cNvSpPr>
          <p:nvPr/>
        </p:nvSpPr>
        <p:spPr>
          <a:xfrm xmlns:a="http://schemas.openxmlformats.org/drawingml/2006/main">
            <a:off x="2943225" y="2752725"/>
            <a:ext cx="361950" cy="152400"/>
          </a:xfrm>
          <a:prstGeom xmlns:a="http://schemas.openxmlformats.org/drawingml/2006/main" prst="rightArrow">
            <a:avLst/>
          </a:prstGeom>
          <a:solidFill xmlns:a="http://schemas.openxmlformats.org/drawingml/2006/main">
            <a:srgbClr val="64877F"/>
          </a:solidFill>
          <a:ln xmlns:a="http://schemas.openxmlformats.org/drawingml/2006/main" w="0">
            <a:noFill/>
            <a:prstDash val="solid"/>
          </a:ln>
        </p:spPr>
      </p:sp>
      <p:sp>
        <p:nvSpPr>
          <p:cNvPr id="10" name="Rounded Rectangle 9">
            <a:extLst xmlns:a="http://schemas.openxmlformats.org/drawingml/2006/main">
              <a:ext uri="{FF2B5EF4-FFF2-40B4-BE49-F238E27FC236}">
                <a16:creationId xmlns:a16="http://schemas.microsoft.com/office/drawing/2014/main" id="{60E660DF-C214-474A-A54E-025B193FF0F2}"/>
              </a:ext>
            </a:extLst>
          </p:cNvPr>
          <p:cNvSpPr>
            <a:spLocks xmlns:a="http://schemas.openxmlformats.org/drawingml/2006/main" noGrp="1"/>
          </p:cNvSpPr>
          <p:nvPr/>
        </p:nvSpPr>
        <p:spPr>
          <a:xfrm xmlns:a="http://schemas.openxmlformats.org/drawingml/2006/main">
            <a:off x="3438525" y="2095500"/>
            <a:ext cx="2190750" cy="1476375"/>
          </a:xfrm>
          <a:prstGeom xmlns:a="http://schemas.openxmlformats.org/drawingml/2006/main" prst="roundRect">
            <a:avLst>
              <a:gd name="adj" fmla="val 5161"/>
            </a:avLst>
          </a:prstGeom>
          <a:solidFill xmlns:a="http://schemas.openxmlformats.org/drawingml/2006/main">
            <a:srgbClr val="F1E9DB"/>
          </a:solidFill>
          <a:ln xmlns:a="http://schemas.openxmlformats.org/drawingml/2006/main" w="9525">
            <a:solidFill>
              <a:srgbClr val="CBD5DA"/>
            </a:solidFill>
            <a:prstDash val="solid"/>
          </a:ln>
        </p:spPr>
      </p:sp>
      <p:sp>
        <p:nvSpPr>
          <p:cNvPr id="11" name="Rectangle 10">
            <a:extLst xmlns:a="http://schemas.openxmlformats.org/drawingml/2006/main">
              <a:ext uri="{FF2B5EF4-FFF2-40B4-BE49-F238E27FC236}">
                <a16:creationId xmlns:a16="http://schemas.microsoft.com/office/drawing/2014/main" id="{80705169-16D1-4DE5-8DEE-01961951431E}"/>
              </a:ext>
            </a:extLst>
          </p:cNvPr>
          <p:cNvSpPr>
            <a:spLocks xmlns:a="http://schemas.openxmlformats.org/drawingml/2006/main" noGrp="1"/>
          </p:cNvSpPr>
          <p:nvPr/>
        </p:nvSpPr>
        <p:spPr>
          <a:xfrm xmlns:a="http://schemas.openxmlformats.org/drawingml/2006/main">
            <a:off x="3552825" y="2209800"/>
            <a:ext cx="1962150" cy="3333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a:bodyPr>
          <a:lstStyle xmlns:a="http://schemas.openxmlformats.org/drawingml/2006/main">
            <a:defPPr algn="ctr">
              <a:defRPr sz="1500" b="1">
                <a:solidFill>
                  <a:srgbClr val="243A50"/>
                </a:solidFill>
                <a:latin typeface="Helvetica Neue"/>
                <a:ea typeface="Helvetica Neue"/>
                <a:cs typeface="Helvetica Neue"/>
              </a:defRPr>
            </a:defPPr>
            <a:lvl1pPr algn="ctr">
              <a:buNone/>
              <a:defRPr sz="1500" b="1">
                <a:solidFill>
                  <a:srgbClr val="243A50"/>
                </a:solidFill>
                <a:latin typeface="Helvetica Neue"/>
                <a:ea typeface="Helvetica Neue"/>
                <a:cs typeface="Helvetica Neue"/>
              </a:defRPr>
            </a:lvl1pPr>
            <a:lvl2pPr algn="ctr">
              <a:buNone/>
              <a:defRPr sz="1500" b="1">
                <a:solidFill>
                  <a:srgbClr val="243A50"/>
                </a:solidFill>
                <a:latin typeface="Helvetica Neue"/>
                <a:ea typeface="Helvetica Neue"/>
                <a:cs typeface="Helvetica Neue"/>
              </a:defRPr>
            </a:lvl2pPr>
            <a:lvl3pPr algn="ctr">
              <a:buNone/>
              <a:defRPr sz="1500" b="1">
                <a:solidFill>
                  <a:srgbClr val="243A50"/>
                </a:solidFill>
                <a:latin typeface="Helvetica Neue"/>
                <a:ea typeface="Helvetica Neue"/>
                <a:cs typeface="Helvetica Neue"/>
              </a:defRPr>
            </a:lvl3pPr>
            <a:lvl4pPr algn="ctr">
              <a:buNone/>
              <a:defRPr sz="1500" b="1">
                <a:solidFill>
                  <a:srgbClr val="243A50"/>
                </a:solidFill>
                <a:latin typeface="Helvetica Neue"/>
                <a:ea typeface="Helvetica Neue"/>
                <a:cs typeface="Helvetica Neue"/>
              </a:defRPr>
            </a:lvl4pPr>
            <a:lvl5pPr algn="ctr">
              <a:buNone/>
              <a:defRPr sz="1500" b="1">
                <a:solidFill>
                  <a:srgbClr val="243A50"/>
                </a:solidFill>
                <a:latin typeface="Helvetica Neue"/>
                <a:ea typeface="Helvetica Neue"/>
                <a:cs typeface="Helvetica Neue"/>
              </a:defRPr>
            </a:lvl5pPr>
            <a:lvl6pPr algn="ctr">
              <a:buNone/>
              <a:defRPr sz="1500" b="1">
                <a:solidFill>
                  <a:srgbClr val="243A50"/>
                </a:solidFill>
                <a:latin typeface="Helvetica Neue"/>
                <a:ea typeface="Helvetica Neue"/>
                <a:cs typeface="Helvetica Neue"/>
              </a:defRPr>
            </a:lvl6pPr>
            <a:lvl7pPr algn="ctr">
              <a:buNone/>
              <a:defRPr sz="1500" b="1">
                <a:solidFill>
                  <a:srgbClr val="243A50"/>
                </a:solidFill>
                <a:latin typeface="Helvetica Neue"/>
                <a:ea typeface="Helvetica Neue"/>
                <a:cs typeface="Helvetica Neue"/>
              </a:defRPr>
            </a:lvl7pPr>
            <a:lvl8pPr algn="ctr">
              <a:buNone/>
              <a:defRPr sz="1500" b="1">
                <a:solidFill>
                  <a:srgbClr val="243A50"/>
                </a:solidFill>
                <a:latin typeface="Helvetica Neue"/>
                <a:ea typeface="Helvetica Neue"/>
                <a:cs typeface="Helvetica Neue"/>
              </a:defRPr>
            </a:lvl8pPr>
            <a:lvl9pPr algn="ctr">
              <a:buNone/>
              <a:defRPr sz="1500" b="1">
                <a:solidFill>
                  <a:srgbClr val="243A50"/>
                </a:solidFill>
                <a:latin typeface="Helvetica Neue"/>
                <a:ea typeface="Helvetica Neue"/>
                <a:cs typeface="Helvetica Neue"/>
              </a:defRPr>
            </a:lvl9pPr>
          </a:lstStyle>
          <a:p xmlns:a="http://schemas.openxmlformats.org/drawingml/2006/main">
            <a:pPr algn="ctr">
              <a:buNone/>
              <a:defRPr sz="1500" b="1">
                <a:solidFill>
                  <a:srgbClr val="243A50"/>
                </a:solidFill>
                <a:latin typeface="Helvetica Neue"/>
                <a:ea typeface="Helvetica Neue"/>
                <a:cs typeface="Helvetica Neue"/>
              </a:defRPr>
            </a:pPr>
            <a:r>
              <a:rPr sz="1500" b="1">
                <a:solidFill>
                  <a:srgbClr val="243A50"/>
                </a:solidFill>
                <a:latin typeface="Helvetica Neue"/>
                <a:ea typeface="Helvetica Neue"/>
                <a:cs typeface="Helvetica Neue"/>
              </a:rPr>
              <a:t>Candidate search</a:t>
            </a:r>
          </a:p>
        </p:txBody>
      </p:sp>
      <p:sp>
        <p:nvSpPr>
          <p:cNvPr id="12" name="Rectangle 11">
            <a:extLst xmlns:a="http://schemas.openxmlformats.org/drawingml/2006/main">
              <a:ext uri="{FF2B5EF4-FFF2-40B4-BE49-F238E27FC236}">
                <a16:creationId xmlns:a16="http://schemas.microsoft.com/office/drawing/2014/main" id="{9876B26A-C676-4A6E-8CEC-FE96ECA72529}"/>
              </a:ext>
            </a:extLst>
          </p:cNvPr>
          <p:cNvSpPr>
            <a:spLocks xmlns:a="http://schemas.openxmlformats.org/drawingml/2006/main" noGrp="1"/>
          </p:cNvSpPr>
          <p:nvPr/>
        </p:nvSpPr>
        <p:spPr>
          <a:xfrm xmlns:a="http://schemas.openxmlformats.org/drawingml/2006/main">
            <a:off x="3571875" y="2609850"/>
            <a:ext cx="1924050" cy="8667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a:bodyPr>
          <a:lstStyle xmlns:a="http://schemas.openxmlformats.org/drawingml/2006/main">
            <a:defPPr algn="ctr">
              <a:defRPr sz="1200" b="0">
                <a:solidFill>
                  <a:srgbClr val="33485D"/>
                </a:solidFill>
                <a:latin typeface="Helvetica Neue"/>
                <a:ea typeface="Helvetica Neue"/>
                <a:cs typeface="Helvetica Neue"/>
              </a:defRPr>
            </a:defPPr>
            <a:lvl1pPr algn="ctr">
              <a:buNone/>
              <a:defRPr sz="1200" b="0">
                <a:solidFill>
                  <a:srgbClr val="33485D"/>
                </a:solidFill>
                <a:latin typeface="Helvetica Neue"/>
                <a:ea typeface="Helvetica Neue"/>
                <a:cs typeface="Helvetica Neue"/>
              </a:defRPr>
            </a:lvl1pPr>
            <a:lvl2pPr algn="ctr">
              <a:buNone/>
              <a:defRPr sz="1200" b="0">
                <a:solidFill>
                  <a:srgbClr val="33485D"/>
                </a:solidFill>
                <a:latin typeface="Helvetica Neue"/>
                <a:ea typeface="Helvetica Neue"/>
                <a:cs typeface="Helvetica Neue"/>
              </a:defRPr>
            </a:lvl2pPr>
            <a:lvl3pPr algn="ctr">
              <a:buNone/>
              <a:defRPr sz="1200" b="0">
                <a:solidFill>
                  <a:srgbClr val="33485D"/>
                </a:solidFill>
                <a:latin typeface="Helvetica Neue"/>
                <a:ea typeface="Helvetica Neue"/>
                <a:cs typeface="Helvetica Neue"/>
              </a:defRPr>
            </a:lvl3pPr>
            <a:lvl4pPr algn="ctr">
              <a:buNone/>
              <a:defRPr sz="1200" b="0">
                <a:solidFill>
                  <a:srgbClr val="33485D"/>
                </a:solidFill>
                <a:latin typeface="Helvetica Neue"/>
                <a:ea typeface="Helvetica Neue"/>
                <a:cs typeface="Helvetica Neue"/>
              </a:defRPr>
            </a:lvl4pPr>
            <a:lvl5pPr algn="ctr">
              <a:buNone/>
              <a:defRPr sz="1200" b="0">
                <a:solidFill>
                  <a:srgbClr val="33485D"/>
                </a:solidFill>
                <a:latin typeface="Helvetica Neue"/>
                <a:ea typeface="Helvetica Neue"/>
                <a:cs typeface="Helvetica Neue"/>
              </a:defRPr>
            </a:lvl5pPr>
            <a:lvl6pPr algn="ctr">
              <a:buNone/>
              <a:defRPr sz="1200" b="0">
                <a:solidFill>
                  <a:srgbClr val="33485D"/>
                </a:solidFill>
                <a:latin typeface="Helvetica Neue"/>
                <a:ea typeface="Helvetica Neue"/>
                <a:cs typeface="Helvetica Neue"/>
              </a:defRPr>
            </a:lvl6pPr>
            <a:lvl7pPr algn="ctr">
              <a:buNone/>
              <a:defRPr sz="1200" b="0">
                <a:solidFill>
                  <a:srgbClr val="33485D"/>
                </a:solidFill>
                <a:latin typeface="Helvetica Neue"/>
                <a:ea typeface="Helvetica Neue"/>
                <a:cs typeface="Helvetica Neue"/>
              </a:defRPr>
            </a:lvl7pPr>
            <a:lvl8pPr algn="ctr">
              <a:buNone/>
              <a:defRPr sz="1200" b="0">
                <a:solidFill>
                  <a:srgbClr val="33485D"/>
                </a:solidFill>
                <a:latin typeface="Helvetica Neue"/>
                <a:ea typeface="Helvetica Neue"/>
                <a:cs typeface="Helvetica Neue"/>
              </a:defRPr>
            </a:lvl8pPr>
            <a:lvl9pPr algn="ctr">
              <a:buNone/>
              <a:defRPr sz="1200" b="0">
                <a:solidFill>
                  <a:srgbClr val="33485D"/>
                </a:solidFill>
                <a:latin typeface="Helvetica Neue"/>
                <a:ea typeface="Helvetica Neue"/>
                <a:cs typeface="Helvetica Neue"/>
              </a:defRPr>
            </a:lvl9pPr>
          </a:lstStyle>
          <a:p xmlns:a="http://schemas.openxmlformats.org/drawingml/2006/main">
            <a:pPr algn="ctr">
              <a:buNone/>
              <a:defRPr sz="1200" b="0">
                <a:solidFill>
                  <a:srgbClr val="33485D"/>
                </a:solidFill>
                <a:latin typeface="Helvetica Neue"/>
                <a:ea typeface="Helvetica Neue"/>
                <a:cs typeface="Helvetica Neue"/>
              </a:defRPr>
            </a:pPr>
            <a:r>
              <a:rPr sz="1200" b="0">
                <a:solidFill>
                  <a:srgbClr val="33485D"/>
                </a:solidFill>
                <a:latin typeface="Helvetica Neue"/>
                <a:ea typeface="Helvetica Neue"/>
                <a:cs typeface="Helvetica Neue"/>
              </a:rPr>
              <a:t>10 Random Forest</a:t>
            </a:r>
          </a:p>
          <a:p xmlns:a="http://schemas.openxmlformats.org/drawingml/2006/main">
            <a:pPr algn="ctr">
              <a:buNone/>
              <a:defRPr sz="1200" b="0">
                <a:solidFill>
                  <a:srgbClr val="33485D"/>
                </a:solidFill>
                <a:latin typeface="Helvetica Neue"/>
                <a:ea typeface="Helvetica Neue"/>
                <a:cs typeface="Helvetica Neue"/>
              </a:defRPr>
            </a:pPr>
            <a:r>
              <a:rPr sz="1200" b="0">
                <a:solidFill>
                  <a:srgbClr val="33485D"/>
                </a:solidFill>
                <a:latin typeface="Helvetica Neue"/>
                <a:ea typeface="Helvetica Neue"/>
                <a:cs typeface="Helvetica Neue"/>
              </a:rPr>
              <a:t>configurations</a:t>
            </a:r>
          </a:p>
        </p:txBody>
      </p:sp>
      <p:sp>
        <p:nvSpPr>
          <p:cNvPr id="13" name="Right Arrow 12">
            <a:extLst xmlns:a="http://schemas.openxmlformats.org/drawingml/2006/main">
              <a:ext uri="{FF2B5EF4-FFF2-40B4-BE49-F238E27FC236}">
                <a16:creationId xmlns:a16="http://schemas.microsoft.com/office/drawing/2014/main" id="{1B52CE32-5700-45A1-A0BD-52C39C512E5A}"/>
              </a:ext>
            </a:extLst>
          </p:cNvPr>
          <p:cNvSpPr>
            <a:spLocks xmlns:a="http://schemas.openxmlformats.org/drawingml/2006/main" noGrp="1"/>
          </p:cNvSpPr>
          <p:nvPr/>
        </p:nvSpPr>
        <p:spPr>
          <a:xfrm xmlns:a="http://schemas.openxmlformats.org/drawingml/2006/main">
            <a:off x="5762625" y="2752725"/>
            <a:ext cx="361950" cy="152400"/>
          </a:xfrm>
          <a:prstGeom xmlns:a="http://schemas.openxmlformats.org/drawingml/2006/main" prst="rightArrow">
            <a:avLst/>
          </a:prstGeom>
          <a:solidFill xmlns:a="http://schemas.openxmlformats.org/drawingml/2006/main">
            <a:srgbClr val="64877F"/>
          </a:solidFill>
          <a:ln xmlns:a="http://schemas.openxmlformats.org/drawingml/2006/main" w="0">
            <a:noFill/>
            <a:prstDash val="solid"/>
          </a:ln>
        </p:spPr>
      </p:sp>
      <p:sp>
        <p:nvSpPr>
          <p:cNvPr id="14" name="Rounded Rectangle 13">
            <a:extLst xmlns:a="http://schemas.openxmlformats.org/drawingml/2006/main">
              <a:ext uri="{FF2B5EF4-FFF2-40B4-BE49-F238E27FC236}">
                <a16:creationId xmlns:a16="http://schemas.microsoft.com/office/drawing/2014/main" id="{89747E6F-5314-4E9B-8DB4-76D42EBE5942}"/>
              </a:ext>
            </a:extLst>
          </p:cNvPr>
          <p:cNvSpPr>
            <a:spLocks xmlns:a="http://schemas.openxmlformats.org/drawingml/2006/main" noGrp="1"/>
          </p:cNvSpPr>
          <p:nvPr/>
        </p:nvSpPr>
        <p:spPr>
          <a:xfrm xmlns:a="http://schemas.openxmlformats.org/drawingml/2006/main">
            <a:off x="6257925" y="2095500"/>
            <a:ext cx="2190750" cy="1476375"/>
          </a:xfrm>
          <a:prstGeom xmlns:a="http://schemas.openxmlformats.org/drawingml/2006/main" prst="roundRect">
            <a:avLst>
              <a:gd name="adj" fmla="val 5161"/>
            </a:avLst>
          </a:prstGeom>
          <a:solidFill xmlns:a="http://schemas.openxmlformats.org/drawingml/2006/main">
            <a:srgbClr val="C7DBD1"/>
          </a:solidFill>
          <a:ln xmlns:a="http://schemas.openxmlformats.org/drawingml/2006/main" w="9525">
            <a:solidFill>
              <a:srgbClr val="CBD5DA"/>
            </a:solidFill>
            <a:prstDash val="solid"/>
          </a:ln>
        </p:spPr>
      </p:sp>
      <p:sp>
        <p:nvSpPr>
          <p:cNvPr id="15" name="Rectangle 14">
            <a:extLst xmlns:a="http://schemas.openxmlformats.org/drawingml/2006/main">
              <a:ext uri="{FF2B5EF4-FFF2-40B4-BE49-F238E27FC236}">
                <a16:creationId xmlns:a16="http://schemas.microsoft.com/office/drawing/2014/main" id="{6899F75E-CF84-47ED-A2F8-7C1C1C57B088}"/>
              </a:ext>
            </a:extLst>
          </p:cNvPr>
          <p:cNvSpPr>
            <a:spLocks xmlns:a="http://schemas.openxmlformats.org/drawingml/2006/main" noGrp="1"/>
          </p:cNvSpPr>
          <p:nvPr/>
        </p:nvSpPr>
        <p:spPr>
          <a:xfrm xmlns:a="http://schemas.openxmlformats.org/drawingml/2006/main">
            <a:off x="6372225" y="2209800"/>
            <a:ext cx="1962150" cy="3333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a:bodyPr>
          <a:lstStyle xmlns:a="http://schemas.openxmlformats.org/drawingml/2006/main">
            <a:defPPr algn="ctr">
              <a:defRPr sz="1500" b="1">
                <a:solidFill>
                  <a:srgbClr val="243A50"/>
                </a:solidFill>
                <a:latin typeface="Helvetica Neue"/>
                <a:ea typeface="Helvetica Neue"/>
                <a:cs typeface="Helvetica Neue"/>
              </a:defRPr>
            </a:defPPr>
            <a:lvl1pPr algn="ctr">
              <a:buNone/>
              <a:defRPr sz="1500" b="1">
                <a:solidFill>
                  <a:srgbClr val="243A50"/>
                </a:solidFill>
                <a:latin typeface="Helvetica Neue"/>
                <a:ea typeface="Helvetica Neue"/>
                <a:cs typeface="Helvetica Neue"/>
              </a:defRPr>
            </a:lvl1pPr>
            <a:lvl2pPr algn="ctr">
              <a:buNone/>
              <a:defRPr sz="1500" b="1">
                <a:solidFill>
                  <a:srgbClr val="243A50"/>
                </a:solidFill>
                <a:latin typeface="Helvetica Neue"/>
                <a:ea typeface="Helvetica Neue"/>
                <a:cs typeface="Helvetica Neue"/>
              </a:defRPr>
            </a:lvl2pPr>
            <a:lvl3pPr algn="ctr">
              <a:buNone/>
              <a:defRPr sz="1500" b="1">
                <a:solidFill>
                  <a:srgbClr val="243A50"/>
                </a:solidFill>
                <a:latin typeface="Helvetica Neue"/>
                <a:ea typeface="Helvetica Neue"/>
                <a:cs typeface="Helvetica Neue"/>
              </a:defRPr>
            </a:lvl3pPr>
            <a:lvl4pPr algn="ctr">
              <a:buNone/>
              <a:defRPr sz="1500" b="1">
                <a:solidFill>
                  <a:srgbClr val="243A50"/>
                </a:solidFill>
                <a:latin typeface="Helvetica Neue"/>
                <a:ea typeface="Helvetica Neue"/>
                <a:cs typeface="Helvetica Neue"/>
              </a:defRPr>
            </a:lvl4pPr>
            <a:lvl5pPr algn="ctr">
              <a:buNone/>
              <a:defRPr sz="1500" b="1">
                <a:solidFill>
                  <a:srgbClr val="243A50"/>
                </a:solidFill>
                <a:latin typeface="Helvetica Neue"/>
                <a:ea typeface="Helvetica Neue"/>
                <a:cs typeface="Helvetica Neue"/>
              </a:defRPr>
            </a:lvl5pPr>
            <a:lvl6pPr algn="ctr">
              <a:buNone/>
              <a:defRPr sz="1500" b="1">
                <a:solidFill>
                  <a:srgbClr val="243A50"/>
                </a:solidFill>
                <a:latin typeface="Helvetica Neue"/>
                <a:ea typeface="Helvetica Neue"/>
                <a:cs typeface="Helvetica Neue"/>
              </a:defRPr>
            </a:lvl6pPr>
            <a:lvl7pPr algn="ctr">
              <a:buNone/>
              <a:defRPr sz="1500" b="1">
                <a:solidFill>
                  <a:srgbClr val="243A50"/>
                </a:solidFill>
                <a:latin typeface="Helvetica Neue"/>
                <a:ea typeface="Helvetica Neue"/>
                <a:cs typeface="Helvetica Neue"/>
              </a:defRPr>
            </a:lvl7pPr>
            <a:lvl8pPr algn="ctr">
              <a:buNone/>
              <a:defRPr sz="1500" b="1">
                <a:solidFill>
                  <a:srgbClr val="243A50"/>
                </a:solidFill>
                <a:latin typeface="Helvetica Neue"/>
                <a:ea typeface="Helvetica Neue"/>
                <a:cs typeface="Helvetica Neue"/>
              </a:defRPr>
            </a:lvl8pPr>
            <a:lvl9pPr algn="ctr">
              <a:buNone/>
              <a:defRPr sz="1500" b="1">
                <a:solidFill>
                  <a:srgbClr val="243A50"/>
                </a:solidFill>
                <a:latin typeface="Helvetica Neue"/>
                <a:ea typeface="Helvetica Neue"/>
                <a:cs typeface="Helvetica Neue"/>
              </a:defRPr>
            </a:lvl9pPr>
          </a:lstStyle>
          <a:p xmlns:a="http://schemas.openxmlformats.org/drawingml/2006/main">
            <a:pPr algn="ctr">
              <a:buNone/>
              <a:defRPr sz="1500" b="1">
                <a:solidFill>
                  <a:srgbClr val="243A50"/>
                </a:solidFill>
                <a:latin typeface="Helvetica Neue"/>
                <a:ea typeface="Helvetica Neue"/>
                <a:cs typeface="Helvetica Neue"/>
              </a:defRPr>
            </a:pPr>
            <a:r>
              <a:rPr sz="1500" b="1">
                <a:solidFill>
                  <a:srgbClr val="243A50"/>
                </a:solidFill>
                <a:latin typeface="Helvetica Neue"/>
                <a:ea typeface="Helvetica Neue"/>
                <a:cs typeface="Helvetica Neue"/>
              </a:rPr>
              <a:t>Selection metric</a:t>
            </a:r>
          </a:p>
        </p:txBody>
      </p:sp>
      <p:sp>
        <p:nvSpPr>
          <p:cNvPr id="16" name="Rectangle 15">
            <a:extLst xmlns:a="http://schemas.openxmlformats.org/drawingml/2006/main">
              <a:ext uri="{FF2B5EF4-FFF2-40B4-BE49-F238E27FC236}">
                <a16:creationId xmlns:a16="http://schemas.microsoft.com/office/drawing/2014/main" id="{EE006789-7EEB-47A1-8525-3B036D405590}"/>
              </a:ext>
            </a:extLst>
          </p:cNvPr>
          <p:cNvSpPr>
            <a:spLocks xmlns:a="http://schemas.openxmlformats.org/drawingml/2006/main" noGrp="1"/>
          </p:cNvSpPr>
          <p:nvPr/>
        </p:nvSpPr>
        <p:spPr>
          <a:xfrm xmlns:a="http://schemas.openxmlformats.org/drawingml/2006/main">
            <a:off x="6391275" y="2609850"/>
            <a:ext cx="1924050" cy="8667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a:bodyPr>
          <a:lstStyle xmlns:a="http://schemas.openxmlformats.org/drawingml/2006/main">
            <a:defPPr algn="ctr">
              <a:defRPr sz="1200" b="0">
                <a:solidFill>
                  <a:srgbClr val="33485D"/>
                </a:solidFill>
                <a:latin typeface="Helvetica Neue"/>
                <a:ea typeface="Helvetica Neue"/>
                <a:cs typeface="Helvetica Neue"/>
              </a:defRPr>
            </a:defPPr>
            <a:lvl1pPr algn="ctr">
              <a:buNone/>
              <a:defRPr sz="1200" b="0">
                <a:solidFill>
                  <a:srgbClr val="33485D"/>
                </a:solidFill>
                <a:latin typeface="Helvetica Neue"/>
                <a:ea typeface="Helvetica Neue"/>
                <a:cs typeface="Helvetica Neue"/>
              </a:defRPr>
            </a:lvl1pPr>
            <a:lvl2pPr algn="ctr">
              <a:buNone/>
              <a:defRPr sz="1200" b="0">
                <a:solidFill>
                  <a:srgbClr val="33485D"/>
                </a:solidFill>
                <a:latin typeface="Helvetica Neue"/>
                <a:ea typeface="Helvetica Neue"/>
                <a:cs typeface="Helvetica Neue"/>
              </a:defRPr>
            </a:lvl2pPr>
            <a:lvl3pPr algn="ctr">
              <a:buNone/>
              <a:defRPr sz="1200" b="0">
                <a:solidFill>
                  <a:srgbClr val="33485D"/>
                </a:solidFill>
                <a:latin typeface="Helvetica Neue"/>
                <a:ea typeface="Helvetica Neue"/>
                <a:cs typeface="Helvetica Neue"/>
              </a:defRPr>
            </a:lvl3pPr>
            <a:lvl4pPr algn="ctr">
              <a:buNone/>
              <a:defRPr sz="1200" b="0">
                <a:solidFill>
                  <a:srgbClr val="33485D"/>
                </a:solidFill>
                <a:latin typeface="Helvetica Neue"/>
                <a:ea typeface="Helvetica Neue"/>
                <a:cs typeface="Helvetica Neue"/>
              </a:defRPr>
            </a:lvl4pPr>
            <a:lvl5pPr algn="ctr">
              <a:buNone/>
              <a:defRPr sz="1200" b="0">
                <a:solidFill>
                  <a:srgbClr val="33485D"/>
                </a:solidFill>
                <a:latin typeface="Helvetica Neue"/>
                <a:ea typeface="Helvetica Neue"/>
                <a:cs typeface="Helvetica Neue"/>
              </a:defRPr>
            </a:lvl5pPr>
            <a:lvl6pPr algn="ctr">
              <a:buNone/>
              <a:defRPr sz="1200" b="0">
                <a:solidFill>
                  <a:srgbClr val="33485D"/>
                </a:solidFill>
                <a:latin typeface="Helvetica Neue"/>
                <a:ea typeface="Helvetica Neue"/>
                <a:cs typeface="Helvetica Neue"/>
              </a:defRPr>
            </a:lvl6pPr>
            <a:lvl7pPr algn="ctr">
              <a:buNone/>
              <a:defRPr sz="1200" b="0">
                <a:solidFill>
                  <a:srgbClr val="33485D"/>
                </a:solidFill>
                <a:latin typeface="Helvetica Neue"/>
                <a:ea typeface="Helvetica Neue"/>
                <a:cs typeface="Helvetica Neue"/>
              </a:defRPr>
            </a:lvl7pPr>
            <a:lvl8pPr algn="ctr">
              <a:buNone/>
              <a:defRPr sz="1200" b="0">
                <a:solidFill>
                  <a:srgbClr val="33485D"/>
                </a:solidFill>
                <a:latin typeface="Helvetica Neue"/>
                <a:ea typeface="Helvetica Neue"/>
                <a:cs typeface="Helvetica Neue"/>
              </a:defRPr>
            </a:lvl8pPr>
            <a:lvl9pPr algn="ctr">
              <a:buNone/>
              <a:defRPr sz="1200" b="0">
                <a:solidFill>
                  <a:srgbClr val="33485D"/>
                </a:solidFill>
                <a:latin typeface="Helvetica Neue"/>
                <a:ea typeface="Helvetica Neue"/>
                <a:cs typeface="Helvetica Neue"/>
              </a:defRPr>
            </a:lvl9pPr>
          </a:lstStyle>
          <a:p xmlns:a="http://schemas.openxmlformats.org/drawingml/2006/main">
            <a:pPr algn="ctr">
              <a:buNone/>
              <a:defRPr sz="1200" b="0">
                <a:solidFill>
                  <a:srgbClr val="33485D"/>
                </a:solidFill>
                <a:latin typeface="Helvetica Neue"/>
                <a:ea typeface="Helvetica Neue"/>
                <a:cs typeface="Helvetica Neue"/>
              </a:defRPr>
            </a:pPr>
            <a:r>
              <a:rPr sz="1200" b="0">
                <a:solidFill>
                  <a:srgbClr val="33485D"/>
                </a:solidFill>
                <a:latin typeface="Helvetica Neue"/>
                <a:ea typeface="Helvetica Neue"/>
                <a:cs typeface="Helvetica Neue"/>
              </a:rPr>
              <a:t>mean Euclidean error</a:t>
            </a:r>
          </a:p>
          <a:p xmlns:a="http://schemas.openxmlformats.org/drawingml/2006/main">
            <a:pPr algn="ctr">
              <a:buNone/>
              <a:defRPr sz="1200" b="0">
                <a:solidFill>
                  <a:srgbClr val="33485D"/>
                </a:solidFill>
                <a:latin typeface="Helvetica Neue"/>
                <a:ea typeface="Helvetica Neue"/>
                <a:cs typeface="Helvetica Neue"/>
              </a:defRPr>
            </a:pPr>
            <a:r>
              <a:rPr sz="1200" b="0">
                <a:solidFill>
                  <a:srgbClr val="33485D"/>
                </a:solidFill>
                <a:latin typeface="Helvetica Neue"/>
                <a:ea typeface="Helvetica Neue"/>
                <a:cs typeface="Helvetica Neue"/>
              </a:rPr>
              <a:t>on internal validation</a:t>
            </a:r>
          </a:p>
        </p:txBody>
      </p:sp>
      <p:sp>
        <p:nvSpPr>
          <p:cNvPr id="17" name="Right Arrow 16">
            <a:extLst xmlns:a="http://schemas.openxmlformats.org/drawingml/2006/main">
              <a:ext uri="{FF2B5EF4-FFF2-40B4-BE49-F238E27FC236}">
                <a16:creationId xmlns:a16="http://schemas.microsoft.com/office/drawing/2014/main" id="{4CD10A73-A0B8-40DA-8F08-7805035D52A8}"/>
              </a:ext>
            </a:extLst>
          </p:cNvPr>
          <p:cNvSpPr>
            <a:spLocks xmlns:a="http://schemas.openxmlformats.org/drawingml/2006/main" noGrp="1"/>
          </p:cNvSpPr>
          <p:nvPr/>
        </p:nvSpPr>
        <p:spPr>
          <a:xfrm xmlns:a="http://schemas.openxmlformats.org/drawingml/2006/main">
            <a:off x="8582025" y="2752725"/>
            <a:ext cx="361950" cy="152400"/>
          </a:xfrm>
          <a:prstGeom xmlns:a="http://schemas.openxmlformats.org/drawingml/2006/main" prst="rightArrow">
            <a:avLst/>
          </a:prstGeom>
          <a:solidFill xmlns:a="http://schemas.openxmlformats.org/drawingml/2006/main">
            <a:srgbClr val="64877F"/>
          </a:solidFill>
          <a:ln xmlns:a="http://schemas.openxmlformats.org/drawingml/2006/main" w="0">
            <a:noFill/>
            <a:prstDash val="solid"/>
          </a:ln>
        </p:spPr>
      </p:sp>
      <p:sp>
        <p:nvSpPr>
          <p:cNvPr id="18" name="Rounded Rectangle 17">
            <a:extLst xmlns:a="http://schemas.openxmlformats.org/drawingml/2006/main">
              <a:ext uri="{FF2B5EF4-FFF2-40B4-BE49-F238E27FC236}">
                <a16:creationId xmlns:a16="http://schemas.microsoft.com/office/drawing/2014/main" id="{B844DB0D-DD2F-4827-A680-E6C7CF5525B5}"/>
              </a:ext>
            </a:extLst>
          </p:cNvPr>
          <p:cNvSpPr>
            <a:spLocks xmlns:a="http://schemas.openxmlformats.org/drawingml/2006/main" noGrp="1"/>
          </p:cNvSpPr>
          <p:nvPr/>
        </p:nvSpPr>
        <p:spPr>
          <a:xfrm xmlns:a="http://schemas.openxmlformats.org/drawingml/2006/main">
            <a:off x="9077325" y="2095500"/>
            <a:ext cx="2476500" cy="1476375"/>
          </a:xfrm>
          <a:prstGeom xmlns:a="http://schemas.openxmlformats.org/drawingml/2006/main" prst="roundRect">
            <a:avLst>
              <a:gd name="adj" fmla="val 5161"/>
            </a:avLst>
          </a:prstGeom>
          <a:solidFill xmlns:a="http://schemas.openxmlformats.org/drawingml/2006/main">
            <a:srgbClr val="DCE7ED"/>
          </a:solidFill>
          <a:ln xmlns:a="http://schemas.openxmlformats.org/drawingml/2006/main" w="9525">
            <a:solidFill>
              <a:srgbClr val="CBD5DA"/>
            </a:solidFill>
            <a:prstDash val="solid"/>
          </a:ln>
        </p:spPr>
      </p:sp>
      <p:sp>
        <p:nvSpPr>
          <p:cNvPr id="19" name="Rectangle 18">
            <a:extLst xmlns:a="http://schemas.openxmlformats.org/drawingml/2006/main">
              <a:ext uri="{FF2B5EF4-FFF2-40B4-BE49-F238E27FC236}">
                <a16:creationId xmlns:a16="http://schemas.microsoft.com/office/drawing/2014/main" id="{A67075C4-E104-4C6F-8188-AB69F30B6BC5}"/>
              </a:ext>
            </a:extLst>
          </p:cNvPr>
          <p:cNvSpPr>
            <a:spLocks xmlns:a="http://schemas.openxmlformats.org/drawingml/2006/main" noGrp="1"/>
          </p:cNvSpPr>
          <p:nvPr/>
        </p:nvSpPr>
        <p:spPr>
          <a:xfrm xmlns:a="http://schemas.openxmlformats.org/drawingml/2006/main">
            <a:off x="9191625" y="2209800"/>
            <a:ext cx="2247900" cy="3333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a:bodyPr>
          <a:lstStyle xmlns:a="http://schemas.openxmlformats.org/drawingml/2006/main">
            <a:defPPr algn="ctr">
              <a:defRPr sz="1500" b="1">
                <a:solidFill>
                  <a:srgbClr val="243A50"/>
                </a:solidFill>
                <a:latin typeface="Helvetica Neue"/>
                <a:ea typeface="Helvetica Neue"/>
                <a:cs typeface="Helvetica Neue"/>
              </a:defRPr>
            </a:defPPr>
            <a:lvl1pPr algn="ctr">
              <a:buNone/>
              <a:defRPr sz="1500" b="1">
                <a:solidFill>
                  <a:srgbClr val="243A50"/>
                </a:solidFill>
                <a:latin typeface="Helvetica Neue"/>
                <a:ea typeface="Helvetica Neue"/>
                <a:cs typeface="Helvetica Neue"/>
              </a:defRPr>
            </a:lvl1pPr>
            <a:lvl2pPr algn="ctr">
              <a:buNone/>
              <a:defRPr sz="1500" b="1">
                <a:solidFill>
                  <a:srgbClr val="243A50"/>
                </a:solidFill>
                <a:latin typeface="Helvetica Neue"/>
                <a:ea typeface="Helvetica Neue"/>
                <a:cs typeface="Helvetica Neue"/>
              </a:defRPr>
            </a:lvl2pPr>
            <a:lvl3pPr algn="ctr">
              <a:buNone/>
              <a:defRPr sz="1500" b="1">
                <a:solidFill>
                  <a:srgbClr val="243A50"/>
                </a:solidFill>
                <a:latin typeface="Helvetica Neue"/>
                <a:ea typeface="Helvetica Neue"/>
                <a:cs typeface="Helvetica Neue"/>
              </a:defRPr>
            </a:lvl3pPr>
            <a:lvl4pPr algn="ctr">
              <a:buNone/>
              <a:defRPr sz="1500" b="1">
                <a:solidFill>
                  <a:srgbClr val="243A50"/>
                </a:solidFill>
                <a:latin typeface="Helvetica Neue"/>
                <a:ea typeface="Helvetica Neue"/>
                <a:cs typeface="Helvetica Neue"/>
              </a:defRPr>
            </a:lvl4pPr>
            <a:lvl5pPr algn="ctr">
              <a:buNone/>
              <a:defRPr sz="1500" b="1">
                <a:solidFill>
                  <a:srgbClr val="243A50"/>
                </a:solidFill>
                <a:latin typeface="Helvetica Neue"/>
                <a:ea typeface="Helvetica Neue"/>
                <a:cs typeface="Helvetica Neue"/>
              </a:defRPr>
            </a:lvl5pPr>
            <a:lvl6pPr algn="ctr">
              <a:buNone/>
              <a:defRPr sz="1500" b="1">
                <a:solidFill>
                  <a:srgbClr val="243A50"/>
                </a:solidFill>
                <a:latin typeface="Helvetica Neue"/>
                <a:ea typeface="Helvetica Neue"/>
                <a:cs typeface="Helvetica Neue"/>
              </a:defRPr>
            </a:lvl6pPr>
            <a:lvl7pPr algn="ctr">
              <a:buNone/>
              <a:defRPr sz="1500" b="1">
                <a:solidFill>
                  <a:srgbClr val="243A50"/>
                </a:solidFill>
                <a:latin typeface="Helvetica Neue"/>
                <a:ea typeface="Helvetica Neue"/>
                <a:cs typeface="Helvetica Neue"/>
              </a:defRPr>
            </a:lvl7pPr>
            <a:lvl8pPr algn="ctr">
              <a:buNone/>
              <a:defRPr sz="1500" b="1">
                <a:solidFill>
                  <a:srgbClr val="243A50"/>
                </a:solidFill>
                <a:latin typeface="Helvetica Neue"/>
                <a:ea typeface="Helvetica Neue"/>
                <a:cs typeface="Helvetica Neue"/>
              </a:defRPr>
            </a:lvl8pPr>
            <a:lvl9pPr algn="ctr">
              <a:buNone/>
              <a:defRPr sz="1500" b="1">
                <a:solidFill>
                  <a:srgbClr val="243A50"/>
                </a:solidFill>
                <a:latin typeface="Helvetica Neue"/>
                <a:ea typeface="Helvetica Neue"/>
                <a:cs typeface="Helvetica Neue"/>
              </a:defRPr>
            </a:lvl9pPr>
          </a:lstStyle>
          <a:p xmlns:a="http://schemas.openxmlformats.org/drawingml/2006/main">
            <a:pPr algn="ctr">
              <a:buNone/>
              <a:defRPr sz="1500" b="1">
                <a:solidFill>
                  <a:srgbClr val="243A50"/>
                </a:solidFill>
                <a:latin typeface="Helvetica Neue"/>
                <a:ea typeface="Helvetica Neue"/>
                <a:cs typeface="Helvetica Neue"/>
              </a:defRPr>
            </a:pPr>
            <a:r>
              <a:rPr sz="1500" b="1">
                <a:solidFill>
                  <a:srgbClr val="243A50"/>
                </a:solidFill>
                <a:latin typeface="Helvetica Neue"/>
                <a:ea typeface="Helvetica Neue"/>
                <a:cs typeface="Helvetica Neue"/>
              </a:rPr>
              <a:t>Selected model</a:t>
            </a:r>
          </a:p>
        </p:txBody>
      </p:sp>
      <p:sp>
        <p:nvSpPr>
          <p:cNvPr id="20" name="Rectangle 19">
            <a:extLst xmlns:a="http://schemas.openxmlformats.org/drawingml/2006/main">
              <a:ext uri="{FF2B5EF4-FFF2-40B4-BE49-F238E27FC236}">
                <a16:creationId xmlns:a16="http://schemas.microsoft.com/office/drawing/2014/main" id="{D1A8B3F9-6F8B-4435-B6FF-94F6576B4441}"/>
              </a:ext>
            </a:extLst>
          </p:cNvPr>
          <p:cNvSpPr>
            <a:spLocks xmlns:a="http://schemas.openxmlformats.org/drawingml/2006/main" noGrp="1"/>
          </p:cNvSpPr>
          <p:nvPr/>
        </p:nvSpPr>
        <p:spPr>
          <a:xfrm xmlns:a="http://schemas.openxmlformats.org/drawingml/2006/main">
            <a:off x="9210675" y="2609850"/>
            <a:ext cx="2209800" cy="8667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a:bodyPr>
          <a:lstStyle xmlns:a="http://schemas.openxmlformats.org/drawingml/2006/main">
            <a:defPPr algn="ctr">
              <a:defRPr sz="1200" b="0">
                <a:solidFill>
                  <a:srgbClr val="33485D"/>
                </a:solidFill>
                <a:latin typeface="Helvetica Neue"/>
                <a:ea typeface="Helvetica Neue"/>
                <a:cs typeface="Helvetica Neue"/>
              </a:defRPr>
            </a:defPPr>
            <a:lvl1pPr algn="ctr">
              <a:buNone/>
              <a:defRPr sz="1200" b="0">
                <a:solidFill>
                  <a:srgbClr val="33485D"/>
                </a:solidFill>
                <a:latin typeface="Helvetica Neue"/>
                <a:ea typeface="Helvetica Neue"/>
                <a:cs typeface="Helvetica Neue"/>
              </a:defRPr>
            </a:lvl1pPr>
            <a:lvl2pPr algn="ctr">
              <a:buNone/>
              <a:defRPr sz="1200" b="0">
                <a:solidFill>
                  <a:srgbClr val="33485D"/>
                </a:solidFill>
                <a:latin typeface="Helvetica Neue"/>
                <a:ea typeface="Helvetica Neue"/>
                <a:cs typeface="Helvetica Neue"/>
              </a:defRPr>
            </a:lvl2pPr>
            <a:lvl3pPr algn="ctr">
              <a:buNone/>
              <a:defRPr sz="1200" b="0">
                <a:solidFill>
                  <a:srgbClr val="33485D"/>
                </a:solidFill>
                <a:latin typeface="Helvetica Neue"/>
                <a:ea typeface="Helvetica Neue"/>
                <a:cs typeface="Helvetica Neue"/>
              </a:defRPr>
            </a:lvl3pPr>
            <a:lvl4pPr algn="ctr">
              <a:buNone/>
              <a:defRPr sz="1200" b="0">
                <a:solidFill>
                  <a:srgbClr val="33485D"/>
                </a:solidFill>
                <a:latin typeface="Helvetica Neue"/>
                <a:ea typeface="Helvetica Neue"/>
                <a:cs typeface="Helvetica Neue"/>
              </a:defRPr>
            </a:lvl4pPr>
            <a:lvl5pPr algn="ctr">
              <a:buNone/>
              <a:defRPr sz="1200" b="0">
                <a:solidFill>
                  <a:srgbClr val="33485D"/>
                </a:solidFill>
                <a:latin typeface="Helvetica Neue"/>
                <a:ea typeface="Helvetica Neue"/>
                <a:cs typeface="Helvetica Neue"/>
              </a:defRPr>
            </a:lvl5pPr>
            <a:lvl6pPr algn="ctr">
              <a:buNone/>
              <a:defRPr sz="1200" b="0">
                <a:solidFill>
                  <a:srgbClr val="33485D"/>
                </a:solidFill>
                <a:latin typeface="Helvetica Neue"/>
                <a:ea typeface="Helvetica Neue"/>
                <a:cs typeface="Helvetica Neue"/>
              </a:defRPr>
            </a:lvl6pPr>
            <a:lvl7pPr algn="ctr">
              <a:buNone/>
              <a:defRPr sz="1200" b="0">
                <a:solidFill>
                  <a:srgbClr val="33485D"/>
                </a:solidFill>
                <a:latin typeface="Helvetica Neue"/>
                <a:ea typeface="Helvetica Neue"/>
                <a:cs typeface="Helvetica Neue"/>
              </a:defRPr>
            </a:lvl7pPr>
            <a:lvl8pPr algn="ctr">
              <a:buNone/>
              <a:defRPr sz="1200" b="0">
                <a:solidFill>
                  <a:srgbClr val="33485D"/>
                </a:solidFill>
                <a:latin typeface="Helvetica Neue"/>
                <a:ea typeface="Helvetica Neue"/>
                <a:cs typeface="Helvetica Neue"/>
              </a:defRPr>
            </a:lvl8pPr>
            <a:lvl9pPr algn="ctr">
              <a:buNone/>
              <a:defRPr sz="1200" b="0">
                <a:solidFill>
                  <a:srgbClr val="33485D"/>
                </a:solidFill>
                <a:latin typeface="Helvetica Neue"/>
                <a:ea typeface="Helvetica Neue"/>
                <a:cs typeface="Helvetica Neue"/>
              </a:defRPr>
            </a:lvl9pPr>
          </a:lstStyle>
          <a:p xmlns:a="http://schemas.openxmlformats.org/drawingml/2006/main">
            <a:pPr algn="ctr">
              <a:buNone/>
              <a:defRPr sz="1200" b="0">
                <a:solidFill>
                  <a:srgbClr val="33485D"/>
                </a:solidFill>
                <a:latin typeface="Helvetica Neue"/>
                <a:ea typeface="Helvetica Neue"/>
                <a:cs typeface="Helvetica Neue"/>
              </a:defRPr>
            </a:pPr>
            <a:r>
              <a:rPr sz="1200" b="0">
                <a:solidFill>
                  <a:srgbClr val="33485D"/>
                </a:solidFill>
                <a:latin typeface="Helvetica Neue"/>
                <a:ea typeface="Helvetica Neue"/>
                <a:cs typeface="Helvetica Neue"/>
              </a:rPr>
              <a:t>150 trees · leaf 1</a:t>
            </a:r>
          </a:p>
          <a:p xmlns:a="http://schemas.openxmlformats.org/drawingml/2006/main">
            <a:pPr algn="ctr">
              <a:buNone/>
              <a:defRPr sz="1200" b="0">
                <a:solidFill>
                  <a:srgbClr val="33485D"/>
                </a:solidFill>
                <a:latin typeface="Helvetica Neue"/>
                <a:ea typeface="Helvetica Neue"/>
                <a:cs typeface="Helvetica Neue"/>
              </a:defRPr>
            </a:pPr>
            <a:r>
              <a:rPr sz="1200" b="0">
                <a:solidFill>
                  <a:srgbClr val="33485D"/>
                </a:solidFill>
                <a:latin typeface="Helvetica Neue"/>
                <a:ea typeface="Helvetica Neue"/>
                <a:cs typeface="Helvetica Neue"/>
              </a:rPr>
              <a:t>max_features = 0.5</a:t>
            </a:r>
          </a:p>
        </p:txBody>
      </p:sp>
      <p:sp>
        <p:nvSpPr>
          <p:cNvPr id="21" name="Rectangle 20">
            <a:extLst xmlns:a="http://schemas.openxmlformats.org/drawingml/2006/main">
              <a:ext uri="{FF2B5EF4-FFF2-40B4-BE49-F238E27FC236}">
                <a16:creationId xmlns:a16="http://schemas.microsoft.com/office/drawing/2014/main" id="{C59CF479-7DCC-46F3-B771-936F660393D6}"/>
              </a:ext>
            </a:extLst>
          </p:cNvPr>
          <p:cNvSpPr>
            <a:spLocks xmlns:a="http://schemas.openxmlformats.org/drawingml/2006/main" noGrp="1"/>
          </p:cNvSpPr>
          <p:nvPr/>
        </p:nvSpPr>
        <p:spPr>
          <a:xfrm xmlns:a="http://schemas.openxmlformats.org/drawingml/2006/main">
            <a:off x="742950" y="4362450"/>
            <a:ext cx="1714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a:bodyPr>
          <a:lstStyle xmlns:a="http://schemas.openxmlformats.org/drawingml/2006/main">
            <a:defPPr algn="l">
              <a:defRPr sz="1350" b="1">
                <a:solidFill>
                  <a:srgbClr val="64877F"/>
                </a:solidFill>
                <a:latin typeface="Helvetica Neue"/>
                <a:ea typeface="Helvetica Neue"/>
                <a:cs typeface="Helvetica Neue"/>
              </a:defRPr>
            </a:defPPr>
            <a:lvl1pPr algn="l">
              <a:buNone/>
              <a:defRPr sz="1350" b="1">
                <a:solidFill>
                  <a:srgbClr val="64877F"/>
                </a:solidFill>
                <a:latin typeface="Helvetica Neue"/>
                <a:ea typeface="Helvetica Neue"/>
                <a:cs typeface="Helvetica Neue"/>
              </a:defRPr>
            </a:lvl1pPr>
            <a:lvl2pPr algn="l">
              <a:buNone/>
              <a:defRPr sz="1350" b="1">
                <a:solidFill>
                  <a:srgbClr val="64877F"/>
                </a:solidFill>
                <a:latin typeface="Helvetica Neue"/>
                <a:ea typeface="Helvetica Neue"/>
                <a:cs typeface="Helvetica Neue"/>
              </a:defRPr>
            </a:lvl2pPr>
            <a:lvl3pPr algn="l">
              <a:buNone/>
              <a:defRPr sz="1350" b="1">
                <a:solidFill>
                  <a:srgbClr val="64877F"/>
                </a:solidFill>
                <a:latin typeface="Helvetica Neue"/>
                <a:ea typeface="Helvetica Neue"/>
                <a:cs typeface="Helvetica Neue"/>
              </a:defRPr>
            </a:lvl3pPr>
            <a:lvl4pPr algn="l">
              <a:buNone/>
              <a:defRPr sz="1350" b="1">
                <a:solidFill>
                  <a:srgbClr val="64877F"/>
                </a:solidFill>
                <a:latin typeface="Helvetica Neue"/>
                <a:ea typeface="Helvetica Neue"/>
                <a:cs typeface="Helvetica Neue"/>
              </a:defRPr>
            </a:lvl4pPr>
            <a:lvl5pPr algn="l">
              <a:buNone/>
              <a:defRPr sz="1350" b="1">
                <a:solidFill>
                  <a:srgbClr val="64877F"/>
                </a:solidFill>
                <a:latin typeface="Helvetica Neue"/>
                <a:ea typeface="Helvetica Neue"/>
                <a:cs typeface="Helvetica Neue"/>
              </a:defRPr>
            </a:lvl5pPr>
            <a:lvl6pPr algn="l">
              <a:buNone/>
              <a:defRPr sz="1350" b="1">
                <a:solidFill>
                  <a:srgbClr val="64877F"/>
                </a:solidFill>
                <a:latin typeface="Helvetica Neue"/>
                <a:ea typeface="Helvetica Neue"/>
                <a:cs typeface="Helvetica Neue"/>
              </a:defRPr>
            </a:lvl6pPr>
            <a:lvl7pPr algn="l">
              <a:buNone/>
              <a:defRPr sz="1350" b="1">
                <a:solidFill>
                  <a:srgbClr val="64877F"/>
                </a:solidFill>
                <a:latin typeface="Helvetica Neue"/>
                <a:ea typeface="Helvetica Neue"/>
                <a:cs typeface="Helvetica Neue"/>
              </a:defRPr>
            </a:lvl7pPr>
            <a:lvl8pPr algn="l">
              <a:buNone/>
              <a:defRPr sz="1350" b="1">
                <a:solidFill>
                  <a:srgbClr val="64877F"/>
                </a:solidFill>
                <a:latin typeface="Helvetica Neue"/>
                <a:ea typeface="Helvetica Neue"/>
                <a:cs typeface="Helvetica Neue"/>
              </a:defRPr>
            </a:lvl8pPr>
            <a:lvl9pPr algn="l">
              <a:buNone/>
              <a:defRPr sz="1350" b="1">
                <a:solidFill>
                  <a:srgbClr val="64877F"/>
                </a:solidFill>
                <a:latin typeface="Helvetica Neue"/>
                <a:ea typeface="Helvetica Neue"/>
                <a:cs typeface="Helvetica Neue"/>
              </a:defRPr>
            </a:lvl9pPr>
          </a:lstStyle>
          <a:p xmlns:a="http://schemas.openxmlformats.org/drawingml/2006/main">
            <a:pPr algn="l">
              <a:buNone/>
              <a:defRPr sz="1350" b="1">
                <a:solidFill>
                  <a:srgbClr val="64877F"/>
                </a:solidFill>
                <a:latin typeface="Helvetica Neue"/>
                <a:ea typeface="Helvetica Neue"/>
                <a:cs typeface="Helvetica Neue"/>
              </a:defRPr>
            </a:pPr>
            <a:r>
              <a:rPr sz="1350" b="1">
                <a:solidFill>
                  <a:srgbClr val="64877F"/>
                </a:solidFill>
                <a:latin typeface="Helvetica Neue"/>
                <a:ea typeface="Helvetica Neue"/>
                <a:cs typeface="Helvetica Neue"/>
              </a:rPr>
              <a:t>Outputs</a:t>
            </a:r>
          </a:p>
        </p:txBody>
      </p:sp>
      <p:sp>
        <p:nvSpPr>
          <p:cNvPr id="22" name="Rectangle 21">
            <a:extLst xmlns:a="http://schemas.openxmlformats.org/drawingml/2006/main">
              <a:ext uri="{FF2B5EF4-FFF2-40B4-BE49-F238E27FC236}">
                <a16:creationId xmlns:a16="http://schemas.microsoft.com/office/drawing/2014/main" id="{8A36F366-2996-464E-B270-3FAA2BDFE0D0}"/>
              </a:ext>
            </a:extLst>
          </p:cNvPr>
          <p:cNvSpPr>
            <a:spLocks xmlns:a="http://schemas.openxmlformats.org/drawingml/2006/main" noGrp="1"/>
          </p:cNvSpPr>
          <p:nvPr/>
        </p:nvSpPr>
        <p:spPr>
          <a:xfrm xmlns:a="http://schemas.openxmlformats.org/drawingml/2006/main">
            <a:off x="742950" y="4762500"/>
            <a:ext cx="1057275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a:bodyPr>
          <a:lstStyle xmlns:a="http://schemas.openxmlformats.org/drawingml/2006/main">
            <a:defPPr algn="l">
              <a:defRPr sz="1575" b="1">
                <a:solidFill>
                  <a:srgbClr val="243A50"/>
                </a:solidFill>
                <a:latin typeface="Helvetica Neue"/>
                <a:ea typeface="Helvetica Neue"/>
                <a:cs typeface="Helvetica Neue"/>
              </a:defRPr>
            </a:defPPr>
            <a:lvl1pPr algn="l">
              <a:buNone/>
              <a:defRPr sz="1575" b="1">
                <a:solidFill>
                  <a:srgbClr val="243A50"/>
                </a:solidFill>
                <a:latin typeface="Helvetica Neue"/>
                <a:ea typeface="Helvetica Neue"/>
                <a:cs typeface="Helvetica Neue"/>
              </a:defRPr>
            </a:lvl1pPr>
            <a:lvl2pPr algn="l">
              <a:buNone/>
              <a:defRPr sz="1575" b="1">
                <a:solidFill>
                  <a:srgbClr val="243A50"/>
                </a:solidFill>
                <a:latin typeface="Helvetica Neue"/>
                <a:ea typeface="Helvetica Neue"/>
                <a:cs typeface="Helvetica Neue"/>
              </a:defRPr>
            </a:lvl2pPr>
            <a:lvl3pPr algn="l">
              <a:buNone/>
              <a:defRPr sz="1575" b="1">
                <a:solidFill>
                  <a:srgbClr val="243A50"/>
                </a:solidFill>
                <a:latin typeface="Helvetica Neue"/>
                <a:ea typeface="Helvetica Neue"/>
                <a:cs typeface="Helvetica Neue"/>
              </a:defRPr>
            </a:lvl3pPr>
            <a:lvl4pPr algn="l">
              <a:buNone/>
              <a:defRPr sz="1575" b="1">
                <a:solidFill>
                  <a:srgbClr val="243A50"/>
                </a:solidFill>
                <a:latin typeface="Helvetica Neue"/>
                <a:ea typeface="Helvetica Neue"/>
                <a:cs typeface="Helvetica Neue"/>
              </a:defRPr>
            </a:lvl4pPr>
            <a:lvl5pPr algn="l">
              <a:buNone/>
              <a:defRPr sz="1575" b="1">
                <a:solidFill>
                  <a:srgbClr val="243A50"/>
                </a:solidFill>
                <a:latin typeface="Helvetica Neue"/>
                <a:ea typeface="Helvetica Neue"/>
                <a:cs typeface="Helvetica Neue"/>
              </a:defRPr>
            </a:lvl5pPr>
            <a:lvl6pPr algn="l">
              <a:buNone/>
              <a:defRPr sz="1575" b="1">
                <a:solidFill>
                  <a:srgbClr val="243A50"/>
                </a:solidFill>
                <a:latin typeface="Helvetica Neue"/>
                <a:ea typeface="Helvetica Neue"/>
                <a:cs typeface="Helvetica Neue"/>
              </a:defRPr>
            </a:lvl6pPr>
            <a:lvl7pPr algn="l">
              <a:buNone/>
              <a:defRPr sz="1575" b="1">
                <a:solidFill>
                  <a:srgbClr val="243A50"/>
                </a:solidFill>
                <a:latin typeface="Helvetica Neue"/>
                <a:ea typeface="Helvetica Neue"/>
                <a:cs typeface="Helvetica Neue"/>
              </a:defRPr>
            </a:lvl7pPr>
            <a:lvl8pPr algn="l">
              <a:buNone/>
              <a:defRPr sz="1575" b="1">
                <a:solidFill>
                  <a:srgbClr val="243A50"/>
                </a:solidFill>
                <a:latin typeface="Helvetica Neue"/>
                <a:ea typeface="Helvetica Neue"/>
                <a:cs typeface="Helvetica Neue"/>
              </a:defRPr>
            </a:lvl8pPr>
            <a:lvl9pPr algn="l">
              <a:buNone/>
              <a:defRPr sz="1575" b="1">
                <a:solidFill>
                  <a:srgbClr val="243A50"/>
                </a:solidFill>
                <a:latin typeface="Helvetica Neue"/>
                <a:ea typeface="Helvetica Neue"/>
                <a:cs typeface="Helvetica Neue"/>
              </a:defRPr>
            </a:lvl9pPr>
          </a:lstStyle>
          <a:p xmlns:a="http://schemas.openxmlformats.org/drawingml/2006/main">
            <a:pPr algn="l">
              <a:buNone/>
              <a:defRPr sz="1575" b="1">
                <a:solidFill>
                  <a:srgbClr val="243A50"/>
                </a:solidFill>
                <a:latin typeface="Helvetica Neue"/>
                <a:ea typeface="Helvetica Neue"/>
                <a:cs typeface="Helvetica Neue"/>
              </a:defRPr>
            </a:pPr>
            <a:r>
              <a:rPr sz="1575" b="1">
                <a:solidFill>
                  <a:srgbClr val="243A50"/>
                </a:solidFill>
                <a:latin typeface="Helvetica Neue"/>
                <a:ea typeface="Helvetica Neue"/>
                <a:cs typeface="Helvetica Neue"/>
              </a:rPr>
              <a:t>Longitude MAE  ·  Latitude MAE  ·  Euclidean error distribution  ·  spatial error map</a:t>
            </a:r>
          </a:p>
        </p:txBody>
      </p:sp>
      <p:sp>
        <p:nvSpPr>
          <p:cNvPr id="23" name="Rectangle 22">
            <a:extLst xmlns:a="http://schemas.openxmlformats.org/drawingml/2006/main">
              <a:ext uri="{FF2B5EF4-FFF2-40B4-BE49-F238E27FC236}">
                <a16:creationId xmlns:a16="http://schemas.microsoft.com/office/drawing/2014/main" id="{E6C7355A-C4B2-4231-BA51-8148AA1765F1}"/>
              </a:ext>
            </a:extLst>
          </p:cNvPr>
          <p:cNvSpPr>
            <a:spLocks xmlns:a="http://schemas.openxmlformats.org/drawingml/2006/main" noGrp="1"/>
          </p:cNvSpPr>
          <p:nvPr/>
        </p:nvSpPr>
        <p:spPr>
          <a:xfrm xmlns:a="http://schemas.openxmlformats.org/drawingml/2006/main">
            <a:off x="742950" y="5305425"/>
            <a:ext cx="1057275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a:bodyPr>
          <a:lstStyle xmlns:a="http://schemas.openxmlformats.org/drawingml/2006/main">
            <a:defPPr algn="l">
              <a:defRPr sz="1275" b="0">
                <a:solidFill>
                  <a:srgbClr val="63788A"/>
                </a:solidFill>
                <a:latin typeface="Helvetica Neue"/>
                <a:ea typeface="Helvetica Neue"/>
                <a:cs typeface="Helvetica Neue"/>
              </a:defRPr>
            </a:defPPr>
            <a:lvl1pPr algn="l">
              <a:buNone/>
              <a:defRPr sz="1275" b="0">
                <a:solidFill>
                  <a:srgbClr val="63788A"/>
                </a:solidFill>
                <a:latin typeface="Helvetica Neue"/>
                <a:ea typeface="Helvetica Neue"/>
                <a:cs typeface="Helvetica Neue"/>
              </a:defRPr>
            </a:lvl1pPr>
            <a:lvl2pPr algn="l">
              <a:buNone/>
              <a:defRPr sz="1275" b="0">
                <a:solidFill>
                  <a:srgbClr val="63788A"/>
                </a:solidFill>
                <a:latin typeface="Helvetica Neue"/>
                <a:ea typeface="Helvetica Neue"/>
                <a:cs typeface="Helvetica Neue"/>
              </a:defRPr>
            </a:lvl2pPr>
            <a:lvl3pPr algn="l">
              <a:buNone/>
              <a:defRPr sz="1275" b="0">
                <a:solidFill>
                  <a:srgbClr val="63788A"/>
                </a:solidFill>
                <a:latin typeface="Helvetica Neue"/>
                <a:ea typeface="Helvetica Neue"/>
                <a:cs typeface="Helvetica Neue"/>
              </a:defRPr>
            </a:lvl3pPr>
            <a:lvl4pPr algn="l">
              <a:buNone/>
              <a:defRPr sz="1275" b="0">
                <a:solidFill>
                  <a:srgbClr val="63788A"/>
                </a:solidFill>
                <a:latin typeface="Helvetica Neue"/>
                <a:ea typeface="Helvetica Neue"/>
                <a:cs typeface="Helvetica Neue"/>
              </a:defRPr>
            </a:lvl4pPr>
            <a:lvl5pPr algn="l">
              <a:buNone/>
              <a:defRPr sz="1275" b="0">
                <a:solidFill>
                  <a:srgbClr val="63788A"/>
                </a:solidFill>
                <a:latin typeface="Helvetica Neue"/>
                <a:ea typeface="Helvetica Neue"/>
                <a:cs typeface="Helvetica Neue"/>
              </a:defRPr>
            </a:lvl5pPr>
            <a:lvl6pPr algn="l">
              <a:buNone/>
              <a:defRPr sz="1275" b="0">
                <a:solidFill>
                  <a:srgbClr val="63788A"/>
                </a:solidFill>
                <a:latin typeface="Helvetica Neue"/>
                <a:ea typeface="Helvetica Neue"/>
                <a:cs typeface="Helvetica Neue"/>
              </a:defRPr>
            </a:lvl6pPr>
            <a:lvl7pPr algn="l">
              <a:buNone/>
              <a:defRPr sz="1275" b="0">
                <a:solidFill>
                  <a:srgbClr val="63788A"/>
                </a:solidFill>
                <a:latin typeface="Helvetica Neue"/>
                <a:ea typeface="Helvetica Neue"/>
                <a:cs typeface="Helvetica Neue"/>
              </a:defRPr>
            </a:lvl7pPr>
            <a:lvl8pPr algn="l">
              <a:buNone/>
              <a:defRPr sz="1275" b="0">
                <a:solidFill>
                  <a:srgbClr val="63788A"/>
                </a:solidFill>
                <a:latin typeface="Helvetica Neue"/>
                <a:ea typeface="Helvetica Neue"/>
                <a:cs typeface="Helvetica Neue"/>
              </a:defRPr>
            </a:lvl8pPr>
            <a:lvl9pPr algn="l">
              <a:buNone/>
              <a:defRPr sz="1275" b="0">
                <a:solidFill>
                  <a:srgbClr val="63788A"/>
                </a:solidFill>
                <a:latin typeface="Helvetica Neue"/>
                <a:ea typeface="Helvetica Neue"/>
                <a:cs typeface="Helvetica Neue"/>
              </a:defRPr>
            </a:lvl9pPr>
          </a:lstStyle>
          <a:p xmlns:a="http://schemas.openxmlformats.org/drawingml/2006/main">
            <a:pPr algn="l">
              <a:buNone/>
              <a:defRPr sz="1275" b="0">
                <a:solidFill>
                  <a:srgbClr val="63788A"/>
                </a:solidFill>
                <a:latin typeface="Helvetica Neue"/>
                <a:ea typeface="Helvetica Neue"/>
                <a:cs typeface="Helvetica Neue"/>
              </a:defRPr>
            </a:pPr>
            <a:r>
              <a:rPr sz="1275" b="0">
                <a:solidFill>
                  <a:srgbClr val="63788A"/>
                </a:solidFill>
                <a:latin typeface="Helvetica Neue"/>
                <a:ea typeface="Helvetica Neue"/>
                <a:cs typeface="Helvetica Neue"/>
              </a:rPr>
              <a:t>Coordinate labels use EPSG:3857 in the notebook; the repository does not independently verify the CRS.</a:t>
            </a:r>
          </a:p>
        </p:txBody>
      </p:sp>
    </p:spTree>
    <p:extLst>
      <p:ext uri="{BB962C8B-B14F-4D97-AF65-F5344CB8AC3E}">
        <p14:creationId xmlns:p14="http://schemas.microsoft.com/office/powerpoint/2010/main" val="660820901"/>
      </p:ext>
    </p:extLst>
  </p:cSld>
</p:sld>
</file>

<file path=ppt/slides/slide14.xml><?xml version="1.0" encoding="utf-8"?>
<p:sld xmlns:p="http://schemas.openxmlformats.org/presentationml/2006/main">
  <p:cSld>
    <p:bg>
      <p:bgPr>
        <a:solidFill xmlns:a="http://schemas.openxmlformats.org/drawingml/2006/main">
          <a:srgbClr val="FAF9F6"/>
        </a:solidFill>
      </p:bgPr>
    </p:bg>
    <p:spTree>
      <p:nvGrpSpPr>
        <p:cNvPr id="1" name=""/>
        <p:cNvGrpSpPr/>
        <p:nvPr/>
      </p:nvGrpSpPr>
      <p:grpSpPr>
        <a:xfrm xmlns:a="http://schemas.openxmlformats.org/drawingml/2006/main"/>
      </p:grpSpPr>
      <p:sp>
        <p:nvSpPr>
          <p:cNvPr id="13" name="Rectangle 12">
            <a:extLst xmlns:a="http://schemas.openxmlformats.org/drawingml/2006/main">
              <a:ext uri="{FF2B5EF4-FFF2-40B4-BE49-F238E27FC236}">
                <a16:creationId xmlns:a16="http://schemas.microsoft.com/office/drawing/2014/main" id="{31894891-3528-4847-9B01-DF68FB99B852}"/>
              </a:ext>
            </a:extLst>
          </p:cNvPr>
          <p:cNvSpPr>
            <a:spLocks xmlns:a="http://schemas.openxmlformats.org/drawingml/2006/main" noGrp="1"/>
          </p:cNvSpPr>
          <p:nvPr/>
        </p:nvSpPr>
        <p:spPr>
          <a:xfrm xmlns:a="http://schemas.openxmlformats.org/drawingml/2006/main">
            <a:off x="0" y="0"/>
            <a:ext cx="12192000" cy="104775"/>
          </a:xfrm>
          <a:prstGeom xmlns:a="http://schemas.openxmlformats.org/drawingml/2006/main" prst="rect">
            <a:avLst/>
          </a:prstGeom>
          <a:solidFill xmlns:a="http://schemas.openxmlformats.org/drawingml/2006/main">
            <a:srgbClr val="C7DBD1"/>
          </a:solidFill>
          <a:ln xmlns:a="http://schemas.openxmlformats.org/drawingml/2006/main" w="0">
            <a:noFill/>
            <a:prstDash val="solid"/>
          </a:ln>
        </p:spPr>
      </p:sp>
      <p:sp>
        <p:nvSpPr>
          <p:cNvPr id="2" name="Rectangle 1">
            <a:extLst xmlns:a="http://schemas.openxmlformats.org/drawingml/2006/main">
              <a:ext uri="{FF2B5EF4-FFF2-40B4-BE49-F238E27FC236}">
                <a16:creationId xmlns:a16="http://schemas.microsoft.com/office/drawing/2014/main" id="{838E918C-D2CC-4662-B6C4-F5FA5A8A3079}"/>
              </a:ext>
            </a:extLst>
          </p:cNvPr>
          <p:cNvSpPr>
            <a:spLocks xmlns:a="http://schemas.openxmlformats.org/drawingml/2006/main" noGrp="1"/>
          </p:cNvSpPr>
          <p:nvPr/>
        </p:nvSpPr>
        <p:spPr>
          <a:xfrm xmlns:a="http://schemas.openxmlformats.org/drawingml/2006/main">
            <a:off x="609600" y="371475"/>
            <a:ext cx="1097280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a:bodyPr>
          <a:lstStyle xmlns:a="http://schemas.openxmlformats.org/drawingml/2006/main">
            <a:defPPr algn="l">
              <a:defRPr sz="2625" b="1">
                <a:solidFill>
                  <a:srgbClr val="243A50"/>
                </a:solidFill>
                <a:latin typeface="Helvetica Neue"/>
                <a:ea typeface="Helvetica Neue"/>
                <a:cs typeface="Helvetica Neue"/>
              </a:defRPr>
            </a:defPPr>
            <a:lvl1pPr algn="l">
              <a:buNone/>
              <a:defRPr sz="2625" b="1">
                <a:solidFill>
                  <a:srgbClr val="243A50"/>
                </a:solidFill>
                <a:latin typeface="Helvetica Neue"/>
                <a:ea typeface="Helvetica Neue"/>
                <a:cs typeface="Helvetica Neue"/>
              </a:defRPr>
            </a:lvl1pPr>
            <a:lvl2pPr algn="l">
              <a:buNone/>
              <a:defRPr sz="2625" b="1">
                <a:solidFill>
                  <a:srgbClr val="243A50"/>
                </a:solidFill>
                <a:latin typeface="Helvetica Neue"/>
                <a:ea typeface="Helvetica Neue"/>
                <a:cs typeface="Helvetica Neue"/>
              </a:defRPr>
            </a:lvl2pPr>
            <a:lvl3pPr algn="l">
              <a:buNone/>
              <a:defRPr sz="2625" b="1">
                <a:solidFill>
                  <a:srgbClr val="243A50"/>
                </a:solidFill>
                <a:latin typeface="Helvetica Neue"/>
                <a:ea typeface="Helvetica Neue"/>
                <a:cs typeface="Helvetica Neue"/>
              </a:defRPr>
            </a:lvl3pPr>
            <a:lvl4pPr algn="l">
              <a:buNone/>
              <a:defRPr sz="2625" b="1">
                <a:solidFill>
                  <a:srgbClr val="243A50"/>
                </a:solidFill>
                <a:latin typeface="Helvetica Neue"/>
                <a:ea typeface="Helvetica Neue"/>
                <a:cs typeface="Helvetica Neue"/>
              </a:defRPr>
            </a:lvl4pPr>
            <a:lvl5pPr algn="l">
              <a:buNone/>
              <a:defRPr sz="2625" b="1">
                <a:solidFill>
                  <a:srgbClr val="243A50"/>
                </a:solidFill>
                <a:latin typeface="Helvetica Neue"/>
                <a:ea typeface="Helvetica Neue"/>
                <a:cs typeface="Helvetica Neue"/>
              </a:defRPr>
            </a:lvl5pPr>
            <a:lvl6pPr algn="l">
              <a:buNone/>
              <a:defRPr sz="2625" b="1">
                <a:solidFill>
                  <a:srgbClr val="243A50"/>
                </a:solidFill>
                <a:latin typeface="Helvetica Neue"/>
                <a:ea typeface="Helvetica Neue"/>
                <a:cs typeface="Helvetica Neue"/>
              </a:defRPr>
            </a:lvl6pPr>
            <a:lvl7pPr algn="l">
              <a:buNone/>
              <a:defRPr sz="2625" b="1">
                <a:solidFill>
                  <a:srgbClr val="243A50"/>
                </a:solidFill>
                <a:latin typeface="Helvetica Neue"/>
                <a:ea typeface="Helvetica Neue"/>
                <a:cs typeface="Helvetica Neue"/>
              </a:defRPr>
            </a:lvl7pPr>
            <a:lvl8pPr algn="l">
              <a:buNone/>
              <a:defRPr sz="2625" b="1">
                <a:solidFill>
                  <a:srgbClr val="243A50"/>
                </a:solidFill>
                <a:latin typeface="Helvetica Neue"/>
                <a:ea typeface="Helvetica Neue"/>
                <a:cs typeface="Helvetica Neue"/>
              </a:defRPr>
            </a:lvl8pPr>
            <a:lvl9pPr algn="l">
              <a:buNone/>
              <a:defRPr sz="2625" b="1">
                <a:solidFill>
                  <a:srgbClr val="243A50"/>
                </a:solidFill>
                <a:latin typeface="Helvetica Neue"/>
                <a:ea typeface="Helvetica Neue"/>
                <a:cs typeface="Helvetica Neue"/>
              </a:defRPr>
            </a:lvl9pPr>
          </a:lstStyle>
          <a:p xmlns:a="http://schemas.openxmlformats.org/drawingml/2006/main">
            <a:pPr algn="l">
              <a:buNone/>
              <a:defRPr sz="2625" b="1">
                <a:solidFill>
                  <a:srgbClr val="243A50"/>
                </a:solidFill>
                <a:latin typeface="Helvetica Neue"/>
                <a:ea typeface="Helvetica Neue"/>
                <a:cs typeface="Helvetica Neue"/>
              </a:defRPr>
            </a:pPr>
            <a:r>
              <a:rPr sz="2625" b="1">
                <a:solidFill>
                  <a:srgbClr val="243A50"/>
                </a:solidFill>
                <a:latin typeface="Helvetica Neue"/>
                <a:ea typeface="Helvetica Neue"/>
                <a:cs typeface="Helvetica Neue"/>
              </a:rPr>
              <a:t>Workstream 4 · Actual versus predicted coordinates</a:t>
            </a:r>
          </a:p>
        </p:txBody>
      </p:sp>
      <p:sp>
        <p:nvSpPr>
          <p:cNvPr id="3" name="Rectangle 2">
            <a:extLst xmlns:a="http://schemas.openxmlformats.org/drawingml/2006/main">
              <a:ext uri="{FF2B5EF4-FFF2-40B4-BE49-F238E27FC236}">
                <a16:creationId xmlns:a16="http://schemas.microsoft.com/office/drawing/2014/main" id="{576FAC82-E1E6-4958-884F-CC23E694351B}"/>
              </a:ext>
            </a:extLst>
          </p:cNvPr>
          <p:cNvSpPr>
            <a:spLocks xmlns:a="http://schemas.openxmlformats.org/drawingml/2006/main" noGrp="1"/>
          </p:cNvSpPr>
          <p:nvPr/>
        </p:nvSpPr>
        <p:spPr>
          <a:xfrm xmlns:a="http://schemas.openxmlformats.org/drawingml/2006/main">
            <a:off x="628650" y="904875"/>
            <a:ext cx="108394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a:bodyPr>
          <a:lstStyle xmlns:a="http://schemas.openxmlformats.org/drawingml/2006/main">
            <a:defPPr algn="l">
              <a:defRPr sz="1350" b="0">
                <a:solidFill>
                  <a:srgbClr val="63788A"/>
                </a:solidFill>
                <a:latin typeface="Helvetica Neue"/>
                <a:ea typeface="Helvetica Neue"/>
                <a:cs typeface="Helvetica Neue"/>
              </a:defRPr>
            </a:defPPr>
            <a:lvl1pPr algn="l">
              <a:buNone/>
              <a:defRPr sz="1350" b="0">
                <a:solidFill>
                  <a:srgbClr val="63788A"/>
                </a:solidFill>
                <a:latin typeface="Helvetica Neue"/>
                <a:ea typeface="Helvetica Neue"/>
                <a:cs typeface="Helvetica Neue"/>
              </a:defRPr>
            </a:lvl1pPr>
            <a:lvl2pPr algn="l">
              <a:buNone/>
              <a:defRPr sz="1350" b="0">
                <a:solidFill>
                  <a:srgbClr val="63788A"/>
                </a:solidFill>
                <a:latin typeface="Helvetica Neue"/>
                <a:ea typeface="Helvetica Neue"/>
                <a:cs typeface="Helvetica Neue"/>
              </a:defRPr>
            </a:lvl2pPr>
            <a:lvl3pPr algn="l">
              <a:buNone/>
              <a:defRPr sz="1350" b="0">
                <a:solidFill>
                  <a:srgbClr val="63788A"/>
                </a:solidFill>
                <a:latin typeface="Helvetica Neue"/>
                <a:ea typeface="Helvetica Neue"/>
                <a:cs typeface="Helvetica Neue"/>
              </a:defRPr>
            </a:lvl3pPr>
            <a:lvl4pPr algn="l">
              <a:buNone/>
              <a:defRPr sz="1350" b="0">
                <a:solidFill>
                  <a:srgbClr val="63788A"/>
                </a:solidFill>
                <a:latin typeface="Helvetica Neue"/>
                <a:ea typeface="Helvetica Neue"/>
                <a:cs typeface="Helvetica Neue"/>
              </a:defRPr>
            </a:lvl4pPr>
            <a:lvl5pPr algn="l">
              <a:buNone/>
              <a:defRPr sz="1350" b="0">
                <a:solidFill>
                  <a:srgbClr val="63788A"/>
                </a:solidFill>
                <a:latin typeface="Helvetica Neue"/>
                <a:ea typeface="Helvetica Neue"/>
                <a:cs typeface="Helvetica Neue"/>
              </a:defRPr>
            </a:lvl5pPr>
            <a:lvl6pPr algn="l">
              <a:buNone/>
              <a:defRPr sz="1350" b="0">
                <a:solidFill>
                  <a:srgbClr val="63788A"/>
                </a:solidFill>
                <a:latin typeface="Helvetica Neue"/>
                <a:ea typeface="Helvetica Neue"/>
                <a:cs typeface="Helvetica Neue"/>
              </a:defRPr>
            </a:lvl6pPr>
            <a:lvl7pPr algn="l">
              <a:buNone/>
              <a:defRPr sz="1350" b="0">
                <a:solidFill>
                  <a:srgbClr val="63788A"/>
                </a:solidFill>
                <a:latin typeface="Helvetica Neue"/>
                <a:ea typeface="Helvetica Neue"/>
                <a:cs typeface="Helvetica Neue"/>
              </a:defRPr>
            </a:lvl7pPr>
            <a:lvl8pPr algn="l">
              <a:buNone/>
              <a:defRPr sz="1350" b="0">
                <a:solidFill>
                  <a:srgbClr val="63788A"/>
                </a:solidFill>
                <a:latin typeface="Helvetica Neue"/>
                <a:ea typeface="Helvetica Neue"/>
                <a:cs typeface="Helvetica Neue"/>
              </a:defRPr>
            </a:lvl8pPr>
            <a:lvl9pPr algn="l">
              <a:buNone/>
              <a:defRPr sz="1350" b="0">
                <a:solidFill>
                  <a:srgbClr val="63788A"/>
                </a:solidFill>
                <a:latin typeface="Helvetica Neue"/>
                <a:ea typeface="Helvetica Neue"/>
                <a:cs typeface="Helvetica Neue"/>
              </a:defRPr>
            </a:lvl9pPr>
          </a:lstStyle>
          <a:p xmlns:a="http://schemas.openxmlformats.org/drawingml/2006/main">
            <a:pPr algn="l">
              <a:buNone/>
              <a:defRPr sz="1350" b="0">
                <a:solidFill>
                  <a:srgbClr val="63788A"/>
                </a:solidFill>
                <a:latin typeface="Helvetica Neue"/>
                <a:ea typeface="Helvetica Neue"/>
                <a:cs typeface="Helvetica Neue"/>
              </a:defRPr>
            </a:pPr>
            <a:r>
              <a:rPr sz="1350" b="0">
                <a:solidFill>
                  <a:srgbClr val="63788A"/>
                </a:solidFill>
                <a:latin typeface="Helvetica Neue"/>
                <a:ea typeface="Helvetica Neue"/>
                <a:cs typeface="Helvetica Neue"/>
              </a:rPr>
              <a:t>The scatter points cluster around the perfect-prediction line, with visible outliers.</a:t>
            </a:r>
          </a:p>
        </p:txBody>
      </p:sp>
      <p:sp>
        <p:nvSpPr>
          <p:cNvPr id="4" name="Straight Connector 3">
            <a:extLst xmlns:a="http://schemas.openxmlformats.org/drawingml/2006/main">
              <a:ext uri="{FF2B5EF4-FFF2-40B4-BE49-F238E27FC236}">
                <a16:creationId xmlns:a16="http://schemas.microsoft.com/office/drawing/2014/main" id="{14DE5DA3-33B6-4D57-A0F1-8CF2F4EDA1AD}"/>
              </a:ext>
            </a:extLst>
          </p:cNvPr>
          <p:cNvSpPr>
            <a:spLocks xmlns:a="http://schemas.openxmlformats.org/drawingml/2006/main" noGrp="1"/>
          </p:cNvSpPr>
          <p:nvPr/>
        </p:nvSpPr>
        <p:spPr>
          <a:xfrm xmlns:a="http://schemas.openxmlformats.org/drawingml/2006/main">
            <a:off x="609600" y="6381750"/>
            <a:ext cx="10972800" cy="0"/>
          </a:xfrm>
          <a:prstGeom xmlns:a="http://schemas.openxmlformats.org/drawingml/2006/main" prst="line">
            <a:avLst/>
          </a:prstGeom>
          <a:noFill xmlns:a="http://schemas.openxmlformats.org/drawingml/2006/main"/>
          <a:ln xmlns:a="http://schemas.openxmlformats.org/drawingml/2006/main" w="9525">
            <a:solidFill>
              <a:srgbClr val="CBD5DA"/>
            </a:solidFill>
            <a:prstDash val="solid"/>
          </a:ln>
        </p:spPr>
      </p:sp>
      <p:sp>
        <p:nvSpPr>
          <p:cNvPr id="5" name="Rectangle 4">
            <a:extLst xmlns:a="http://schemas.openxmlformats.org/drawingml/2006/main">
              <a:ext uri="{FF2B5EF4-FFF2-40B4-BE49-F238E27FC236}">
                <a16:creationId xmlns:a16="http://schemas.microsoft.com/office/drawing/2014/main" id="{425873BE-733A-4FE0-9C70-93E1908F058E}"/>
              </a:ext>
            </a:extLst>
          </p:cNvPr>
          <p:cNvSpPr>
            <a:spLocks xmlns:a="http://schemas.openxmlformats.org/drawingml/2006/main" noGrp="1"/>
          </p:cNvSpPr>
          <p:nvPr/>
        </p:nvSpPr>
        <p:spPr>
          <a:xfrm xmlns:a="http://schemas.openxmlformats.org/drawingml/2006/main">
            <a:off x="609600" y="6477000"/>
            <a:ext cx="109728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a:bodyPr>
          <a:lstStyle xmlns:a="http://schemas.openxmlformats.org/drawingml/2006/main">
            <a:defPPr algn="r">
              <a:defRPr sz="900" b="0">
                <a:solidFill>
                  <a:srgbClr val="63788A"/>
                </a:solidFill>
                <a:latin typeface="Helvetica Neue"/>
                <a:ea typeface="Helvetica Neue"/>
                <a:cs typeface="Helvetica Neue"/>
              </a:defRPr>
            </a:defPPr>
            <a:lvl1pPr algn="r">
              <a:buNone/>
              <a:defRPr sz="900" b="0">
                <a:solidFill>
                  <a:srgbClr val="63788A"/>
                </a:solidFill>
                <a:latin typeface="Helvetica Neue"/>
                <a:ea typeface="Helvetica Neue"/>
                <a:cs typeface="Helvetica Neue"/>
              </a:defRPr>
            </a:lvl1pPr>
            <a:lvl2pPr algn="r">
              <a:buNone/>
              <a:defRPr sz="900" b="0">
                <a:solidFill>
                  <a:srgbClr val="63788A"/>
                </a:solidFill>
                <a:latin typeface="Helvetica Neue"/>
                <a:ea typeface="Helvetica Neue"/>
                <a:cs typeface="Helvetica Neue"/>
              </a:defRPr>
            </a:lvl2pPr>
            <a:lvl3pPr algn="r">
              <a:buNone/>
              <a:defRPr sz="900" b="0">
                <a:solidFill>
                  <a:srgbClr val="63788A"/>
                </a:solidFill>
                <a:latin typeface="Helvetica Neue"/>
                <a:ea typeface="Helvetica Neue"/>
                <a:cs typeface="Helvetica Neue"/>
              </a:defRPr>
            </a:lvl3pPr>
            <a:lvl4pPr algn="r">
              <a:buNone/>
              <a:defRPr sz="900" b="0">
                <a:solidFill>
                  <a:srgbClr val="63788A"/>
                </a:solidFill>
                <a:latin typeface="Helvetica Neue"/>
                <a:ea typeface="Helvetica Neue"/>
                <a:cs typeface="Helvetica Neue"/>
              </a:defRPr>
            </a:lvl4pPr>
            <a:lvl5pPr algn="r">
              <a:buNone/>
              <a:defRPr sz="900" b="0">
                <a:solidFill>
                  <a:srgbClr val="63788A"/>
                </a:solidFill>
                <a:latin typeface="Helvetica Neue"/>
                <a:ea typeface="Helvetica Neue"/>
                <a:cs typeface="Helvetica Neue"/>
              </a:defRPr>
            </a:lvl5pPr>
            <a:lvl6pPr algn="r">
              <a:buNone/>
              <a:defRPr sz="900" b="0">
                <a:solidFill>
                  <a:srgbClr val="63788A"/>
                </a:solidFill>
                <a:latin typeface="Helvetica Neue"/>
                <a:ea typeface="Helvetica Neue"/>
                <a:cs typeface="Helvetica Neue"/>
              </a:defRPr>
            </a:lvl6pPr>
            <a:lvl7pPr algn="r">
              <a:buNone/>
              <a:defRPr sz="900" b="0">
                <a:solidFill>
                  <a:srgbClr val="63788A"/>
                </a:solidFill>
                <a:latin typeface="Helvetica Neue"/>
                <a:ea typeface="Helvetica Neue"/>
                <a:cs typeface="Helvetica Neue"/>
              </a:defRPr>
            </a:lvl7pPr>
            <a:lvl8pPr algn="r">
              <a:buNone/>
              <a:defRPr sz="900" b="0">
                <a:solidFill>
                  <a:srgbClr val="63788A"/>
                </a:solidFill>
                <a:latin typeface="Helvetica Neue"/>
                <a:ea typeface="Helvetica Neue"/>
                <a:cs typeface="Helvetica Neue"/>
              </a:defRPr>
            </a:lvl8pPr>
            <a:lvl9pPr algn="r">
              <a:buNone/>
              <a:defRPr sz="900" b="0">
                <a:solidFill>
                  <a:srgbClr val="63788A"/>
                </a:solidFill>
                <a:latin typeface="Helvetica Neue"/>
                <a:ea typeface="Helvetica Neue"/>
                <a:cs typeface="Helvetica Neue"/>
              </a:defRPr>
            </a:lvl9pPr>
          </a:lstStyle>
          <a:p xmlns:a="http://schemas.openxmlformats.org/drawingml/2006/main">
            <a:pPr algn="r">
              <a:buNone/>
              <a:defRPr sz="900" b="0">
                <a:solidFill>
                  <a:srgbClr val="63788A"/>
                </a:solidFill>
                <a:latin typeface="Helvetica Neue"/>
                <a:ea typeface="Helvetica Neue"/>
                <a:cs typeface="Helvetica Neue"/>
              </a:defRPr>
            </a:pPr>
            <a:r>
              <a:rPr sz="900" b="0">
                <a:solidFill>
                  <a:srgbClr val="63788A"/>
                </a:solidFill>
                <a:latin typeface="Helvetica Neue"/>
                <a:ea typeface="Helvetica Neue"/>
                <a:cs typeface="Helvetica Neue"/>
              </a:rPr>
              <a:t>PROJECT 9  •  AML VIVA  •  14</a:t>
            </a:r>
          </a:p>
        </p:txBody>
      </p:sp>
      <p:pic>
        <p:nvPicPr>
          <p:cNvPr id="6" name="Picture 5">
            <a:extLst xmlns:a="http://schemas.openxmlformats.org/drawingml/2006/main">
              <a:ext uri="{FF2B5EF4-FFF2-40B4-BE49-F238E27FC236}">
                <a16:creationId xmlns:a16="http://schemas.microsoft.com/office/drawing/2014/main" id="{F4C657D4-EB0D-4245-9293-FF311A35D54E}"/>
              </a:ext>
            </a:extLst>
          </p:cNvPr>
          <p:cNvPicPr>
            <a:picLocks xmlns:a="http://schemas.openxmlformats.org/drawingml/2006/main" noChangeAspect="1"/>
          </p:cNvPicPr>
          <p:nvPr/>
        </p:nvPicPr>
        <p:blipFill>
          <a:blip xmlns:r="http://schemas.openxmlformats.org/officeDocument/2006/relationships" xmlns:a="http://schemas.openxmlformats.org/drawingml/2006/main" r:embed="Ra3cd29dc9e324c58"/>
          <a:stretch xmlns:a="http://schemas.openxmlformats.org/drawingml/2006/main"/>
        </p:blipFill>
        <p:spPr>
          <a:xfrm xmlns:a="http://schemas.openxmlformats.org/drawingml/2006/main">
            <a:off x="428625" y="1633665"/>
            <a:ext cx="8096250" cy="3971669"/>
          </a:xfrm>
          <a:prstGeom xmlns:a="http://schemas.openxmlformats.org/drawingml/2006/main" prst="rect">
            <a:avLst/>
          </a:prstGeom>
        </p:spPr>
      </p:pic>
      <p:sp>
        <p:nvSpPr>
          <p:cNvPr id="7" name="Rectangle 6">
            <a:extLst xmlns:a="http://schemas.openxmlformats.org/drawingml/2006/main">
              <a:ext uri="{FF2B5EF4-FFF2-40B4-BE49-F238E27FC236}">
                <a16:creationId xmlns:a16="http://schemas.microsoft.com/office/drawing/2014/main" id="{3C1E6F3B-BC33-4E4F-8A41-A4E8F4E94596}"/>
              </a:ext>
            </a:extLst>
          </p:cNvPr>
          <p:cNvSpPr>
            <a:spLocks xmlns:a="http://schemas.openxmlformats.org/drawingml/2006/main" noGrp="1"/>
          </p:cNvSpPr>
          <p:nvPr/>
        </p:nvSpPr>
        <p:spPr>
          <a:xfrm xmlns:a="http://schemas.openxmlformats.org/drawingml/2006/main">
            <a:off x="8905875" y="1952625"/>
            <a:ext cx="266700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a:bodyPr>
          <a:lstStyle xmlns:a="http://schemas.openxmlformats.org/drawingml/2006/main">
            <a:defPPr algn="l">
              <a:defRPr sz="3750" b="1">
                <a:solidFill>
                  <a:srgbClr val="243A50"/>
                </a:solidFill>
                <a:latin typeface="Helvetica Neue"/>
                <a:ea typeface="Helvetica Neue"/>
                <a:cs typeface="Helvetica Neue"/>
              </a:defRPr>
            </a:defPPr>
            <a:lvl1pPr algn="l">
              <a:buNone/>
              <a:defRPr sz="3750" b="1">
                <a:solidFill>
                  <a:srgbClr val="243A50"/>
                </a:solidFill>
                <a:latin typeface="Helvetica Neue"/>
                <a:ea typeface="Helvetica Neue"/>
                <a:cs typeface="Helvetica Neue"/>
              </a:defRPr>
            </a:lvl1pPr>
            <a:lvl2pPr algn="l">
              <a:buNone/>
              <a:defRPr sz="3750" b="1">
                <a:solidFill>
                  <a:srgbClr val="243A50"/>
                </a:solidFill>
                <a:latin typeface="Helvetica Neue"/>
                <a:ea typeface="Helvetica Neue"/>
                <a:cs typeface="Helvetica Neue"/>
              </a:defRPr>
            </a:lvl2pPr>
            <a:lvl3pPr algn="l">
              <a:buNone/>
              <a:defRPr sz="3750" b="1">
                <a:solidFill>
                  <a:srgbClr val="243A50"/>
                </a:solidFill>
                <a:latin typeface="Helvetica Neue"/>
                <a:ea typeface="Helvetica Neue"/>
                <a:cs typeface="Helvetica Neue"/>
              </a:defRPr>
            </a:lvl3pPr>
            <a:lvl4pPr algn="l">
              <a:buNone/>
              <a:defRPr sz="3750" b="1">
                <a:solidFill>
                  <a:srgbClr val="243A50"/>
                </a:solidFill>
                <a:latin typeface="Helvetica Neue"/>
                <a:ea typeface="Helvetica Neue"/>
                <a:cs typeface="Helvetica Neue"/>
              </a:defRPr>
            </a:lvl4pPr>
            <a:lvl5pPr algn="l">
              <a:buNone/>
              <a:defRPr sz="3750" b="1">
                <a:solidFill>
                  <a:srgbClr val="243A50"/>
                </a:solidFill>
                <a:latin typeface="Helvetica Neue"/>
                <a:ea typeface="Helvetica Neue"/>
                <a:cs typeface="Helvetica Neue"/>
              </a:defRPr>
            </a:lvl5pPr>
            <a:lvl6pPr algn="l">
              <a:buNone/>
              <a:defRPr sz="3750" b="1">
                <a:solidFill>
                  <a:srgbClr val="243A50"/>
                </a:solidFill>
                <a:latin typeface="Helvetica Neue"/>
                <a:ea typeface="Helvetica Neue"/>
                <a:cs typeface="Helvetica Neue"/>
              </a:defRPr>
            </a:lvl6pPr>
            <a:lvl7pPr algn="l">
              <a:buNone/>
              <a:defRPr sz="3750" b="1">
                <a:solidFill>
                  <a:srgbClr val="243A50"/>
                </a:solidFill>
                <a:latin typeface="Helvetica Neue"/>
                <a:ea typeface="Helvetica Neue"/>
                <a:cs typeface="Helvetica Neue"/>
              </a:defRPr>
            </a:lvl7pPr>
            <a:lvl8pPr algn="l">
              <a:buNone/>
              <a:defRPr sz="3750" b="1">
                <a:solidFill>
                  <a:srgbClr val="243A50"/>
                </a:solidFill>
                <a:latin typeface="Helvetica Neue"/>
                <a:ea typeface="Helvetica Neue"/>
                <a:cs typeface="Helvetica Neue"/>
              </a:defRPr>
            </a:lvl8pPr>
            <a:lvl9pPr algn="l">
              <a:buNone/>
              <a:defRPr sz="3750" b="1">
                <a:solidFill>
                  <a:srgbClr val="243A50"/>
                </a:solidFill>
                <a:latin typeface="Helvetica Neue"/>
                <a:ea typeface="Helvetica Neue"/>
                <a:cs typeface="Helvetica Neue"/>
              </a:defRPr>
            </a:lvl9pPr>
          </a:lstStyle>
          <a:p xmlns:a="http://schemas.openxmlformats.org/drawingml/2006/main">
            <a:pPr algn="l">
              <a:buNone/>
              <a:defRPr sz="3750" b="1">
                <a:solidFill>
                  <a:srgbClr val="243A50"/>
                </a:solidFill>
                <a:latin typeface="Helvetica Neue"/>
                <a:ea typeface="Helvetica Neue"/>
                <a:cs typeface="Helvetica Neue"/>
              </a:defRPr>
            </a:pPr>
            <a:r>
              <a:rPr sz="3750" b="1">
                <a:solidFill>
                  <a:srgbClr val="243A50"/>
                </a:solidFill>
                <a:latin typeface="Helvetica Neue"/>
                <a:ea typeface="Helvetica Neue"/>
                <a:cs typeface="Helvetica Neue"/>
              </a:rPr>
              <a:t>8.10</a:t>
            </a:r>
          </a:p>
        </p:txBody>
      </p:sp>
      <p:sp>
        <p:nvSpPr>
          <p:cNvPr id="8" name="Rectangle 7">
            <a:extLst xmlns:a="http://schemas.openxmlformats.org/drawingml/2006/main">
              <a:ext uri="{FF2B5EF4-FFF2-40B4-BE49-F238E27FC236}">
                <a16:creationId xmlns:a16="http://schemas.microsoft.com/office/drawing/2014/main" id="{017B5BAF-0808-4B0D-A4AF-F433875B217F}"/>
              </a:ext>
            </a:extLst>
          </p:cNvPr>
          <p:cNvSpPr>
            <a:spLocks xmlns:a="http://schemas.openxmlformats.org/drawingml/2006/main" noGrp="1"/>
          </p:cNvSpPr>
          <p:nvPr/>
        </p:nvSpPr>
        <p:spPr>
          <a:xfrm xmlns:a="http://schemas.openxmlformats.org/drawingml/2006/main">
            <a:off x="8905875" y="2619375"/>
            <a:ext cx="266700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a:bodyPr>
          <a:lstStyle xmlns:a="http://schemas.openxmlformats.org/drawingml/2006/main">
            <a:defPPr algn="l">
              <a:defRPr sz="1350" b="0">
                <a:solidFill>
                  <a:srgbClr val="63788A"/>
                </a:solidFill>
                <a:latin typeface="Helvetica Neue"/>
                <a:ea typeface="Helvetica Neue"/>
                <a:cs typeface="Helvetica Neue"/>
              </a:defRPr>
            </a:defPPr>
            <a:lvl1pPr algn="l">
              <a:buNone/>
              <a:defRPr sz="1350" b="0">
                <a:solidFill>
                  <a:srgbClr val="63788A"/>
                </a:solidFill>
                <a:latin typeface="Helvetica Neue"/>
                <a:ea typeface="Helvetica Neue"/>
                <a:cs typeface="Helvetica Neue"/>
              </a:defRPr>
            </a:lvl1pPr>
            <a:lvl2pPr algn="l">
              <a:buNone/>
              <a:defRPr sz="1350" b="0">
                <a:solidFill>
                  <a:srgbClr val="63788A"/>
                </a:solidFill>
                <a:latin typeface="Helvetica Neue"/>
                <a:ea typeface="Helvetica Neue"/>
                <a:cs typeface="Helvetica Neue"/>
              </a:defRPr>
            </a:lvl2pPr>
            <a:lvl3pPr algn="l">
              <a:buNone/>
              <a:defRPr sz="1350" b="0">
                <a:solidFill>
                  <a:srgbClr val="63788A"/>
                </a:solidFill>
                <a:latin typeface="Helvetica Neue"/>
                <a:ea typeface="Helvetica Neue"/>
                <a:cs typeface="Helvetica Neue"/>
              </a:defRPr>
            </a:lvl3pPr>
            <a:lvl4pPr algn="l">
              <a:buNone/>
              <a:defRPr sz="1350" b="0">
                <a:solidFill>
                  <a:srgbClr val="63788A"/>
                </a:solidFill>
                <a:latin typeface="Helvetica Neue"/>
                <a:ea typeface="Helvetica Neue"/>
                <a:cs typeface="Helvetica Neue"/>
              </a:defRPr>
            </a:lvl4pPr>
            <a:lvl5pPr algn="l">
              <a:buNone/>
              <a:defRPr sz="1350" b="0">
                <a:solidFill>
                  <a:srgbClr val="63788A"/>
                </a:solidFill>
                <a:latin typeface="Helvetica Neue"/>
                <a:ea typeface="Helvetica Neue"/>
                <a:cs typeface="Helvetica Neue"/>
              </a:defRPr>
            </a:lvl5pPr>
            <a:lvl6pPr algn="l">
              <a:buNone/>
              <a:defRPr sz="1350" b="0">
                <a:solidFill>
                  <a:srgbClr val="63788A"/>
                </a:solidFill>
                <a:latin typeface="Helvetica Neue"/>
                <a:ea typeface="Helvetica Neue"/>
                <a:cs typeface="Helvetica Neue"/>
              </a:defRPr>
            </a:lvl6pPr>
            <a:lvl7pPr algn="l">
              <a:buNone/>
              <a:defRPr sz="1350" b="0">
                <a:solidFill>
                  <a:srgbClr val="63788A"/>
                </a:solidFill>
                <a:latin typeface="Helvetica Neue"/>
                <a:ea typeface="Helvetica Neue"/>
                <a:cs typeface="Helvetica Neue"/>
              </a:defRPr>
            </a:lvl7pPr>
            <a:lvl8pPr algn="l">
              <a:buNone/>
              <a:defRPr sz="1350" b="0">
                <a:solidFill>
                  <a:srgbClr val="63788A"/>
                </a:solidFill>
                <a:latin typeface="Helvetica Neue"/>
                <a:ea typeface="Helvetica Neue"/>
                <a:cs typeface="Helvetica Neue"/>
              </a:defRPr>
            </a:lvl8pPr>
            <a:lvl9pPr algn="l">
              <a:buNone/>
              <a:defRPr sz="1350" b="0">
                <a:solidFill>
                  <a:srgbClr val="63788A"/>
                </a:solidFill>
                <a:latin typeface="Helvetica Neue"/>
                <a:ea typeface="Helvetica Neue"/>
                <a:cs typeface="Helvetica Neue"/>
              </a:defRPr>
            </a:lvl9pPr>
          </a:lstStyle>
          <a:p xmlns:a="http://schemas.openxmlformats.org/drawingml/2006/main">
            <a:pPr algn="l">
              <a:buNone/>
              <a:defRPr sz="1350" b="0">
                <a:solidFill>
                  <a:srgbClr val="63788A"/>
                </a:solidFill>
                <a:latin typeface="Helvetica Neue"/>
                <a:ea typeface="Helvetica Neue"/>
                <a:cs typeface="Helvetica Neue"/>
              </a:defRPr>
            </a:pPr>
            <a:r>
              <a:rPr sz="1350" b="0">
                <a:solidFill>
                  <a:srgbClr val="63788A"/>
                </a:solidFill>
                <a:latin typeface="Helvetica Neue"/>
                <a:ea typeface="Helvetica Neue"/>
                <a:cs typeface="Helvetica Neue"/>
              </a:rPr>
              <a:t>longitude MAE</a:t>
            </a:r>
          </a:p>
        </p:txBody>
      </p:sp>
      <p:sp>
        <p:nvSpPr>
          <p:cNvPr id="9" name="Rectangle 8">
            <a:extLst xmlns:a="http://schemas.openxmlformats.org/drawingml/2006/main">
              <a:ext uri="{FF2B5EF4-FFF2-40B4-BE49-F238E27FC236}">
                <a16:creationId xmlns:a16="http://schemas.microsoft.com/office/drawing/2014/main" id="{E821E933-6E2E-46A5-9DA4-7F3EF4BE6442}"/>
              </a:ext>
            </a:extLst>
          </p:cNvPr>
          <p:cNvSpPr>
            <a:spLocks xmlns:a="http://schemas.openxmlformats.org/drawingml/2006/main" noGrp="1"/>
          </p:cNvSpPr>
          <p:nvPr/>
        </p:nvSpPr>
        <p:spPr>
          <a:xfrm xmlns:a="http://schemas.openxmlformats.org/drawingml/2006/main">
            <a:off x="8905875" y="3333750"/>
            <a:ext cx="266700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a:bodyPr>
          <a:lstStyle xmlns:a="http://schemas.openxmlformats.org/drawingml/2006/main">
            <a:defPPr algn="l">
              <a:defRPr sz="3750" b="1">
                <a:solidFill>
                  <a:srgbClr val="64877F"/>
                </a:solidFill>
                <a:latin typeface="Helvetica Neue"/>
                <a:ea typeface="Helvetica Neue"/>
                <a:cs typeface="Helvetica Neue"/>
              </a:defRPr>
            </a:defPPr>
            <a:lvl1pPr algn="l">
              <a:buNone/>
              <a:defRPr sz="3750" b="1">
                <a:solidFill>
                  <a:srgbClr val="64877F"/>
                </a:solidFill>
                <a:latin typeface="Helvetica Neue"/>
                <a:ea typeface="Helvetica Neue"/>
                <a:cs typeface="Helvetica Neue"/>
              </a:defRPr>
            </a:lvl1pPr>
            <a:lvl2pPr algn="l">
              <a:buNone/>
              <a:defRPr sz="3750" b="1">
                <a:solidFill>
                  <a:srgbClr val="64877F"/>
                </a:solidFill>
                <a:latin typeface="Helvetica Neue"/>
                <a:ea typeface="Helvetica Neue"/>
                <a:cs typeface="Helvetica Neue"/>
              </a:defRPr>
            </a:lvl2pPr>
            <a:lvl3pPr algn="l">
              <a:buNone/>
              <a:defRPr sz="3750" b="1">
                <a:solidFill>
                  <a:srgbClr val="64877F"/>
                </a:solidFill>
                <a:latin typeface="Helvetica Neue"/>
                <a:ea typeface="Helvetica Neue"/>
                <a:cs typeface="Helvetica Neue"/>
              </a:defRPr>
            </a:lvl3pPr>
            <a:lvl4pPr algn="l">
              <a:buNone/>
              <a:defRPr sz="3750" b="1">
                <a:solidFill>
                  <a:srgbClr val="64877F"/>
                </a:solidFill>
                <a:latin typeface="Helvetica Neue"/>
                <a:ea typeface="Helvetica Neue"/>
                <a:cs typeface="Helvetica Neue"/>
              </a:defRPr>
            </a:lvl4pPr>
            <a:lvl5pPr algn="l">
              <a:buNone/>
              <a:defRPr sz="3750" b="1">
                <a:solidFill>
                  <a:srgbClr val="64877F"/>
                </a:solidFill>
                <a:latin typeface="Helvetica Neue"/>
                <a:ea typeface="Helvetica Neue"/>
                <a:cs typeface="Helvetica Neue"/>
              </a:defRPr>
            </a:lvl5pPr>
            <a:lvl6pPr algn="l">
              <a:buNone/>
              <a:defRPr sz="3750" b="1">
                <a:solidFill>
                  <a:srgbClr val="64877F"/>
                </a:solidFill>
                <a:latin typeface="Helvetica Neue"/>
                <a:ea typeface="Helvetica Neue"/>
                <a:cs typeface="Helvetica Neue"/>
              </a:defRPr>
            </a:lvl6pPr>
            <a:lvl7pPr algn="l">
              <a:buNone/>
              <a:defRPr sz="3750" b="1">
                <a:solidFill>
                  <a:srgbClr val="64877F"/>
                </a:solidFill>
                <a:latin typeface="Helvetica Neue"/>
                <a:ea typeface="Helvetica Neue"/>
                <a:cs typeface="Helvetica Neue"/>
              </a:defRPr>
            </a:lvl7pPr>
            <a:lvl8pPr algn="l">
              <a:buNone/>
              <a:defRPr sz="3750" b="1">
                <a:solidFill>
                  <a:srgbClr val="64877F"/>
                </a:solidFill>
                <a:latin typeface="Helvetica Neue"/>
                <a:ea typeface="Helvetica Neue"/>
                <a:cs typeface="Helvetica Neue"/>
              </a:defRPr>
            </a:lvl8pPr>
            <a:lvl9pPr algn="l">
              <a:buNone/>
              <a:defRPr sz="3750" b="1">
                <a:solidFill>
                  <a:srgbClr val="64877F"/>
                </a:solidFill>
                <a:latin typeface="Helvetica Neue"/>
                <a:ea typeface="Helvetica Neue"/>
                <a:cs typeface="Helvetica Neue"/>
              </a:defRPr>
            </a:lvl9pPr>
          </a:lstStyle>
          <a:p xmlns:a="http://schemas.openxmlformats.org/drawingml/2006/main">
            <a:pPr algn="l">
              <a:buNone/>
              <a:defRPr sz="3750" b="1">
                <a:solidFill>
                  <a:srgbClr val="64877F"/>
                </a:solidFill>
                <a:latin typeface="Helvetica Neue"/>
                <a:ea typeface="Helvetica Neue"/>
                <a:cs typeface="Helvetica Neue"/>
              </a:defRPr>
            </a:pPr>
            <a:r>
              <a:rPr sz="3750" b="1">
                <a:solidFill>
                  <a:srgbClr val="64877F"/>
                </a:solidFill>
                <a:latin typeface="Helvetica Neue"/>
                <a:ea typeface="Helvetica Neue"/>
                <a:cs typeface="Helvetica Neue"/>
              </a:rPr>
              <a:t>6.81</a:t>
            </a:r>
          </a:p>
        </p:txBody>
      </p:sp>
      <p:sp>
        <p:nvSpPr>
          <p:cNvPr id="10" name="Rectangle 9">
            <a:extLst xmlns:a="http://schemas.openxmlformats.org/drawingml/2006/main">
              <a:ext uri="{FF2B5EF4-FFF2-40B4-BE49-F238E27FC236}">
                <a16:creationId xmlns:a16="http://schemas.microsoft.com/office/drawing/2014/main" id="{7C09480C-17FA-4691-9F1D-E5D5852F42D4}"/>
              </a:ext>
            </a:extLst>
          </p:cNvPr>
          <p:cNvSpPr>
            <a:spLocks xmlns:a="http://schemas.openxmlformats.org/drawingml/2006/main" noGrp="1"/>
          </p:cNvSpPr>
          <p:nvPr/>
        </p:nvSpPr>
        <p:spPr>
          <a:xfrm xmlns:a="http://schemas.openxmlformats.org/drawingml/2006/main">
            <a:off x="8905875" y="4000500"/>
            <a:ext cx="266700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a:bodyPr>
          <a:lstStyle xmlns:a="http://schemas.openxmlformats.org/drawingml/2006/main">
            <a:defPPr algn="l">
              <a:defRPr sz="1350" b="0">
                <a:solidFill>
                  <a:srgbClr val="63788A"/>
                </a:solidFill>
                <a:latin typeface="Helvetica Neue"/>
                <a:ea typeface="Helvetica Neue"/>
                <a:cs typeface="Helvetica Neue"/>
              </a:defRPr>
            </a:defPPr>
            <a:lvl1pPr algn="l">
              <a:buNone/>
              <a:defRPr sz="1350" b="0">
                <a:solidFill>
                  <a:srgbClr val="63788A"/>
                </a:solidFill>
                <a:latin typeface="Helvetica Neue"/>
                <a:ea typeface="Helvetica Neue"/>
                <a:cs typeface="Helvetica Neue"/>
              </a:defRPr>
            </a:lvl1pPr>
            <a:lvl2pPr algn="l">
              <a:buNone/>
              <a:defRPr sz="1350" b="0">
                <a:solidFill>
                  <a:srgbClr val="63788A"/>
                </a:solidFill>
                <a:latin typeface="Helvetica Neue"/>
                <a:ea typeface="Helvetica Neue"/>
                <a:cs typeface="Helvetica Neue"/>
              </a:defRPr>
            </a:lvl2pPr>
            <a:lvl3pPr algn="l">
              <a:buNone/>
              <a:defRPr sz="1350" b="0">
                <a:solidFill>
                  <a:srgbClr val="63788A"/>
                </a:solidFill>
                <a:latin typeface="Helvetica Neue"/>
                <a:ea typeface="Helvetica Neue"/>
                <a:cs typeface="Helvetica Neue"/>
              </a:defRPr>
            </a:lvl3pPr>
            <a:lvl4pPr algn="l">
              <a:buNone/>
              <a:defRPr sz="1350" b="0">
                <a:solidFill>
                  <a:srgbClr val="63788A"/>
                </a:solidFill>
                <a:latin typeface="Helvetica Neue"/>
                <a:ea typeface="Helvetica Neue"/>
                <a:cs typeface="Helvetica Neue"/>
              </a:defRPr>
            </a:lvl4pPr>
            <a:lvl5pPr algn="l">
              <a:buNone/>
              <a:defRPr sz="1350" b="0">
                <a:solidFill>
                  <a:srgbClr val="63788A"/>
                </a:solidFill>
                <a:latin typeface="Helvetica Neue"/>
                <a:ea typeface="Helvetica Neue"/>
                <a:cs typeface="Helvetica Neue"/>
              </a:defRPr>
            </a:lvl5pPr>
            <a:lvl6pPr algn="l">
              <a:buNone/>
              <a:defRPr sz="1350" b="0">
                <a:solidFill>
                  <a:srgbClr val="63788A"/>
                </a:solidFill>
                <a:latin typeface="Helvetica Neue"/>
                <a:ea typeface="Helvetica Neue"/>
                <a:cs typeface="Helvetica Neue"/>
              </a:defRPr>
            </a:lvl6pPr>
            <a:lvl7pPr algn="l">
              <a:buNone/>
              <a:defRPr sz="1350" b="0">
                <a:solidFill>
                  <a:srgbClr val="63788A"/>
                </a:solidFill>
                <a:latin typeface="Helvetica Neue"/>
                <a:ea typeface="Helvetica Neue"/>
                <a:cs typeface="Helvetica Neue"/>
              </a:defRPr>
            </a:lvl7pPr>
            <a:lvl8pPr algn="l">
              <a:buNone/>
              <a:defRPr sz="1350" b="0">
                <a:solidFill>
                  <a:srgbClr val="63788A"/>
                </a:solidFill>
                <a:latin typeface="Helvetica Neue"/>
                <a:ea typeface="Helvetica Neue"/>
                <a:cs typeface="Helvetica Neue"/>
              </a:defRPr>
            </a:lvl8pPr>
            <a:lvl9pPr algn="l">
              <a:buNone/>
              <a:defRPr sz="1350" b="0">
                <a:solidFill>
                  <a:srgbClr val="63788A"/>
                </a:solidFill>
                <a:latin typeface="Helvetica Neue"/>
                <a:ea typeface="Helvetica Neue"/>
                <a:cs typeface="Helvetica Neue"/>
              </a:defRPr>
            </a:lvl9pPr>
          </a:lstStyle>
          <a:p xmlns:a="http://schemas.openxmlformats.org/drawingml/2006/main">
            <a:pPr algn="l">
              <a:buNone/>
              <a:defRPr sz="1350" b="0">
                <a:solidFill>
                  <a:srgbClr val="63788A"/>
                </a:solidFill>
                <a:latin typeface="Helvetica Neue"/>
                <a:ea typeface="Helvetica Neue"/>
                <a:cs typeface="Helvetica Neue"/>
              </a:defRPr>
            </a:pPr>
            <a:r>
              <a:rPr sz="1350" b="0">
                <a:solidFill>
                  <a:srgbClr val="63788A"/>
                </a:solidFill>
                <a:latin typeface="Helvetica Neue"/>
                <a:ea typeface="Helvetica Neue"/>
                <a:cs typeface="Helvetica Neue"/>
              </a:rPr>
              <a:t>latitude MAE</a:t>
            </a:r>
          </a:p>
        </p:txBody>
      </p:sp>
      <p:sp>
        <p:nvSpPr>
          <p:cNvPr id="11" name="Rectangle 10">
            <a:extLst xmlns:a="http://schemas.openxmlformats.org/drawingml/2006/main">
              <a:ext uri="{FF2B5EF4-FFF2-40B4-BE49-F238E27FC236}">
                <a16:creationId xmlns:a16="http://schemas.microsoft.com/office/drawing/2014/main" id="{BCA7A622-BFAB-4E4C-AAA0-2C2BA680AA02}"/>
              </a:ext>
            </a:extLst>
          </p:cNvPr>
          <p:cNvSpPr>
            <a:spLocks xmlns:a="http://schemas.openxmlformats.org/drawingml/2006/main" noGrp="1"/>
          </p:cNvSpPr>
          <p:nvPr/>
        </p:nvSpPr>
        <p:spPr>
          <a:xfrm xmlns:a="http://schemas.openxmlformats.org/drawingml/2006/main">
            <a:off x="8924925" y="4857750"/>
            <a:ext cx="26670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a:bodyPr>
          <a:lstStyle xmlns:a="http://schemas.openxmlformats.org/drawingml/2006/main">
            <a:defPPr algn="l">
              <a:defRPr sz="1275" b="0">
                <a:solidFill>
                  <a:srgbClr val="63788A"/>
                </a:solidFill>
                <a:latin typeface="Helvetica Neue"/>
                <a:ea typeface="Helvetica Neue"/>
                <a:cs typeface="Helvetica Neue"/>
              </a:defRPr>
            </a:defPPr>
            <a:lvl1pPr algn="l">
              <a:buNone/>
              <a:defRPr sz="1275" b="0">
                <a:solidFill>
                  <a:srgbClr val="63788A"/>
                </a:solidFill>
                <a:latin typeface="Helvetica Neue"/>
                <a:ea typeface="Helvetica Neue"/>
                <a:cs typeface="Helvetica Neue"/>
              </a:defRPr>
            </a:lvl1pPr>
            <a:lvl2pPr algn="l">
              <a:buNone/>
              <a:defRPr sz="1275" b="0">
                <a:solidFill>
                  <a:srgbClr val="63788A"/>
                </a:solidFill>
                <a:latin typeface="Helvetica Neue"/>
                <a:ea typeface="Helvetica Neue"/>
                <a:cs typeface="Helvetica Neue"/>
              </a:defRPr>
            </a:lvl2pPr>
            <a:lvl3pPr algn="l">
              <a:buNone/>
              <a:defRPr sz="1275" b="0">
                <a:solidFill>
                  <a:srgbClr val="63788A"/>
                </a:solidFill>
                <a:latin typeface="Helvetica Neue"/>
                <a:ea typeface="Helvetica Neue"/>
                <a:cs typeface="Helvetica Neue"/>
              </a:defRPr>
            </a:lvl3pPr>
            <a:lvl4pPr algn="l">
              <a:buNone/>
              <a:defRPr sz="1275" b="0">
                <a:solidFill>
                  <a:srgbClr val="63788A"/>
                </a:solidFill>
                <a:latin typeface="Helvetica Neue"/>
                <a:ea typeface="Helvetica Neue"/>
                <a:cs typeface="Helvetica Neue"/>
              </a:defRPr>
            </a:lvl4pPr>
            <a:lvl5pPr algn="l">
              <a:buNone/>
              <a:defRPr sz="1275" b="0">
                <a:solidFill>
                  <a:srgbClr val="63788A"/>
                </a:solidFill>
                <a:latin typeface="Helvetica Neue"/>
                <a:ea typeface="Helvetica Neue"/>
                <a:cs typeface="Helvetica Neue"/>
              </a:defRPr>
            </a:lvl5pPr>
            <a:lvl6pPr algn="l">
              <a:buNone/>
              <a:defRPr sz="1275" b="0">
                <a:solidFill>
                  <a:srgbClr val="63788A"/>
                </a:solidFill>
                <a:latin typeface="Helvetica Neue"/>
                <a:ea typeface="Helvetica Neue"/>
                <a:cs typeface="Helvetica Neue"/>
              </a:defRPr>
            </a:lvl6pPr>
            <a:lvl7pPr algn="l">
              <a:buNone/>
              <a:defRPr sz="1275" b="0">
                <a:solidFill>
                  <a:srgbClr val="63788A"/>
                </a:solidFill>
                <a:latin typeface="Helvetica Neue"/>
                <a:ea typeface="Helvetica Neue"/>
                <a:cs typeface="Helvetica Neue"/>
              </a:defRPr>
            </a:lvl7pPr>
            <a:lvl8pPr algn="l">
              <a:buNone/>
              <a:defRPr sz="1275" b="0">
                <a:solidFill>
                  <a:srgbClr val="63788A"/>
                </a:solidFill>
                <a:latin typeface="Helvetica Neue"/>
                <a:ea typeface="Helvetica Neue"/>
                <a:cs typeface="Helvetica Neue"/>
              </a:defRPr>
            </a:lvl8pPr>
            <a:lvl9pPr algn="l">
              <a:buNone/>
              <a:defRPr sz="1275" b="0">
                <a:solidFill>
                  <a:srgbClr val="63788A"/>
                </a:solidFill>
                <a:latin typeface="Helvetica Neue"/>
                <a:ea typeface="Helvetica Neue"/>
                <a:cs typeface="Helvetica Neue"/>
              </a:defRPr>
            </a:lvl9pPr>
          </a:lstStyle>
          <a:p xmlns:a="http://schemas.openxmlformats.org/drawingml/2006/main">
            <a:pPr algn="l">
              <a:buNone/>
              <a:defRPr sz="1275" b="0">
                <a:solidFill>
                  <a:srgbClr val="63788A"/>
                </a:solidFill>
                <a:latin typeface="Helvetica Neue"/>
                <a:ea typeface="Helvetica Neue"/>
                <a:cs typeface="Helvetica Neue"/>
              </a:defRPr>
            </a:pPr>
            <a:r>
              <a:rPr sz="1275" b="0">
                <a:solidFill>
                  <a:srgbClr val="63788A"/>
                </a:solidFill>
                <a:latin typeface="Helvetica Neue"/>
                <a:ea typeface="Helvetica Neue"/>
                <a:cs typeface="Helvetica Neue"/>
              </a:rPr>
              <a:t>Reported coordinate units*</a:t>
            </a:r>
          </a:p>
        </p:txBody>
      </p:sp>
      <p:sp>
        <p:nvSpPr>
          <p:cNvPr id="12" name="Rectangle 11">
            <a:extLst xmlns:a="http://schemas.openxmlformats.org/drawingml/2006/main">
              <a:ext uri="{FF2B5EF4-FFF2-40B4-BE49-F238E27FC236}">
                <a16:creationId xmlns:a16="http://schemas.microsoft.com/office/drawing/2014/main" id="{4DB0E8D6-14FB-4770-B1BB-47FA10A09C2A}"/>
              </a:ext>
            </a:extLst>
          </p:cNvPr>
          <p:cNvSpPr>
            <a:spLocks xmlns:a="http://schemas.openxmlformats.org/drawingml/2006/main" noGrp="1"/>
          </p:cNvSpPr>
          <p:nvPr/>
        </p:nvSpPr>
        <p:spPr>
          <a:xfrm xmlns:a="http://schemas.openxmlformats.org/drawingml/2006/main">
            <a:off x="8924925" y="5238750"/>
            <a:ext cx="26289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a:bodyPr>
          <a:lstStyle xmlns:a="http://schemas.openxmlformats.org/drawingml/2006/main">
            <a:defPPr algn="l">
              <a:defRPr sz="1050" b="0">
                <a:solidFill>
                  <a:srgbClr val="63788A"/>
                </a:solidFill>
                <a:latin typeface="Helvetica Neue"/>
                <a:ea typeface="Helvetica Neue"/>
                <a:cs typeface="Helvetica Neue"/>
              </a:defRPr>
            </a:defPPr>
            <a:lvl1pPr algn="l">
              <a:buNone/>
              <a:defRPr sz="1050" b="0">
                <a:solidFill>
                  <a:srgbClr val="63788A"/>
                </a:solidFill>
                <a:latin typeface="Helvetica Neue"/>
                <a:ea typeface="Helvetica Neue"/>
                <a:cs typeface="Helvetica Neue"/>
              </a:defRPr>
            </a:lvl1pPr>
            <a:lvl2pPr algn="l">
              <a:buNone/>
              <a:defRPr sz="1050" b="0">
                <a:solidFill>
                  <a:srgbClr val="63788A"/>
                </a:solidFill>
                <a:latin typeface="Helvetica Neue"/>
                <a:ea typeface="Helvetica Neue"/>
                <a:cs typeface="Helvetica Neue"/>
              </a:defRPr>
            </a:lvl2pPr>
            <a:lvl3pPr algn="l">
              <a:buNone/>
              <a:defRPr sz="1050" b="0">
                <a:solidFill>
                  <a:srgbClr val="63788A"/>
                </a:solidFill>
                <a:latin typeface="Helvetica Neue"/>
                <a:ea typeface="Helvetica Neue"/>
                <a:cs typeface="Helvetica Neue"/>
              </a:defRPr>
            </a:lvl3pPr>
            <a:lvl4pPr algn="l">
              <a:buNone/>
              <a:defRPr sz="1050" b="0">
                <a:solidFill>
                  <a:srgbClr val="63788A"/>
                </a:solidFill>
                <a:latin typeface="Helvetica Neue"/>
                <a:ea typeface="Helvetica Neue"/>
                <a:cs typeface="Helvetica Neue"/>
              </a:defRPr>
            </a:lvl4pPr>
            <a:lvl5pPr algn="l">
              <a:buNone/>
              <a:defRPr sz="1050" b="0">
                <a:solidFill>
                  <a:srgbClr val="63788A"/>
                </a:solidFill>
                <a:latin typeface="Helvetica Neue"/>
                <a:ea typeface="Helvetica Neue"/>
                <a:cs typeface="Helvetica Neue"/>
              </a:defRPr>
            </a:lvl5pPr>
            <a:lvl6pPr algn="l">
              <a:buNone/>
              <a:defRPr sz="1050" b="0">
                <a:solidFill>
                  <a:srgbClr val="63788A"/>
                </a:solidFill>
                <a:latin typeface="Helvetica Neue"/>
                <a:ea typeface="Helvetica Neue"/>
                <a:cs typeface="Helvetica Neue"/>
              </a:defRPr>
            </a:lvl6pPr>
            <a:lvl7pPr algn="l">
              <a:buNone/>
              <a:defRPr sz="1050" b="0">
                <a:solidFill>
                  <a:srgbClr val="63788A"/>
                </a:solidFill>
                <a:latin typeface="Helvetica Neue"/>
                <a:ea typeface="Helvetica Neue"/>
                <a:cs typeface="Helvetica Neue"/>
              </a:defRPr>
            </a:lvl7pPr>
            <a:lvl8pPr algn="l">
              <a:buNone/>
              <a:defRPr sz="1050" b="0">
                <a:solidFill>
                  <a:srgbClr val="63788A"/>
                </a:solidFill>
                <a:latin typeface="Helvetica Neue"/>
                <a:ea typeface="Helvetica Neue"/>
                <a:cs typeface="Helvetica Neue"/>
              </a:defRPr>
            </a:lvl8pPr>
            <a:lvl9pPr algn="l">
              <a:buNone/>
              <a:defRPr sz="1050" b="0">
                <a:solidFill>
                  <a:srgbClr val="63788A"/>
                </a:solidFill>
                <a:latin typeface="Helvetica Neue"/>
                <a:ea typeface="Helvetica Neue"/>
                <a:cs typeface="Helvetica Neue"/>
              </a:defRPr>
            </a:lvl9pPr>
          </a:lstStyle>
          <a:p xmlns:a="http://schemas.openxmlformats.org/drawingml/2006/main">
            <a:pPr algn="l">
              <a:buNone/>
              <a:defRPr sz="1050" b="0">
                <a:solidFill>
                  <a:srgbClr val="63788A"/>
                </a:solidFill>
                <a:latin typeface="Helvetica Neue"/>
                <a:ea typeface="Helvetica Neue"/>
                <a:cs typeface="Helvetica Neue"/>
              </a:defRPr>
            </a:pPr>
            <a:r>
              <a:rPr sz="1050" b="0">
                <a:solidFill>
                  <a:srgbClr val="63788A"/>
                </a:solidFill>
                <a:latin typeface="Helvetica Neue"/>
                <a:ea typeface="Helvetica Neue"/>
                <a:cs typeface="Helvetica Neue"/>
              </a:rPr>
              <a:t>*Notebook CRS label is not independently verified.</a:t>
            </a:r>
          </a:p>
        </p:txBody>
      </p:sp>
    </p:spTree>
    <p:extLst>
      <p:ext uri="{BB962C8B-B14F-4D97-AF65-F5344CB8AC3E}">
        <p14:creationId xmlns:p14="http://schemas.microsoft.com/office/powerpoint/2010/main" val="194327002"/>
      </p:ext>
    </p:extLst>
  </p:cSld>
</p:sld>
</file>

<file path=ppt/slides/slide15.xml><?xml version="1.0" encoding="utf-8"?>
<p:sld xmlns:p="http://schemas.openxmlformats.org/presentationml/2006/main">
  <p:cSld>
    <p:bg>
      <p:bgPr>
        <a:solidFill xmlns:a="http://schemas.openxmlformats.org/drawingml/2006/main">
          <a:srgbClr val="FAF9F6"/>
        </a:solidFill>
      </p:bgPr>
    </p:bg>
    <p:spTree>
      <p:nvGrpSpPr>
        <p:cNvPr id="1" name=""/>
        <p:cNvGrpSpPr/>
        <p:nvPr/>
      </p:nvGrpSpPr>
      <p:grpSpPr>
        <a:xfrm xmlns:a="http://schemas.openxmlformats.org/drawingml/2006/main"/>
      </p:grpSpPr>
      <p:sp>
        <p:nvSpPr>
          <p:cNvPr id="11" name="Rectangle 10">
            <a:extLst xmlns:a="http://schemas.openxmlformats.org/drawingml/2006/main">
              <a:ext uri="{FF2B5EF4-FFF2-40B4-BE49-F238E27FC236}">
                <a16:creationId xmlns:a16="http://schemas.microsoft.com/office/drawing/2014/main" id="{BCB72DEB-C16C-4948-B1BC-4CC5D8CBDE2F}"/>
              </a:ext>
            </a:extLst>
          </p:cNvPr>
          <p:cNvSpPr>
            <a:spLocks xmlns:a="http://schemas.openxmlformats.org/drawingml/2006/main" noGrp="1"/>
          </p:cNvSpPr>
          <p:nvPr/>
        </p:nvSpPr>
        <p:spPr>
          <a:xfrm xmlns:a="http://schemas.openxmlformats.org/drawingml/2006/main">
            <a:off x="0" y="0"/>
            <a:ext cx="12192000" cy="104775"/>
          </a:xfrm>
          <a:prstGeom xmlns:a="http://schemas.openxmlformats.org/drawingml/2006/main" prst="rect">
            <a:avLst/>
          </a:prstGeom>
          <a:solidFill xmlns:a="http://schemas.openxmlformats.org/drawingml/2006/main">
            <a:srgbClr val="C7DBD1"/>
          </a:solidFill>
          <a:ln xmlns:a="http://schemas.openxmlformats.org/drawingml/2006/main" w="0">
            <a:noFill/>
            <a:prstDash val="solid"/>
          </a:ln>
        </p:spPr>
      </p:sp>
      <p:sp>
        <p:nvSpPr>
          <p:cNvPr id="2" name="Rectangle 1">
            <a:extLst xmlns:a="http://schemas.openxmlformats.org/drawingml/2006/main">
              <a:ext uri="{FF2B5EF4-FFF2-40B4-BE49-F238E27FC236}">
                <a16:creationId xmlns:a16="http://schemas.microsoft.com/office/drawing/2014/main" id="{D58508D2-3D90-4695-B123-9A50CC51E0F4}"/>
              </a:ext>
            </a:extLst>
          </p:cNvPr>
          <p:cNvSpPr>
            <a:spLocks xmlns:a="http://schemas.openxmlformats.org/drawingml/2006/main" noGrp="1"/>
          </p:cNvSpPr>
          <p:nvPr/>
        </p:nvSpPr>
        <p:spPr>
          <a:xfrm xmlns:a="http://schemas.openxmlformats.org/drawingml/2006/main">
            <a:off x="609600" y="371475"/>
            <a:ext cx="1097280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a:bodyPr>
          <a:lstStyle xmlns:a="http://schemas.openxmlformats.org/drawingml/2006/main">
            <a:defPPr algn="l">
              <a:defRPr sz="2625" b="1">
                <a:solidFill>
                  <a:srgbClr val="243A50"/>
                </a:solidFill>
                <a:latin typeface="Helvetica Neue"/>
                <a:ea typeface="Helvetica Neue"/>
                <a:cs typeface="Helvetica Neue"/>
              </a:defRPr>
            </a:defPPr>
            <a:lvl1pPr algn="l">
              <a:buNone/>
              <a:defRPr sz="2625" b="1">
                <a:solidFill>
                  <a:srgbClr val="243A50"/>
                </a:solidFill>
                <a:latin typeface="Helvetica Neue"/>
                <a:ea typeface="Helvetica Neue"/>
                <a:cs typeface="Helvetica Neue"/>
              </a:defRPr>
            </a:lvl1pPr>
            <a:lvl2pPr algn="l">
              <a:buNone/>
              <a:defRPr sz="2625" b="1">
                <a:solidFill>
                  <a:srgbClr val="243A50"/>
                </a:solidFill>
                <a:latin typeface="Helvetica Neue"/>
                <a:ea typeface="Helvetica Neue"/>
                <a:cs typeface="Helvetica Neue"/>
              </a:defRPr>
            </a:lvl2pPr>
            <a:lvl3pPr algn="l">
              <a:buNone/>
              <a:defRPr sz="2625" b="1">
                <a:solidFill>
                  <a:srgbClr val="243A50"/>
                </a:solidFill>
                <a:latin typeface="Helvetica Neue"/>
                <a:ea typeface="Helvetica Neue"/>
                <a:cs typeface="Helvetica Neue"/>
              </a:defRPr>
            </a:lvl3pPr>
            <a:lvl4pPr algn="l">
              <a:buNone/>
              <a:defRPr sz="2625" b="1">
                <a:solidFill>
                  <a:srgbClr val="243A50"/>
                </a:solidFill>
                <a:latin typeface="Helvetica Neue"/>
                <a:ea typeface="Helvetica Neue"/>
                <a:cs typeface="Helvetica Neue"/>
              </a:defRPr>
            </a:lvl4pPr>
            <a:lvl5pPr algn="l">
              <a:buNone/>
              <a:defRPr sz="2625" b="1">
                <a:solidFill>
                  <a:srgbClr val="243A50"/>
                </a:solidFill>
                <a:latin typeface="Helvetica Neue"/>
                <a:ea typeface="Helvetica Neue"/>
                <a:cs typeface="Helvetica Neue"/>
              </a:defRPr>
            </a:lvl5pPr>
            <a:lvl6pPr algn="l">
              <a:buNone/>
              <a:defRPr sz="2625" b="1">
                <a:solidFill>
                  <a:srgbClr val="243A50"/>
                </a:solidFill>
                <a:latin typeface="Helvetica Neue"/>
                <a:ea typeface="Helvetica Neue"/>
                <a:cs typeface="Helvetica Neue"/>
              </a:defRPr>
            </a:lvl6pPr>
            <a:lvl7pPr algn="l">
              <a:buNone/>
              <a:defRPr sz="2625" b="1">
                <a:solidFill>
                  <a:srgbClr val="243A50"/>
                </a:solidFill>
                <a:latin typeface="Helvetica Neue"/>
                <a:ea typeface="Helvetica Neue"/>
                <a:cs typeface="Helvetica Neue"/>
              </a:defRPr>
            </a:lvl7pPr>
            <a:lvl8pPr algn="l">
              <a:buNone/>
              <a:defRPr sz="2625" b="1">
                <a:solidFill>
                  <a:srgbClr val="243A50"/>
                </a:solidFill>
                <a:latin typeface="Helvetica Neue"/>
                <a:ea typeface="Helvetica Neue"/>
                <a:cs typeface="Helvetica Neue"/>
              </a:defRPr>
            </a:lvl8pPr>
            <a:lvl9pPr algn="l">
              <a:buNone/>
              <a:defRPr sz="2625" b="1">
                <a:solidFill>
                  <a:srgbClr val="243A50"/>
                </a:solidFill>
                <a:latin typeface="Helvetica Neue"/>
                <a:ea typeface="Helvetica Neue"/>
                <a:cs typeface="Helvetica Neue"/>
              </a:defRPr>
            </a:lvl9pPr>
          </a:lstStyle>
          <a:p xmlns:a="http://schemas.openxmlformats.org/drawingml/2006/main">
            <a:pPr algn="l">
              <a:buNone/>
              <a:defRPr sz="2625" b="1">
                <a:solidFill>
                  <a:srgbClr val="243A50"/>
                </a:solidFill>
                <a:latin typeface="Helvetica Neue"/>
                <a:ea typeface="Helvetica Neue"/>
                <a:cs typeface="Helvetica Neue"/>
              </a:defRPr>
            </a:pPr>
            <a:r>
              <a:rPr sz="2625" b="1">
                <a:solidFill>
                  <a:srgbClr val="243A50"/>
                </a:solidFill>
                <a:latin typeface="Helvetica Neue"/>
                <a:ea typeface="Helvetica Neue"/>
                <a:cs typeface="Helvetica Neue"/>
              </a:rPr>
              <a:t>Workstream 4 · Where coordinate errors occur</a:t>
            </a:r>
          </a:p>
        </p:txBody>
      </p:sp>
      <p:sp>
        <p:nvSpPr>
          <p:cNvPr id="3" name="Rectangle 2">
            <a:extLst xmlns:a="http://schemas.openxmlformats.org/drawingml/2006/main">
              <a:ext uri="{FF2B5EF4-FFF2-40B4-BE49-F238E27FC236}">
                <a16:creationId xmlns:a16="http://schemas.microsoft.com/office/drawing/2014/main" id="{2436FC00-50CE-4A04-9B65-6568580E3D86}"/>
              </a:ext>
            </a:extLst>
          </p:cNvPr>
          <p:cNvSpPr>
            <a:spLocks xmlns:a="http://schemas.openxmlformats.org/drawingml/2006/main" noGrp="1"/>
          </p:cNvSpPr>
          <p:nvPr/>
        </p:nvSpPr>
        <p:spPr>
          <a:xfrm xmlns:a="http://schemas.openxmlformats.org/drawingml/2006/main">
            <a:off x="628650" y="904875"/>
            <a:ext cx="108394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a:bodyPr>
          <a:lstStyle xmlns:a="http://schemas.openxmlformats.org/drawingml/2006/main">
            <a:defPPr algn="l">
              <a:defRPr sz="1350" b="0">
                <a:solidFill>
                  <a:srgbClr val="63788A"/>
                </a:solidFill>
                <a:latin typeface="Helvetica Neue"/>
                <a:ea typeface="Helvetica Neue"/>
                <a:cs typeface="Helvetica Neue"/>
              </a:defRPr>
            </a:defPPr>
            <a:lvl1pPr algn="l">
              <a:buNone/>
              <a:defRPr sz="1350" b="0">
                <a:solidFill>
                  <a:srgbClr val="63788A"/>
                </a:solidFill>
                <a:latin typeface="Helvetica Neue"/>
                <a:ea typeface="Helvetica Neue"/>
                <a:cs typeface="Helvetica Neue"/>
              </a:defRPr>
            </a:lvl1pPr>
            <a:lvl2pPr algn="l">
              <a:buNone/>
              <a:defRPr sz="1350" b="0">
                <a:solidFill>
                  <a:srgbClr val="63788A"/>
                </a:solidFill>
                <a:latin typeface="Helvetica Neue"/>
                <a:ea typeface="Helvetica Neue"/>
                <a:cs typeface="Helvetica Neue"/>
              </a:defRPr>
            </a:lvl2pPr>
            <a:lvl3pPr algn="l">
              <a:buNone/>
              <a:defRPr sz="1350" b="0">
                <a:solidFill>
                  <a:srgbClr val="63788A"/>
                </a:solidFill>
                <a:latin typeface="Helvetica Neue"/>
                <a:ea typeface="Helvetica Neue"/>
                <a:cs typeface="Helvetica Neue"/>
              </a:defRPr>
            </a:lvl3pPr>
            <a:lvl4pPr algn="l">
              <a:buNone/>
              <a:defRPr sz="1350" b="0">
                <a:solidFill>
                  <a:srgbClr val="63788A"/>
                </a:solidFill>
                <a:latin typeface="Helvetica Neue"/>
                <a:ea typeface="Helvetica Neue"/>
                <a:cs typeface="Helvetica Neue"/>
              </a:defRPr>
            </a:lvl4pPr>
            <a:lvl5pPr algn="l">
              <a:buNone/>
              <a:defRPr sz="1350" b="0">
                <a:solidFill>
                  <a:srgbClr val="63788A"/>
                </a:solidFill>
                <a:latin typeface="Helvetica Neue"/>
                <a:ea typeface="Helvetica Neue"/>
                <a:cs typeface="Helvetica Neue"/>
              </a:defRPr>
            </a:lvl5pPr>
            <a:lvl6pPr algn="l">
              <a:buNone/>
              <a:defRPr sz="1350" b="0">
                <a:solidFill>
                  <a:srgbClr val="63788A"/>
                </a:solidFill>
                <a:latin typeface="Helvetica Neue"/>
                <a:ea typeface="Helvetica Neue"/>
                <a:cs typeface="Helvetica Neue"/>
              </a:defRPr>
            </a:lvl6pPr>
            <a:lvl7pPr algn="l">
              <a:buNone/>
              <a:defRPr sz="1350" b="0">
                <a:solidFill>
                  <a:srgbClr val="63788A"/>
                </a:solidFill>
                <a:latin typeface="Helvetica Neue"/>
                <a:ea typeface="Helvetica Neue"/>
                <a:cs typeface="Helvetica Neue"/>
              </a:defRPr>
            </a:lvl7pPr>
            <a:lvl8pPr algn="l">
              <a:buNone/>
              <a:defRPr sz="1350" b="0">
                <a:solidFill>
                  <a:srgbClr val="63788A"/>
                </a:solidFill>
                <a:latin typeface="Helvetica Neue"/>
                <a:ea typeface="Helvetica Neue"/>
                <a:cs typeface="Helvetica Neue"/>
              </a:defRPr>
            </a:lvl8pPr>
            <a:lvl9pPr algn="l">
              <a:buNone/>
              <a:defRPr sz="1350" b="0">
                <a:solidFill>
                  <a:srgbClr val="63788A"/>
                </a:solidFill>
                <a:latin typeface="Helvetica Neue"/>
                <a:ea typeface="Helvetica Neue"/>
                <a:cs typeface="Helvetica Neue"/>
              </a:defRPr>
            </a:lvl9pPr>
          </a:lstStyle>
          <a:p xmlns:a="http://schemas.openxmlformats.org/drawingml/2006/main">
            <a:pPr algn="l">
              <a:buNone/>
              <a:defRPr sz="1350" b="0">
                <a:solidFill>
                  <a:srgbClr val="63788A"/>
                </a:solidFill>
                <a:latin typeface="Helvetica Neue"/>
                <a:ea typeface="Helvetica Neue"/>
                <a:cs typeface="Helvetica Neue"/>
              </a:defRPr>
            </a:pPr>
            <a:r>
              <a:rPr sz="1350" b="0">
                <a:solidFill>
                  <a:srgbClr val="63788A"/>
                </a:solidFill>
                <a:latin typeface="Helvetica Neue"/>
                <a:ea typeface="Helvetica Neue"/>
                <a:cs typeface="Helvetica Neue"/>
              </a:rPr>
              <a:t>The error map shows error magnitude at each held-out coordinate.</a:t>
            </a:r>
          </a:p>
        </p:txBody>
      </p:sp>
      <p:sp>
        <p:nvSpPr>
          <p:cNvPr id="4" name="Straight Connector 3">
            <a:extLst xmlns:a="http://schemas.openxmlformats.org/drawingml/2006/main">
              <a:ext uri="{FF2B5EF4-FFF2-40B4-BE49-F238E27FC236}">
                <a16:creationId xmlns:a16="http://schemas.microsoft.com/office/drawing/2014/main" id="{F3CA6148-61BB-49EC-A5DC-B129BAB025E4}"/>
              </a:ext>
            </a:extLst>
          </p:cNvPr>
          <p:cNvSpPr>
            <a:spLocks xmlns:a="http://schemas.openxmlformats.org/drawingml/2006/main" noGrp="1"/>
          </p:cNvSpPr>
          <p:nvPr/>
        </p:nvSpPr>
        <p:spPr>
          <a:xfrm xmlns:a="http://schemas.openxmlformats.org/drawingml/2006/main">
            <a:off x="609600" y="6381750"/>
            <a:ext cx="10972800" cy="0"/>
          </a:xfrm>
          <a:prstGeom xmlns:a="http://schemas.openxmlformats.org/drawingml/2006/main" prst="line">
            <a:avLst/>
          </a:prstGeom>
          <a:noFill xmlns:a="http://schemas.openxmlformats.org/drawingml/2006/main"/>
          <a:ln xmlns:a="http://schemas.openxmlformats.org/drawingml/2006/main" w="9525">
            <a:solidFill>
              <a:srgbClr val="CBD5DA"/>
            </a:solidFill>
            <a:prstDash val="solid"/>
          </a:ln>
        </p:spPr>
      </p:sp>
      <p:sp>
        <p:nvSpPr>
          <p:cNvPr id="5" name="Rectangle 4">
            <a:extLst xmlns:a="http://schemas.openxmlformats.org/drawingml/2006/main">
              <a:ext uri="{FF2B5EF4-FFF2-40B4-BE49-F238E27FC236}">
                <a16:creationId xmlns:a16="http://schemas.microsoft.com/office/drawing/2014/main" id="{0C2A206E-CDED-43E8-8021-F43B0E49CD4F}"/>
              </a:ext>
            </a:extLst>
          </p:cNvPr>
          <p:cNvSpPr>
            <a:spLocks xmlns:a="http://schemas.openxmlformats.org/drawingml/2006/main" noGrp="1"/>
          </p:cNvSpPr>
          <p:nvPr/>
        </p:nvSpPr>
        <p:spPr>
          <a:xfrm xmlns:a="http://schemas.openxmlformats.org/drawingml/2006/main">
            <a:off x="609600" y="6477000"/>
            <a:ext cx="109728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a:bodyPr>
          <a:lstStyle xmlns:a="http://schemas.openxmlformats.org/drawingml/2006/main">
            <a:defPPr algn="r">
              <a:defRPr sz="900" b="0">
                <a:solidFill>
                  <a:srgbClr val="63788A"/>
                </a:solidFill>
                <a:latin typeface="Helvetica Neue"/>
                <a:ea typeface="Helvetica Neue"/>
                <a:cs typeface="Helvetica Neue"/>
              </a:defRPr>
            </a:defPPr>
            <a:lvl1pPr algn="r">
              <a:buNone/>
              <a:defRPr sz="900" b="0">
                <a:solidFill>
                  <a:srgbClr val="63788A"/>
                </a:solidFill>
                <a:latin typeface="Helvetica Neue"/>
                <a:ea typeface="Helvetica Neue"/>
                <a:cs typeface="Helvetica Neue"/>
              </a:defRPr>
            </a:lvl1pPr>
            <a:lvl2pPr algn="r">
              <a:buNone/>
              <a:defRPr sz="900" b="0">
                <a:solidFill>
                  <a:srgbClr val="63788A"/>
                </a:solidFill>
                <a:latin typeface="Helvetica Neue"/>
                <a:ea typeface="Helvetica Neue"/>
                <a:cs typeface="Helvetica Neue"/>
              </a:defRPr>
            </a:lvl2pPr>
            <a:lvl3pPr algn="r">
              <a:buNone/>
              <a:defRPr sz="900" b="0">
                <a:solidFill>
                  <a:srgbClr val="63788A"/>
                </a:solidFill>
                <a:latin typeface="Helvetica Neue"/>
                <a:ea typeface="Helvetica Neue"/>
                <a:cs typeface="Helvetica Neue"/>
              </a:defRPr>
            </a:lvl3pPr>
            <a:lvl4pPr algn="r">
              <a:buNone/>
              <a:defRPr sz="900" b="0">
                <a:solidFill>
                  <a:srgbClr val="63788A"/>
                </a:solidFill>
                <a:latin typeface="Helvetica Neue"/>
                <a:ea typeface="Helvetica Neue"/>
                <a:cs typeface="Helvetica Neue"/>
              </a:defRPr>
            </a:lvl4pPr>
            <a:lvl5pPr algn="r">
              <a:buNone/>
              <a:defRPr sz="900" b="0">
                <a:solidFill>
                  <a:srgbClr val="63788A"/>
                </a:solidFill>
                <a:latin typeface="Helvetica Neue"/>
                <a:ea typeface="Helvetica Neue"/>
                <a:cs typeface="Helvetica Neue"/>
              </a:defRPr>
            </a:lvl5pPr>
            <a:lvl6pPr algn="r">
              <a:buNone/>
              <a:defRPr sz="900" b="0">
                <a:solidFill>
                  <a:srgbClr val="63788A"/>
                </a:solidFill>
                <a:latin typeface="Helvetica Neue"/>
                <a:ea typeface="Helvetica Neue"/>
                <a:cs typeface="Helvetica Neue"/>
              </a:defRPr>
            </a:lvl6pPr>
            <a:lvl7pPr algn="r">
              <a:buNone/>
              <a:defRPr sz="900" b="0">
                <a:solidFill>
                  <a:srgbClr val="63788A"/>
                </a:solidFill>
                <a:latin typeface="Helvetica Neue"/>
                <a:ea typeface="Helvetica Neue"/>
                <a:cs typeface="Helvetica Neue"/>
              </a:defRPr>
            </a:lvl7pPr>
            <a:lvl8pPr algn="r">
              <a:buNone/>
              <a:defRPr sz="900" b="0">
                <a:solidFill>
                  <a:srgbClr val="63788A"/>
                </a:solidFill>
                <a:latin typeface="Helvetica Neue"/>
                <a:ea typeface="Helvetica Neue"/>
                <a:cs typeface="Helvetica Neue"/>
              </a:defRPr>
            </a:lvl8pPr>
            <a:lvl9pPr algn="r">
              <a:buNone/>
              <a:defRPr sz="900" b="0">
                <a:solidFill>
                  <a:srgbClr val="63788A"/>
                </a:solidFill>
                <a:latin typeface="Helvetica Neue"/>
                <a:ea typeface="Helvetica Neue"/>
                <a:cs typeface="Helvetica Neue"/>
              </a:defRPr>
            </a:lvl9pPr>
          </a:lstStyle>
          <a:p xmlns:a="http://schemas.openxmlformats.org/drawingml/2006/main">
            <a:pPr algn="r">
              <a:buNone/>
              <a:defRPr sz="900" b="0">
                <a:solidFill>
                  <a:srgbClr val="63788A"/>
                </a:solidFill>
                <a:latin typeface="Helvetica Neue"/>
                <a:ea typeface="Helvetica Neue"/>
                <a:cs typeface="Helvetica Neue"/>
              </a:defRPr>
            </a:pPr>
            <a:r>
              <a:rPr sz="900" b="0">
                <a:solidFill>
                  <a:srgbClr val="63788A"/>
                </a:solidFill>
                <a:latin typeface="Helvetica Neue"/>
                <a:ea typeface="Helvetica Neue"/>
                <a:cs typeface="Helvetica Neue"/>
              </a:rPr>
              <a:t>PROJECT 9  •  AML VIVA  •  15</a:t>
            </a:r>
          </a:p>
        </p:txBody>
      </p:sp>
      <p:pic>
        <p:nvPicPr>
          <p:cNvPr id="6" name="Picture 5">
            <a:extLst xmlns:a="http://schemas.openxmlformats.org/drawingml/2006/main">
              <a:ext uri="{FF2B5EF4-FFF2-40B4-BE49-F238E27FC236}">
                <a16:creationId xmlns:a16="http://schemas.microsoft.com/office/drawing/2014/main" id="{312DDB78-67B6-481C-BD94-698A57BD145A}"/>
              </a:ext>
            </a:extLst>
          </p:cNvPr>
          <p:cNvPicPr>
            <a:picLocks xmlns:a="http://schemas.openxmlformats.org/drawingml/2006/main" noChangeAspect="1"/>
          </p:cNvPicPr>
          <p:nvPr/>
        </p:nvPicPr>
        <p:blipFill>
          <a:blip xmlns:r="http://schemas.openxmlformats.org/officeDocument/2006/relationships" xmlns:a="http://schemas.openxmlformats.org/drawingml/2006/main" r:embed="Rfebcdd5cdae04c2b"/>
          <a:stretch xmlns:a="http://schemas.openxmlformats.org/drawingml/2006/main"/>
        </p:blipFill>
        <p:spPr>
          <a:xfrm xmlns:a="http://schemas.openxmlformats.org/drawingml/2006/main">
            <a:off x="1067116" y="1381125"/>
            <a:ext cx="7247892" cy="4572000"/>
          </a:xfrm>
          <a:prstGeom xmlns:a="http://schemas.openxmlformats.org/drawingml/2006/main" prst="rect">
            <a:avLst/>
          </a:prstGeom>
        </p:spPr>
      </p:pic>
      <p:sp>
        <p:nvSpPr>
          <p:cNvPr id="7" name="Rectangle 6">
            <a:extLst xmlns:a="http://schemas.openxmlformats.org/drawingml/2006/main">
              <a:ext uri="{FF2B5EF4-FFF2-40B4-BE49-F238E27FC236}">
                <a16:creationId xmlns:a16="http://schemas.microsoft.com/office/drawing/2014/main" id="{F97EE4D5-2D56-4484-A84A-499490933E9C}"/>
              </a:ext>
            </a:extLst>
          </p:cNvPr>
          <p:cNvSpPr>
            <a:spLocks xmlns:a="http://schemas.openxmlformats.org/drawingml/2006/main" noGrp="1"/>
          </p:cNvSpPr>
          <p:nvPr/>
        </p:nvSpPr>
        <p:spPr>
          <a:xfrm xmlns:a="http://schemas.openxmlformats.org/drawingml/2006/main">
            <a:off x="9191625" y="2076450"/>
            <a:ext cx="22860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a:bodyPr>
          <a:lstStyle xmlns:a="http://schemas.openxmlformats.org/drawingml/2006/main">
            <a:defPPr algn="l">
              <a:defRPr sz="1350" b="1">
                <a:solidFill>
                  <a:srgbClr val="63788A"/>
                </a:solidFill>
                <a:latin typeface="Helvetica Neue"/>
                <a:ea typeface="Helvetica Neue"/>
                <a:cs typeface="Helvetica Neue"/>
              </a:defRPr>
            </a:defPPr>
            <a:lvl1pPr algn="l">
              <a:buNone/>
              <a:defRPr sz="1350" b="1">
                <a:solidFill>
                  <a:srgbClr val="63788A"/>
                </a:solidFill>
                <a:latin typeface="Helvetica Neue"/>
                <a:ea typeface="Helvetica Neue"/>
                <a:cs typeface="Helvetica Neue"/>
              </a:defRPr>
            </a:lvl1pPr>
            <a:lvl2pPr algn="l">
              <a:buNone/>
              <a:defRPr sz="1350" b="1">
                <a:solidFill>
                  <a:srgbClr val="63788A"/>
                </a:solidFill>
                <a:latin typeface="Helvetica Neue"/>
                <a:ea typeface="Helvetica Neue"/>
                <a:cs typeface="Helvetica Neue"/>
              </a:defRPr>
            </a:lvl2pPr>
            <a:lvl3pPr algn="l">
              <a:buNone/>
              <a:defRPr sz="1350" b="1">
                <a:solidFill>
                  <a:srgbClr val="63788A"/>
                </a:solidFill>
                <a:latin typeface="Helvetica Neue"/>
                <a:ea typeface="Helvetica Neue"/>
                <a:cs typeface="Helvetica Neue"/>
              </a:defRPr>
            </a:lvl3pPr>
            <a:lvl4pPr algn="l">
              <a:buNone/>
              <a:defRPr sz="1350" b="1">
                <a:solidFill>
                  <a:srgbClr val="63788A"/>
                </a:solidFill>
                <a:latin typeface="Helvetica Neue"/>
                <a:ea typeface="Helvetica Neue"/>
                <a:cs typeface="Helvetica Neue"/>
              </a:defRPr>
            </a:lvl4pPr>
            <a:lvl5pPr algn="l">
              <a:buNone/>
              <a:defRPr sz="1350" b="1">
                <a:solidFill>
                  <a:srgbClr val="63788A"/>
                </a:solidFill>
                <a:latin typeface="Helvetica Neue"/>
                <a:ea typeface="Helvetica Neue"/>
                <a:cs typeface="Helvetica Neue"/>
              </a:defRPr>
            </a:lvl5pPr>
            <a:lvl6pPr algn="l">
              <a:buNone/>
              <a:defRPr sz="1350" b="1">
                <a:solidFill>
                  <a:srgbClr val="63788A"/>
                </a:solidFill>
                <a:latin typeface="Helvetica Neue"/>
                <a:ea typeface="Helvetica Neue"/>
                <a:cs typeface="Helvetica Neue"/>
              </a:defRPr>
            </a:lvl6pPr>
            <a:lvl7pPr algn="l">
              <a:buNone/>
              <a:defRPr sz="1350" b="1">
                <a:solidFill>
                  <a:srgbClr val="63788A"/>
                </a:solidFill>
                <a:latin typeface="Helvetica Neue"/>
                <a:ea typeface="Helvetica Neue"/>
                <a:cs typeface="Helvetica Neue"/>
              </a:defRPr>
            </a:lvl7pPr>
            <a:lvl8pPr algn="l">
              <a:buNone/>
              <a:defRPr sz="1350" b="1">
                <a:solidFill>
                  <a:srgbClr val="63788A"/>
                </a:solidFill>
                <a:latin typeface="Helvetica Neue"/>
                <a:ea typeface="Helvetica Neue"/>
                <a:cs typeface="Helvetica Neue"/>
              </a:defRPr>
            </a:lvl8pPr>
            <a:lvl9pPr algn="l">
              <a:buNone/>
              <a:defRPr sz="1350" b="1">
                <a:solidFill>
                  <a:srgbClr val="63788A"/>
                </a:solidFill>
                <a:latin typeface="Helvetica Neue"/>
                <a:ea typeface="Helvetica Neue"/>
                <a:cs typeface="Helvetica Neue"/>
              </a:defRPr>
            </a:lvl9pPr>
          </a:lstStyle>
          <a:p xmlns:a="http://schemas.openxmlformats.org/drawingml/2006/main">
            <a:pPr algn="l">
              <a:buNone/>
              <a:defRPr sz="1350" b="1">
                <a:solidFill>
                  <a:srgbClr val="63788A"/>
                </a:solidFill>
                <a:latin typeface="Helvetica Neue"/>
                <a:ea typeface="Helvetica Neue"/>
                <a:cs typeface="Helvetica Neue"/>
              </a:defRPr>
            </a:pPr>
            <a:r>
              <a:rPr sz="1350" b="1">
                <a:solidFill>
                  <a:srgbClr val="63788A"/>
                </a:solidFill>
                <a:latin typeface="Helvetica Neue"/>
                <a:ea typeface="Helvetica Neue"/>
                <a:cs typeface="Helvetica Neue"/>
              </a:rPr>
              <a:t>Colour encodes</a:t>
            </a:r>
          </a:p>
        </p:txBody>
      </p:sp>
      <p:sp>
        <p:nvSpPr>
          <p:cNvPr id="8" name="Rectangle 7">
            <a:extLst xmlns:a="http://schemas.openxmlformats.org/drawingml/2006/main">
              <a:ext uri="{FF2B5EF4-FFF2-40B4-BE49-F238E27FC236}">
                <a16:creationId xmlns:a16="http://schemas.microsoft.com/office/drawing/2014/main" id="{D3AF5841-149A-4898-B8F9-4006AF8E88D7}"/>
              </a:ext>
            </a:extLst>
          </p:cNvPr>
          <p:cNvSpPr>
            <a:spLocks xmlns:a="http://schemas.openxmlformats.org/drawingml/2006/main" noGrp="1"/>
          </p:cNvSpPr>
          <p:nvPr/>
        </p:nvSpPr>
        <p:spPr>
          <a:xfrm xmlns:a="http://schemas.openxmlformats.org/drawingml/2006/main">
            <a:off x="9191625" y="2428875"/>
            <a:ext cx="24765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a:bodyPr>
          <a:lstStyle xmlns:a="http://schemas.openxmlformats.org/drawingml/2006/main">
            <a:defPPr algn="l">
              <a:defRPr sz="2025" b="1">
                <a:solidFill>
                  <a:srgbClr val="243A50"/>
                </a:solidFill>
                <a:latin typeface="Helvetica Neue"/>
                <a:ea typeface="Helvetica Neue"/>
                <a:cs typeface="Helvetica Neue"/>
              </a:defRPr>
            </a:defPPr>
            <a:lvl1pPr algn="l">
              <a:buNone/>
              <a:defRPr sz="2025" b="1">
                <a:solidFill>
                  <a:srgbClr val="243A50"/>
                </a:solidFill>
                <a:latin typeface="Helvetica Neue"/>
                <a:ea typeface="Helvetica Neue"/>
                <a:cs typeface="Helvetica Neue"/>
              </a:defRPr>
            </a:lvl1pPr>
            <a:lvl2pPr algn="l">
              <a:buNone/>
              <a:defRPr sz="2025" b="1">
                <a:solidFill>
                  <a:srgbClr val="243A50"/>
                </a:solidFill>
                <a:latin typeface="Helvetica Neue"/>
                <a:ea typeface="Helvetica Neue"/>
                <a:cs typeface="Helvetica Neue"/>
              </a:defRPr>
            </a:lvl2pPr>
            <a:lvl3pPr algn="l">
              <a:buNone/>
              <a:defRPr sz="2025" b="1">
                <a:solidFill>
                  <a:srgbClr val="243A50"/>
                </a:solidFill>
                <a:latin typeface="Helvetica Neue"/>
                <a:ea typeface="Helvetica Neue"/>
                <a:cs typeface="Helvetica Neue"/>
              </a:defRPr>
            </a:lvl3pPr>
            <a:lvl4pPr algn="l">
              <a:buNone/>
              <a:defRPr sz="2025" b="1">
                <a:solidFill>
                  <a:srgbClr val="243A50"/>
                </a:solidFill>
                <a:latin typeface="Helvetica Neue"/>
                <a:ea typeface="Helvetica Neue"/>
                <a:cs typeface="Helvetica Neue"/>
              </a:defRPr>
            </a:lvl4pPr>
            <a:lvl5pPr algn="l">
              <a:buNone/>
              <a:defRPr sz="2025" b="1">
                <a:solidFill>
                  <a:srgbClr val="243A50"/>
                </a:solidFill>
                <a:latin typeface="Helvetica Neue"/>
                <a:ea typeface="Helvetica Neue"/>
                <a:cs typeface="Helvetica Neue"/>
              </a:defRPr>
            </a:lvl5pPr>
            <a:lvl6pPr algn="l">
              <a:buNone/>
              <a:defRPr sz="2025" b="1">
                <a:solidFill>
                  <a:srgbClr val="243A50"/>
                </a:solidFill>
                <a:latin typeface="Helvetica Neue"/>
                <a:ea typeface="Helvetica Neue"/>
                <a:cs typeface="Helvetica Neue"/>
              </a:defRPr>
            </a:lvl6pPr>
            <a:lvl7pPr algn="l">
              <a:buNone/>
              <a:defRPr sz="2025" b="1">
                <a:solidFill>
                  <a:srgbClr val="243A50"/>
                </a:solidFill>
                <a:latin typeface="Helvetica Neue"/>
                <a:ea typeface="Helvetica Neue"/>
                <a:cs typeface="Helvetica Neue"/>
              </a:defRPr>
            </a:lvl7pPr>
            <a:lvl8pPr algn="l">
              <a:buNone/>
              <a:defRPr sz="2025" b="1">
                <a:solidFill>
                  <a:srgbClr val="243A50"/>
                </a:solidFill>
                <a:latin typeface="Helvetica Neue"/>
                <a:ea typeface="Helvetica Neue"/>
                <a:cs typeface="Helvetica Neue"/>
              </a:defRPr>
            </a:lvl8pPr>
            <a:lvl9pPr algn="l">
              <a:buNone/>
              <a:defRPr sz="2025" b="1">
                <a:solidFill>
                  <a:srgbClr val="243A50"/>
                </a:solidFill>
                <a:latin typeface="Helvetica Neue"/>
                <a:ea typeface="Helvetica Neue"/>
                <a:cs typeface="Helvetica Neue"/>
              </a:defRPr>
            </a:lvl9pPr>
          </a:lstStyle>
          <a:p xmlns:a="http://schemas.openxmlformats.org/drawingml/2006/main">
            <a:pPr algn="l">
              <a:buNone/>
              <a:defRPr sz="2025" b="1">
                <a:solidFill>
                  <a:srgbClr val="243A50"/>
                </a:solidFill>
                <a:latin typeface="Helvetica Neue"/>
                <a:ea typeface="Helvetica Neue"/>
                <a:cs typeface="Helvetica Neue"/>
              </a:defRPr>
            </a:pPr>
            <a:r>
              <a:rPr sz="2025" b="1">
                <a:solidFill>
                  <a:srgbClr val="243A50"/>
                </a:solidFill>
                <a:latin typeface="Helvetica Neue"/>
                <a:ea typeface="Helvetica Neue"/>
                <a:cs typeface="Helvetica Neue"/>
              </a:rPr>
              <a:t>Euclidean error</a:t>
            </a:r>
          </a:p>
        </p:txBody>
      </p:sp>
      <p:sp>
        <p:nvSpPr>
          <p:cNvPr id="9" name="Rectangle 8">
            <a:extLst xmlns:a="http://schemas.openxmlformats.org/drawingml/2006/main">
              <a:ext uri="{FF2B5EF4-FFF2-40B4-BE49-F238E27FC236}">
                <a16:creationId xmlns:a16="http://schemas.microsoft.com/office/drawing/2014/main" id="{FD1D7B04-1342-4837-991D-6D268CC80452}"/>
              </a:ext>
            </a:extLst>
          </p:cNvPr>
          <p:cNvSpPr>
            <a:spLocks xmlns:a="http://schemas.openxmlformats.org/drawingml/2006/main" noGrp="1"/>
          </p:cNvSpPr>
          <p:nvPr/>
        </p:nvSpPr>
        <p:spPr>
          <a:xfrm xmlns:a="http://schemas.openxmlformats.org/drawingml/2006/main">
            <a:off x="9191625" y="3143250"/>
            <a:ext cx="2333625" cy="952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a:bodyPr>
          <a:lstStyle xmlns:a="http://schemas.openxmlformats.org/drawingml/2006/main">
            <a:defPPr algn="l">
              <a:defRPr sz="1425" b="0">
                <a:solidFill>
                  <a:srgbClr val="33485D"/>
                </a:solidFill>
                <a:latin typeface="Helvetica Neue"/>
                <a:ea typeface="Helvetica Neue"/>
                <a:cs typeface="Helvetica Neue"/>
              </a:defRPr>
            </a:defPPr>
            <a:lvl1pPr algn="l">
              <a:buNone/>
              <a:defRPr sz="1425" b="0">
                <a:solidFill>
                  <a:srgbClr val="33485D"/>
                </a:solidFill>
                <a:latin typeface="Helvetica Neue"/>
                <a:ea typeface="Helvetica Neue"/>
                <a:cs typeface="Helvetica Neue"/>
              </a:defRPr>
            </a:lvl1pPr>
            <a:lvl2pPr algn="l">
              <a:buNone/>
              <a:defRPr sz="1425" b="0">
                <a:solidFill>
                  <a:srgbClr val="33485D"/>
                </a:solidFill>
                <a:latin typeface="Helvetica Neue"/>
                <a:ea typeface="Helvetica Neue"/>
                <a:cs typeface="Helvetica Neue"/>
              </a:defRPr>
            </a:lvl2pPr>
            <a:lvl3pPr algn="l">
              <a:buNone/>
              <a:defRPr sz="1425" b="0">
                <a:solidFill>
                  <a:srgbClr val="33485D"/>
                </a:solidFill>
                <a:latin typeface="Helvetica Neue"/>
                <a:ea typeface="Helvetica Neue"/>
                <a:cs typeface="Helvetica Neue"/>
              </a:defRPr>
            </a:lvl3pPr>
            <a:lvl4pPr algn="l">
              <a:buNone/>
              <a:defRPr sz="1425" b="0">
                <a:solidFill>
                  <a:srgbClr val="33485D"/>
                </a:solidFill>
                <a:latin typeface="Helvetica Neue"/>
                <a:ea typeface="Helvetica Neue"/>
                <a:cs typeface="Helvetica Neue"/>
              </a:defRPr>
            </a:lvl4pPr>
            <a:lvl5pPr algn="l">
              <a:buNone/>
              <a:defRPr sz="1425" b="0">
                <a:solidFill>
                  <a:srgbClr val="33485D"/>
                </a:solidFill>
                <a:latin typeface="Helvetica Neue"/>
                <a:ea typeface="Helvetica Neue"/>
                <a:cs typeface="Helvetica Neue"/>
              </a:defRPr>
            </a:lvl5pPr>
            <a:lvl6pPr algn="l">
              <a:buNone/>
              <a:defRPr sz="1425" b="0">
                <a:solidFill>
                  <a:srgbClr val="33485D"/>
                </a:solidFill>
                <a:latin typeface="Helvetica Neue"/>
                <a:ea typeface="Helvetica Neue"/>
                <a:cs typeface="Helvetica Neue"/>
              </a:defRPr>
            </a:lvl6pPr>
            <a:lvl7pPr algn="l">
              <a:buNone/>
              <a:defRPr sz="1425" b="0">
                <a:solidFill>
                  <a:srgbClr val="33485D"/>
                </a:solidFill>
                <a:latin typeface="Helvetica Neue"/>
                <a:ea typeface="Helvetica Neue"/>
                <a:cs typeface="Helvetica Neue"/>
              </a:defRPr>
            </a:lvl7pPr>
            <a:lvl8pPr algn="l">
              <a:buNone/>
              <a:defRPr sz="1425" b="0">
                <a:solidFill>
                  <a:srgbClr val="33485D"/>
                </a:solidFill>
                <a:latin typeface="Helvetica Neue"/>
                <a:ea typeface="Helvetica Neue"/>
                <a:cs typeface="Helvetica Neue"/>
              </a:defRPr>
            </a:lvl8pPr>
            <a:lvl9pPr algn="l">
              <a:buNone/>
              <a:defRPr sz="1425" b="0">
                <a:solidFill>
                  <a:srgbClr val="33485D"/>
                </a:solidFill>
                <a:latin typeface="Helvetica Neue"/>
                <a:ea typeface="Helvetica Neue"/>
                <a:cs typeface="Helvetica Neue"/>
              </a:defRPr>
            </a:lvl9pPr>
          </a:lstStyle>
          <a:p xmlns:a="http://schemas.openxmlformats.org/drawingml/2006/main">
            <a:pPr algn="l">
              <a:buNone/>
              <a:defRPr sz="1425" b="0">
                <a:solidFill>
                  <a:srgbClr val="33485D"/>
                </a:solidFill>
                <a:latin typeface="Helvetica Neue"/>
                <a:ea typeface="Helvetica Neue"/>
                <a:cs typeface="Helvetica Neue"/>
              </a:defRPr>
            </a:pPr>
            <a:r>
              <a:rPr sz="1425" b="0">
                <a:solidFill>
                  <a:srgbClr val="33485D"/>
                </a:solidFill>
                <a:latin typeface="Helvetica Neue"/>
                <a:ea typeface="Helvetica Neue"/>
                <a:cs typeface="Helvetica Neue"/>
              </a:rPr>
              <a:t>Large residuals appear at scattered positions rather than as one uniform offset.</a:t>
            </a:r>
          </a:p>
        </p:txBody>
      </p:sp>
      <p:sp>
        <p:nvSpPr>
          <p:cNvPr id="10" name="Rectangle 9">
            <a:extLst xmlns:a="http://schemas.openxmlformats.org/drawingml/2006/main">
              <a:ext uri="{FF2B5EF4-FFF2-40B4-BE49-F238E27FC236}">
                <a16:creationId xmlns:a16="http://schemas.microsoft.com/office/drawing/2014/main" id="{E3672706-0ACC-4274-BDAA-2613DCF94719}"/>
              </a:ext>
            </a:extLst>
          </p:cNvPr>
          <p:cNvSpPr>
            <a:spLocks xmlns:a="http://schemas.openxmlformats.org/drawingml/2006/main" noGrp="1"/>
          </p:cNvSpPr>
          <p:nvPr/>
        </p:nvSpPr>
        <p:spPr>
          <a:xfrm xmlns:a="http://schemas.openxmlformats.org/drawingml/2006/main">
            <a:off x="9191625" y="4429125"/>
            <a:ext cx="2333625" cy="800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a:bodyPr>
          <a:lstStyle xmlns:a="http://schemas.openxmlformats.org/drawingml/2006/main">
            <a:defPPr algn="l">
              <a:defRPr sz="1275" b="0">
                <a:solidFill>
                  <a:srgbClr val="63788A"/>
                </a:solidFill>
                <a:latin typeface="Helvetica Neue"/>
                <a:ea typeface="Helvetica Neue"/>
                <a:cs typeface="Helvetica Neue"/>
              </a:defRPr>
            </a:defPPr>
            <a:lvl1pPr algn="l">
              <a:buNone/>
              <a:defRPr sz="1275" b="0">
                <a:solidFill>
                  <a:srgbClr val="63788A"/>
                </a:solidFill>
                <a:latin typeface="Helvetica Neue"/>
                <a:ea typeface="Helvetica Neue"/>
                <a:cs typeface="Helvetica Neue"/>
              </a:defRPr>
            </a:lvl1pPr>
            <a:lvl2pPr algn="l">
              <a:buNone/>
              <a:defRPr sz="1275" b="0">
                <a:solidFill>
                  <a:srgbClr val="63788A"/>
                </a:solidFill>
                <a:latin typeface="Helvetica Neue"/>
                <a:ea typeface="Helvetica Neue"/>
                <a:cs typeface="Helvetica Neue"/>
              </a:defRPr>
            </a:lvl2pPr>
            <a:lvl3pPr algn="l">
              <a:buNone/>
              <a:defRPr sz="1275" b="0">
                <a:solidFill>
                  <a:srgbClr val="63788A"/>
                </a:solidFill>
                <a:latin typeface="Helvetica Neue"/>
                <a:ea typeface="Helvetica Neue"/>
                <a:cs typeface="Helvetica Neue"/>
              </a:defRPr>
            </a:lvl3pPr>
            <a:lvl4pPr algn="l">
              <a:buNone/>
              <a:defRPr sz="1275" b="0">
                <a:solidFill>
                  <a:srgbClr val="63788A"/>
                </a:solidFill>
                <a:latin typeface="Helvetica Neue"/>
                <a:ea typeface="Helvetica Neue"/>
                <a:cs typeface="Helvetica Neue"/>
              </a:defRPr>
            </a:lvl4pPr>
            <a:lvl5pPr algn="l">
              <a:buNone/>
              <a:defRPr sz="1275" b="0">
                <a:solidFill>
                  <a:srgbClr val="63788A"/>
                </a:solidFill>
                <a:latin typeface="Helvetica Neue"/>
                <a:ea typeface="Helvetica Neue"/>
                <a:cs typeface="Helvetica Neue"/>
              </a:defRPr>
            </a:lvl5pPr>
            <a:lvl6pPr algn="l">
              <a:buNone/>
              <a:defRPr sz="1275" b="0">
                <a:solidFill>
                  <a:srgbClr val="63788A"/>
                </a:solidFill>
                <a:latin typeface="Helvetica Neue"/>
                <a:ea typeface="Helvetica Neue"/>
                <a:cs typeface="Helvetica Neue"/>
              </a:defRPr>
            </a:lvl6pPr>
            <a:lvl7pPr algn="l">
              <a:buNone/>
              <a:defRPr sz="1275" b="0">
                <a:solidFill>
                  <a:srgbClr val="63788A"/>
                </a:solidFill>
                <a:latin typeface="Helvetica Neue"/>
                <a:ea typeface="Helvetica Neue"/>
                <a:cs typeface="Helvetica Neue"/>
              </a:defRPr>
            </a:lvl7pPr>
            <a:lvl8pPr algn="l">
              <a:buNone/>
              <a:defRPr sz="1275" b="0">
                <a:solidFill>
                  <a:srgbClr val="63788A"/>
                </a:solidFill>
                <a:latin typeface="Helvetica Neue"/>
                <a:ea typeface="Helvetica Neue"/>
                <a:cs typeface="Helvetica Neue"/>
              </a:defRPr>
            </a:lvl8pPr>
            <a:lvl9pPr algn="l">
              <a:buNone/>
              <a:defRPr sz="1275" b="0">
                <a:solidFill>
                  <a:srgbClr val="63788A"/>
                </a:solidFill>
                <a:latin typeface="Helvetica Neue"/>
                <a:ea typeface="Helvetica Neue"/>
                <a:cs typeface="Helvetica Neue"/>
              </a:defRPr>
            </a:lvl9pPr>
          </a:lstStyle>
          <a:p xmlns:a="http://schemas.openxmlformats.org/drawingml/2006/main">
            <a:pPr algn="l">
              <a:buNone/>
              <a:defRPr sz="1275" b="0">
                <a:solidFill>
                  <a:srgbClr val="63788A"/>
                </a:solidFill>
                <a:latin typeface="Helvetica Neue"/>
                <a:ea typeface="Helvetica Neue"/>
                <a:cs typeface="Helvetica Neue"/>
              </a:defRPr>
            </a:pPr>
            <a:r>
              <a:rPr sz="1275" b="0">
                <a:solidFill>
                  <a:srgbClr val="63788A"/>
                </a:solidFill>
                <a:latin typeface="Helvetica Neue"/>
                <a:ea typeface="Helvetica Neue"/>
                <a:cs typeface="Helvetica Neue"/>
              </a:rPr>
              <a:t>Read the colour scale in the figure; extreme points stretch the range.</a:t>
            </a:r>
          </a:p>
        </p:txBody>
      </p:sp>
    </p:spTree>
    <p:extLst>
      <p:ext uri="{BB962C8B-B14F-4D97-AF65-F5344CB8AC3E}">
        <p14:creationId xmlns:p14="http://schemas.microsoft.com/office/powerpoint/2010/main" val="732448526"/>
      </p:ext>
    </p:extLst>
  </p:cSld>
</p:sld>
</file>

<file path=ppt/slides/slide16.xml><?xml version="1.0" encoding="utf-8"?>
<p:sld xmlns:p="http://schemas.openxmlformats.org/presentationml/2006/main">
  <p:cSld>
    <p:bg>
      <p:bgPr>
        <a:solidFill xmlns:a="http://schemas.openxmlformats.org/drawingml/2006/main">
          <a:srgbClr val="FAF9F6"/>
        </a:solidFill>
      </p:bgPr>
    </p:bg>
    <p:spTree>
      <p:nvGrpSpPr>
        <p:cNvPr id="1" name=""/>
        <p:cNvGrpSpPr/>
        <p:nvPr/>
      </p:nvGrpSpPr>
      <p:grpSpPr>
        <a:xfrm xmlns:a="http://schemas.openxmlformats.org/drawingml/2006/main"/>
      </p:grpSpPr>
      <p:sp>
        <p:nvSpPr>
          <p:cNvPr id="14" name="Rectangle 13">
            <a:extLst xmlns:a="http://schemas.openxmlformats.org/drawingml/2006/main">
              <a:ext uri="{FF2B5EF4-FFF2-40B4-BE49-F238E27FC236}">
                <a16:creationId xmlns:a16="http://schemas.microsoft.com/office/drawing/2014/main" id="{BD133DA6-0739-48FF-BEAB-293E98B58DC2}"/>
              </a:ext>
            </a:extLst>
          </p:cNvPr>
          <p:cNvSpPr>
            <a:spLocks xmlns:a="http://schemas.openxmlformats.org/drawingml/2006/main" noGrp="1"/>
          </p:cNvSpPr>
          <p:nvPr/>
        </p:nvSpPr>
        <p:spPr>
          <a:xfrm xmlns:a="http://schemas.openxmlformats.org/drawingml/2006/main">
            <a:off x="0" y="0"/>
            <a:ext cx="12192000" cy="104775"/>
          </a:xfrm>
          <a:prstGeom xmlns:a="http://schemas.openxmlformats.org/drawingml/2006/main" prst="rect">
            <a:avLst/>
          </a:prstGeom>
          <a:solidFill xmlns:a="http://schemas.openxmlformats.org/drawingml/2006/main">
            <a:srgbClr val="C7DBD1"/>
          </a:solidFill>
          <a:ln xmlns:a="http://schemas.openxmlformats.org/drawingml/2006/main" w="0">
            <a:noFill/>
            <a:prstDash val="solid"/>
          </a:ln>
        </p:spPr>
      </p:sp>
      <p:sp>
        <p:nvSpPr>
          <p:cNvPr id="2" name="Rectangle 1">
            <a:extLst xmlns:a="http://schemas.openxmlformats.org/drawingml/2006/main">
              <a:ext uri="{FF2B5EF4-FFF2-40B4-BE49-F238E27FC236}">
                <a16:creationId xmlns:a16="http://schemas.microsoft.com/office/drawing/2014/main" id="{0BB0742F-D213-46FE-BD41-6268268E6446}"/>
              </a:ext>
            </a:extLst>
          </p:cNvPr>
          <p:cNvSpPr>
            <a:spLocks xmlns:a="http://schemas.openxmlformats.org/drawingml/2006/main" noGrp="1"/>
          </p:cNvSpPr>
          <p:nvPr/>
        </p:nvSpPr>
        <p:spPr>
          <a:xfrm xmlns:a="http://schemas.openxmlformats.org/drawingml/2006/main">
            <a:off x="609600" y="371475"/>
            <a:ext cx="1097280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a:bodyPr>
          <a:lstStyle xmlns:a="http://schemas.openxmlformats.org/drawingml/2006/main">
            <a:defPPr algn="l">
              <a:defRPr sz="2625" b="1">
                <a:solidFill>
                  <a:srgbClr val="243A50"/>
                </a:solidFill>
                <a:latin typeface="Helvetica Neue"/>
                <a:ea typeface="Helvetica Neue"/>
                <a:cs typeface="Helvetica Neue"/>
              </a:defRPr>
            </a:defPPr>
            <a:lvl1pPr algn="l">
              <a:buNone/>
              <a:defRPr sz="2625" b="1">
                <a:solidFill>
                  <a:srgbClr val="243A50"/>
                </a:solidFill>
                <a:latin typeface="Helvetica Neue"/>
                <a:ea typeface="Helvetica Neue"/>
                <a:cs typeface="Helvetica Neue"/>
              </a:defRPr>
            </a:lvl1pPr>
            <a:lvl2pPr algn="l">
              <a:buNone/>
              <a:defRPr sz="2625" b="1">
                <a:solidFill>
                  <a:srgbClr val="243A50"/>
                </a:solidFill>
                <a:latin typeface="Helvetica Neue"/>
                <a:ea typeface="Helvetica Neue"/>
                <a:cs typeface="Helvetica Neue"/>
              </a:defRPr>
            </a:lvl2pPr>
            <a:lvl3pPr algn="l">
              <a:buNone/>
              <a:defRPr sz="2625" b="1">
                <a:solidFill>
                  <a:srgbClr val="243A50"/>
                </a:solidFill>
                <a:latin typeface="Helvetica Neue"/>
                <a:ea typeface="Helvetica Neue"/>
                <a:cs typeface="Helvetica Neue"/>
              </a:defRPr>
            </a:lvl3pPr>
            <a:lvl4pPr algn="l">
              <a:buNone/>
              <a:defRPr sz="2625" b="1">
                <a:solidFill>
                  <a:srgbClr val="243A50"/>
                </a:solidFill>
                <a:latin typeface="Helvetica Neue"/>
                <a:ea typeface="Helvetica Neue"/>
                <a:cs typeface="Helvetica Neue"/>
              </a:defRPr>
            </a:lvl4pPr>
            <a:lvl5pPr algn="l">
              <a:buNone/>
              <a:defRPr sz="2625" b="1">
                <a:solidFill>
                  <a:srgbClr val="243A50"/>
                </a:solidFill>
                <a:latin typeface="Helvetica Neue"/>
                <a:ea typeface="Helvetica Neue"/>
                <a:cs typeface="Helvetica Neue"/>
              </a:defRPr>
            </a:lvl5pPr>
            <a:lvl6pPr algn="l">
              <a:buNone/>
              <a:defRPr sz="2625" b="1">
                <a:solidFill>
                  <a:srgbClr val="243A50"/>
                </a:solidFill>
                <a:latin typeface="Helvetica Neue"/>
                <a:ea typeface="Helvetica Neue"/>
                <a:cs typeface="Helvetica Neue"/>
              </a:defRPr>
            </a:lvl6pPr>
            <a:lvl7pPr algn="l">
              <a:buNone/>
              <a:defRPr sz="2625" b="1">
                <a:solidFill>
                  <a:srgbClr val="243A50"/>
                </a:solidFill>
                <a:latin typeface="Helvetica Neue"/>
                <a:ea typeface="Helvetica Neue"/>
                <a:cs typeface="Helvetica Neue"/>
              </a:defRPr>
            </a:lvl7pPr>
            <a:lvl8pPr algn="l">
              <a:buNone/>
              <a:defRPr sz="2625" b="1">
                <a:solidFill>
                  <a:srgbClr val="243A50"/>
                </a:solidFill>
                <a:latin typeface="Helvetica Neue"/>
                <a:ea typeface="Helvetica Neue"/>
                <a:cs typeface="Helvetica Neue"/>
              </a:defRPr>
            </a:lvl8pPr>
            <a:lvl9pPr algn="l">
              <a:buNone/>
              <a:defRPr sz="2625" b="1">
                <a:solidFill>
                  <a:srgbClr val="243A50"/>
                </a:solidFill>
                <a:latin typeface="Helvetica Neue"/>
                <a:ea typeface="Helvetica Neue"/>
                <a:cs typeface="Helvetica Neue"/>
              </a:defRPr>
            </a:lvl9pPr>
          </a:lstStyle>
          <a:p xmlns:a="http://schemas.openxmlformats.org/drawingml/2006/main">
            <a:pPr algn="l">
              <a:buNone/>
              <a:defRPr sz="2625" b="1">
                <a:solidFill>
                  <a:srgbClr val="243A50"/>
                </a:solidFill>
                <a:latin typeface="Helvetica Neue"/>
                <a:ea typeface="Helvetica Neue"/>
                <a:cs typeface="Helvetica Neue"/>
              </a:defRPr>
            </a:pPr>
            <a:r>
              <a:rPr sz="2625" b="1">
                <a:solidFill>
                  <a:srgbClr val="243A50"/>
                </a:solidFill>
                <a:latin typeface="Helvetica Neue"/>
                <a:ea typeface="Helvetica Neue"/>
                <a:cs typeface="Helvetica Neue"/>
              </a:rPr>
              <a:t>Workstream 4 · Coordinate error distribution</a:t>
            </a:r>
          </a:p>
        </p:txBody>
      </p:sp>
      <p:sp>
        <p:nvSpPr>
          <p:cNvPr id="3" name="Rectangle 2">
            <a:extLst xmlns:a="http://schemas.openxmlformats.org/drawingml/2006/main">
              <a:ext uri="{FF2B5EF4-FFF2-40B4-BE49-F238E27FC236}">
                <a16:creationId xmlns:a16="http://schemas.microsoft.com/office/drawing/2014/main" id="{8E67FFD9-BDE3-4D6F-9745-86BC18E0CA71}"/>
              </a:ext>
            </a:extLst>
          </p:cNvPr>
          <p:cNvSpPr>
            <a:spLocks xmlns:a="http://schemas.openxmlformats.org/drawingml/2006/main" noGrp="1"/>
          </p:cNvSpPr>
          <p:nvPr/>
        </p:nvSpPr>
        <p:spPr>
          <a:xfrm xmlns:a="http://schemas.openxmlformats.org/drawingml/2006/main">
            <a:off x="628650" y="904875"/>
            <a:ext cx="108394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a:bodyPr>
          <a:lstStyle xmlns:a="http://schemas.openxmlformats.org/drawingml/2006/main">
            <a:defPPr algn="l">
              <a:defRPr sz="1350" b="0">
                <a:solidFill>
                  <a:srgbClr val="63788A"/>
                </a:solidFill>
                <a:latin typeface="Helvetica Neue"/>
                <a:ea typeface="Helvetica Neue"/>
                <a:cs typeface="Helvetica Neue"/>
              </a:defRPr>
            </a:defPPr>
            <a:lvl1pPr algn="l">
              <a:buNone/>
              <a:defRPr sz="1350" b="0">
                <a:solidFill>
                  <a:srgbClr val="63788A"/>
                </a:solidFill>
                <a:latin typeface="Helvetica Neue"/>
                <a:ea typeface="Helvetica Neue"/>
                <a:cs typeface="Helvetica Neue"/>
              </a:defRPr>
            </a:lvl1pPr>
            <a:lvl2pPr algn="l">
              <a:buNone/>
              <a:defRPr sz="1350" b="0">
                <a:solidFill>
                  <a:srgbClr val="63788A"/>
                </a:solidFill>
                <a:latin typeface="Helvetica Neue"/>
                <a:ea typeface="Helvetica Neue"/>
                <a:cs typeface="Helvetica Neue"/>
              </a:defRPr>
            </a:lvl2pPr>
            <a:lvl3pPr algn="l">
              <a:buNone/>
              <a:defRPr sz="1350" b="0">
                <a:solidFill>
                  <a:srgbClr val="63788A"/>
                </a:solidFill>
                <a:latin typeface="Helvetica Neue"/>
                <a:ea typeface="Helvetica Neue"/>
                <a:cs typeface="Helvetica Neue"/>
              </a:defRPr>
            </a:lvl3pPr>
            <a:lvl4pPr algn="l">
              <a:buNone/>
              <a:defRPr sz="1350" b="0">
                <a:solidFill>
                  <a:srgbClr val="63788A"/>
                </a:solidFill>
                <a:latin typeface="Helvetica Neue"/>
                <a:ea typeface="Helvetica Neue"/>
                <a:cs typeface="Helvetica Neue"/>
              </a:defRPr>
            </a:lvl4pPr>
            <a:lvl5pPr algn="l">
              <a:buNone/>
              <a:defRPr sz="1350" b="0">
                <a:solidFill>
                  <a:srgbClr val="63788A"/>
                </a:solidFill>
                <a:latin typeface="Helvetica Neue"/>
                <a:ea typeface="Helvetica Neue"/>
                <a:cs typeface="Helvetica Neue"/>
              </a:defRPr>
            </a:lvl5pPr>
            <a:lvl6pPr algn="l">
              <a:buNone/>
              <a:defRPr sz="1350" b="0">
                <a:solidFill>
                  <a:srgbClr val="63788A"/>
                </a:solidFill>
                <a:latin typeface="Helvetica Neue"/>
                <a:ea typeface="Helvetica Neue"/>
                <a:cs typeface="Helvetica Neue"/>
              </a:defRPr>
            </a:lvl6pPr>
            <a:lvl7pPr algn="l">
              <a:buNone/>
              <a:defRPr sz="1350" b="0">
                <a:solidFill>
                  <a:srgbClr val="63788A"/>
                </a:solidFill>
                <a:latin typeface="Helvetica Neue"/>
                <a:ea typeface="Helvetica Neue"/>
                <a:cs typeface="Helvetica Neue"/>
              </a:defRPr>
            </a:lvl7pPr>
            <a:lvl8pPr algn="l">
              <a:buNone/>
              <a:defRPr sz="1350" b="0">
                <a:solidFill>
                  <a:srgbClr val="63788A"/>
                </a:solidFill>
                <a:latin typeface="Helvetica Neue"/>
                <a:ea typeface="Helvetica Neue"/>
                <a:cs typeface="Helvetica Neue"/>
              </a:defRPr>
            </a:lvl8pPr>
            <a:lvl9pPr algn="l">
              <a:buNone/>
              <a:defRPr sz="1350" b="0">
                <a:solidFill>
                  <a:srgbClr val="63788A"/>
                </a:solidFill>
                <a:latin typeface="Helvetica Neue"/>
                <a:ea typeface="Helvetica Neue"/>
                <a:cs typeface="Helvetica Neue"/>
              </a:defRPr>
            </a:lvl9pPr>
          </a:lstStyle>
          <a:p xmlns:a="http://schemas.openxmlformats.org/drawingml/2006/main">
            <a:pPr algn="l">
              <a:buNone/>
              <a:defRPr sz="1350" b="0">
                <a:solidFill>
                  <a:srgbClr val="63788A"/>
                </a:solidFill>
                <a:latin typeface="Helvetica Neue"/>
                <a:ea typeface="Helvetica Neue"/>
                <a:cs typeface="Helvetica Neue"/>
              </a:defRPr>
            </a:pPr>
            <a:r>
              <a:rPr sz="1350" b="0">
                <a:solidFill>
                  <a:srgbClr val="63788A"/>
                </a:solidFill>
                <a:latin typeface="Helvetica Neue"/>
                <a:ea typeface="Helvetica Neue"/>
                <a:cs typeface="Helvetica Neue"/>
              </a:rPr>
              <a:t>A right tail pulls the mean above the median.</a:t>
            </a:r>
          </a:p>
        </p:txBody>
      </p:sp>
      <p:sp>
        <p:nvSpPr>
          <p:cNvPr id="4" name="Straight Connector 3">
            <a:extLst xmlns:a="http://schemas.openxmlformats.org/drawingml/2006/main">
              <a:ext uri="{FF2B5EF4-FFF2-40B4-BE49-F238E27FC236}">
                <a16:creationId xmlns:a16="http://schemas.microsoft.com/office/drawing/2014/main" id="{E0F2D457-2B70-4704-AB8C-07197B8009BA}"/>
              </a:ext>
            </a:extLst>
          </p:cNvPr>
          <p:cNvSpPr>
            <a:spLocks xmlns:a="http://schemas.openxmlformats.org/drawingml/2006/main" noGrp="1"/>
          </p:cNvSpPr>
          <p:nvPr/>
        </p:nvSpPr>
        <p:spPr>
          <a:xfrm xmlns:a="http://schemas.openxmlformats.org/drawingml/2006/main">
            <a:off x="609600" y="6381750"/>
            <a:ext cx="10972800" cy="0"/>
          </a:xfrm>
          <a:prstGeom xmlns:a="http://schemas.openxmlformats.org/drawingml/2006/main" prst="line">
            <a:avLst/>
          </a:prstGeom>
          <a:noFill xmlns:a="http://schemas.openxmlformats.org/drawingml/2006/main"/>
          <a:ln xmlns:a="http://schemas.openxmlformats.org/drawingml/2006/main" w="9525">
            <a:solidFill>
              <a:srgbClr val="CBD5DA"/>
            </a:solidFill>
            <a:prstDash val="solid"/>
          </a:ln>
        </p:spPr>
      </p:sp>
      <p:sp>
        <p:nvSpPr>
          <p:cNvPr id="5" name="Rectangle 4">
            <a:extLst xmlns:a="http://schemas.openxmlformats.org/drawingml/2006/main">
              <a:ext uri="{FF2B5EF4-FFF2-40B4-BE49-F238E27FC236}">
                <a16:creationId xmlns:a16="http://schemas.microsoft.com/office/drawing/2014/main" id="{CE7819D6-0907-4363-86FA-C9556E9D3EC5}"/>
              </a:ext>
            </a:extLst>
          </p:cNvPr>
          <p:cNvSpPr>
            <a:spLocks xmlns:a="http://schemas.openxmlformats.org/drawingml/2006/main" noGrp="1"/>
          </p:cNvSpPr>
          <p:nvPr/>
        </p:nvSpPr>
        <p:spPr>
          <a:xfrm xmlns:a="http://schemas.openxmlformats.org/drawingml/2006/main">
            <a:off x="609600" y="6477000"/>
            <a:ext cx="109728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a:bodyPr>
          <a:lstStyle xmlns:a="http://schemas.openxmlformats.org/drawingml/2006/main">
            <a:defPPr algn="r">
              <a:defRPr sz="900" b="0">
                <a:solidFill>
                  <a:srgbClr val="63788A"/>
                </a:solidFill>
                <a:latin typeface="Helvetica Neue"/>
                <a:ea typeface="Helvetica Neue"/>
                <a:cs typeface="Helvetica Neue"/>
              </a:defRPr>
            </a:defPPr>
            <a:lvl1pPr algn="r">
              <a:buNone/>
              <a:defRPr sz="900" b="0">
                <a:solidFill>
                  <a:srgbClr val="63788A"/>
                </a:solidFill>
                <a:latin typeface="Helvetica Neue"/>
                <a:ea typeface="Helvetica Neue"/>
                <a:cs typeface="Helvetica Neue"/>
              </a:defRPr>
            </a:lvl1pPr>
            <a:lvl2pPr algn="r">
              <a:buNone/>
              <a:defRPr sz="900" b="0">
                <a:solidFill>
                  <a:srgbClr val="63788A"/>
                </a:solidFill>
                <a:latin typeface="Helvetica Neue"/>
                <a:ea typeface="Helvetica Neue"/>
                <a:cs typeface="Helvetica Neue"/>
              </a:defRPr>
            </a:lvl2pPr>
            <a:lvl3pPr algn="r">
              <a:buNone/>
              <a:defRPr sz="900" b="0">
                <a:solidFill>
                  <a:srgbClr val="63788A"/>
                </a:solidFill>
                <a:latin typeface="Helvetica Neue"/>
                <a:ea typeface="Helvetica Neue"/>
                <a:cs typeface="Helvetica Neue"/>
              </a:defRPr>
            </a:lvl3pPr>
            <a:lvl4pPr algn="r">
              <a:buNone/>
              <a:defRPr sz="900" b="0">
                <a:solidFill>
                  <a:srgbClr val="63788A"/>
                </a:solidFill>
                <a:latin typeface="Helvetica Neue"/>
                <a:ea typeface="Helvetica Neue"/>
                <a:cs typeface="Helvetica Neue"/>
              </a:defRPr>
            </a:lvl4pPr>
            <a:lvl5pPr algn="r">
              <a:buNone/>
              <a:defRPr sz="900" b="0">
                <a:solidFill>
                  <a:srgbClr val="63788A"/>
                </a:solidFill>
                <a:latin typeface="Helvetica Neue"/>
                <a:ea typeface="Helvetica Neue"/>
                <a:cs typeface="Helvetica Neue"/>
              </a:defRPr>
            </a:lvl5pPr>
            <a:lvl6pPr algn="r">
              <a:buNone/>
              <a:defRPr sz="900" b="0">
                <a:solidFill>
                  <a:srgbClr val="63788A"/>
                </a:solidFill>
                <a:latin typeface="Helvetica Neue"/>
                <a:ea typeface="Helvetica Neue"/>
                <a:cs typeface="Helvetica Neue"/>
              </a:defRPr>
            </a:lvl6pPr>
            <a:lvl7pPr algn="r">
              <a:buNone/>
              <a:defRPr sz="900" b="0">
                <a:solidFill>
                  <a:srgbClr val="63788A"/>
                </a:solidFill>
                <a:latin typeface="Helvetica Neue"/>
                <a:ea typeface="Helvetica Neue"/>
                <a:cs typeface="Helvetica Neue"/>
              </a:defRPr>
            </a:lvl7pPr>
            <a:lvl8pPr algn="r">
              <a:buNone/>
              <a:defRPr sz="900" b="0">
                <a:solidFill>
                  <a:srgbClr val="63788A"/>
                </a:solidFill>
                <a:latin typeface="Helvetica Neue"/>
                <a:ea typeface="Helvetica Neue"/>
                <a:cs typeface="Helvetica Neue"/>
              </a:defRPr>
            </a:lvl8pPr>
            <a:lvl9pPr algn="r">
              <a:buNone/>
              <a:defRPr sz="900" b="0">
                <a:solidFill>
                  <a:srgbClr val="63788A"/>
                </a:solidFill>
                <a:latin typeface="Helvetica Neue"/>
                <a:ea typeface="Helvetica Neue"/>
                <a:cs typeface="Helvetica Neue"/>
              </a:defRPr>
            </a:lvl9pPr>
          </a:lstStyle>
          <a:p xmlns:a="http://schemas.openxmlformats.org/drawingml/2006/main">
            <a:pPr algn="r">
              <a:buNone/>
              <a:defRPr sz="900" b="0">
                <a:solidFill>
                  <a:srgbClr val="63788A"/>
                </a:solidFill>
                <a:latin typeface="Helvetica Neue"/>
                <a:ea typeface="Helvetica Neue"/>
                <a:cs typeface="Helvetica Neue"/>
              </a:defRPr>
            </a:pPr>
            <a:r>
              <a:rPr sz="900" b="0">
                <a:solidFill>
                  <a:srgbClr val="63788A"/>
                </a:solidFill>
                <a:latin typeface="Helvetica Neue"/>
                <a:ea typeface="Helvetica Neue"/>
                <a:cs typeface="Helvetica Neue"/>
              </a:rPr>
              <a:t>PROJECT 9  •  AML VIVA  •  16</a:t>
            </a:r>
          </a:p>
        </p:txBody>
      </p:sp>
      <p:pic>
        <p:nvPicPr>
          <p:cNvPr id="6" name="Picture 5">
            <a:extLst xmlns:a="http://schemas.openxmlformats.org/drawingml/2006/main">
              <a:ext uri="{FF2B5EF4-FFF2-40B4-BE49-F238E27FC236}">
                <a16:creationId xmlns:a16="http://schemas.microsoft.com/office/drawing/2014/main" id="{3024AC6E-EE6E-4867-B995-236F504BF493}"/>
              </a:ext>
            </a:extLst>
          </p:cNvPr>
          <p:cNvPicPr>
            <a:picLocks xmlns:a="http://schemas.openxmlformats.org/drawingml/2006/main" noChangeAspect="1"/>
          </p:cNvPicPr>
          <p:nvPr/>
        </p:nvPicPr>
        <p:blipFill>
          <a:blip xmlns:r="http://schemas.openxmlformats.org/officeDocument/2006/relationships" xmlns:a="http://schemas.openxmlformats.org/drawingml/2006/main" r:embed="Rdc9c2ec5b6254ed8"/>
          <a:stretch xmlns:a="http://schemas.openxmlformats.org/drawingml/2006/main"/>
        </p:blipFill>
        <p:spPr>
          <a:xfrm xmlns:a="http://schemas.openxmlformats.org/drawingml/2006/main">
            <a:off x="619125" y="1680810"/>
            <a:ext cx="8001000" cy="3972631"/>
          </a:xfrm>
          <a:prstGeom xmlns:a="http://schemas.openxmlformats.org/drawingml/2006/main" prst="rect">
            <a:avLst/>
          </a:prstGeom>
        </p:spPr>
      </p:pic>
      <p:sp>
        <p:nvSpPr>
          <p:cNvPr id="7" name="Rectangle 6">
            <a:extLst xmlns:a="http://schemas.openxmlformats.org/drawingml/2006/main">
              <a:ext uri="{FF2B5EF4-FFF2-40B4-BE49-F238E27FC236}">
                <a16:creationId xmlns:a16="http://schemas.microsoft.com/office/drawing/2014/main" id="{74B99AB5-902A-4F95-AA85-FE769028BCB1}"/>
              </a:ext>
            </a:extLst>
          </p:cNvPr>
          <p:cNvSpPr>
            <a:spLocks xmlns:a="http://schemas.openxmlformats.org/drawingml/2006/main" noGrp="1"/>
          </p:cNvSpPr>
          <p:nvPr/>
        </p:nvSpPr>
        <p:spPr>
          <a:xfrm xmlns:a="http://schemas.openxmlformats.org/drawingml/2006/main">
            <a:off x="8953500" y="1771650"/>
            <a:ext cx="266700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a:bodyPr>
          <a:lstStyle xmlns:a="http://schemas.openxmlformats.org/drawingml/2006/main">
            <a:defPPr algn="l">
              <a:defRPr sz="3750" b="1">
                <a:solidFill>
                  <a:srgbClr val="243A50"/>
                </a:solidFill>
                <a:latin typeface="Helvetica Neue"/>
                <a:ea typeface="Helvetica Neue"/>
                <a:cs typeface="Helvetica Neue"/>
              </a:defRPr>
            </a:defPPr>
            <a:lvl1pPr algn="l">
              <a:buNone/>
              <a:defRPr sz="3750" b="1">
                <a:solidFill>
                  <a:srgbClr val="243A50"/>
                </a:solidFill>
                <a:latin typeface="Helvetica Neue"/>
                <a:ea typeface="Helvetica Neue"/>
                <a:cs typeface="Helvetica Neue"/>
              </a:defRPr>
            </a:lvl1pPr>
            <a:lvl2pPr algn="l">
              <a:buNone/>
              <a:defRPr sz="3750" b="1">
                <a:solidFill>
                  <a:srgbClr val="243A50"/>
                </a:solidFill>
                <a:latin typeface="Helvetica Neue"/>
                <a:ea typeface="Helvetica Neue"/>
                <a:cs typeface="Helvetica Neue"/>
              </a:defRPr>
            </a:lvl2pPr>
            <a:lvl3pPr algn="l">
              <a:buNone/>
              <a:defRPr sz="3750" b="1">
                <a:solidFill>
                  <a:srgbClr val="243A50"/>
                </a:solidFill>
                <a:latin typeface="Helvetica Neue"/>
                <a:ea typeface="Helvetica Neue"/>
                <a:cs typeface="Helvetica Neue"/>
              </a:defRPr>
            </a:lvl3pPr>
            <a:lvl4pPr algn="l">
              <a:buNone/>
              <a:defRPr sz="3750" b="1">
                <a:solidFill>
                  <a:srgbClr val="243A50"/>
                </a:solidFill>
                <a:latin typeface="Helvetica Neue"/>
                <a:ea typeface="Helvetica Neue"/>
                <a:cs typeface="Helvetica Neue"/>
              </a:defRPr>
            </a:lvl4pPr>
            <a:lvl5pPr algn="l">
              <a:buNone/>
              <a:defRPr sz="3750" b="1">
                <a:solidFill>
                  <a:srgbClr val="243A50"/>
                </a:solidFill>
                <a:latin typeface="Helvetica Neue"/>
                <a:ea typeface="Helvetica Neue"/>
                <a:cs typeface="Helvetica Neue"/>
              </a:defRPr>
            </a:lvl5pPr>
            <a:lvl6pPr algn="l">
              <a:buNone/>
              <a:defRPr sz="3750" b="1">
                <a:solidFill>
                  <a:srgbClr val="243A50"/>
                </a:solidFill>
                <a:latin typeface="Helvetica Neue"/>
                <a:ea typeface="Helvetica Neue"/>
                <a:cs typeface="Helvetica Neue"/>
              </a:defRPr>
            </a:lvl6pPr>
            <a:lvl7pPr algn="l">
              <a:buNone/>
              <a:defRPr sz="3750" b="1">
                <a:solidFill>
                  <a:srgbClr val="243A50"/>
                </a:solidFill>
                <a:latin typeface="Helvetica Neue"/>
                <a:ea typeface="Helvetica Neue"/>
                <a:cs typeface="Helvetica Neue"/>
              </a:defRPr>
            </a:lvl7pPr>
            <a:lvl8pPr algn="l">
              <a:buNone/>
              <a:defRPr sz="3750" b="1">
                <a:solidFill>
                  <a:srgbClr val="243A50"/>
                </a:solidFill>
                <a:latin typeface="Helvetica Neue"/>
                <a:ea typeface="Helvetica Neue"/>
                <a:cs typeface="Helvetica Neue"/>
              </a:defRPr>
            </a:lvl8pPr>
            <a:lvl9pPr algn="l">
              <a:buNone/>
              <a:defRPr sz="3750" b="1">
                <a:solidFill>
                  <a:srgbClr val="243A50"/>
                </a:solidFill>
                <a:latin typeface="Helvetica Neue"/>
                <a:ea typeface="Helvetica Neue"/>
                <a:cs typeface="Helvetica Neue"/>
              </a:defRPr>
            </a:lvl9pPr>
          </a:lstStyle>
          <a:p xmlns:a="http://schemas.openxmlformats.org/drawingml/2006/main">
            <a:pPr algn="l">
              <a:buNone/>
              <a:defRPr sz="3750" b="1">
                <a:solidFill>
                  <a:srgbClr val="243A50"/>
                </a:solidFill>
                <a:latin typeface="Helvetica Neue"/>
                <a:ea typeface="Helvetica Neue"/>
                <a:cs typeface="Helvetica Neue"/>
              </a:defRPr>
            </a:pPr>
            <a:r>
              <a:rPr sz="3750" b="1">
                <a:solidFill>
                  <a:srgbClr val="243A50"/>
                </a:solidFill>
                <a:latin typeface="Helvetica Neue"/>
                <a:ea typeface="Helvetica Neue"/>
                <a:cs typeface="Helvetica Neue"/>
              </a:rPr>
              <a:t>11.58</a:t>
            </a:r>
          </a:p>
        </p:txBody>
      </p:sp>
      <p:sp>
        <p:nvSpPr>
          <p:cNvPr id="8" name="Rectangle 7">
            <a:extLst xmlns:a="http://schemas.openxmlformats.org/drawingml/2006/main">
              <a:ext uri="{FF2B5EF4-FFF2-40B4-BE49-F238E27FC236}">
                <a16:creationId xmlns:a16="http://schemas.microsoft.com/office/drawing/2014/main" id="{E940C3D7-0F9A-40AC-83DA-EAE9D01FDE5A}"/>
              </a:ext>
            </a:extLst>
          </p:cNvPr>
          <p:cNvSpPr>
            <a:spLocks xmlns:a="http://schemas.openxmlformats.org/drawingml/2006/main" noGrp="1"/>
          </p:cNvSpPr>
          <p:nvPr/>
        </p:nvSpPr>
        <p:spPr>
          <a:xfrm xmlns:a="http://schemas.openxmlformats.org/drawingml/2006/main">
            <a:off x="8953500" y="2438400"/>
            <a:ext cx="266700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a:bodyPr>
          <a:lstStyle xmlns:a="http://schemas.openxmlformats.org/drawingml/2006/main">
            <a:defPPr algn="l">
              <a:defRPr sz="1350" b="0">
                <a:solidFill>
                  <a:srgbClr val="63788A"/>
                </a:solidFill>
                <a:latin typeface="Helvetica Neue"/>
                <a:ea typeface="Helvetica Neue"/>
                <a:cs typeface="Helvetica Neue"/>
              </a:defRPr>
            </a:defPPr>
            <a:lvl1pPr algn="l">
              <a:buNone/>
              <a:defRPr sz="1350" b="0">
                <a:solidFill>
                  <a:srgbClr val="63788A"/>
                </a:solidFill>
                <a:latin typeface="Helvetica Neue"/>
                <a:ea typeface="Helvetica Neue"/>
                <a:cs typeface="Helvetica Neue"/>
              </a:defRPr>
            </a:lvl1pPr>
            <a:lvl2pPr algn="l">
              <a:buNone/>
              <a:defRPr sz="1350" b="0">
                <a:solidFill>
                  <a:srgbClr val="63788A"/>
                </a:solidFill>
                <a:latin typeface="Helvetica Neue"/>
                <a:ea typeface="Helvetica Neue"/>
                <a:cs typeface="Helvetica Neue"/>
              </a:defRPr>
            </a:lvl2pPr>
            <a:lvl3pPr algn="l">
              <a:buNone/>
              <a:defRPr sz="1350" b="0">
                <a:solidFill>
                  <a:srgbClr val="63788A"/>
                </a:solidFill>
                <a:latin typeface="Helvetica Neue"/>
                <a:ea typeface="Helvetica Neue"/>
                <a:cs typeface="Helvetica Neue"/>
              </a:defRPr>
            </a:lvl3pPr>
            <a:lvl4pPr algn="l">
              <a:buNone/>
              <a:defRPr sz="1350" b="0">
                <a:solidFill>
                  <a:srgbClr val="63788A"/>
                </a:solidFill>
                <a:latin typeface="Helvetica Neue"/>
                <a:ea typeface="Helvetica Neue"/>
                <a:cs typeface="Helvetica Neue"/>
              </a:defRPr>
            </a:lvl4pPr>
            <a:lvl5pPr algn="l">
              <a:buNone/>
              <a:defRPr sz="1350" b="0">
                <a:solidFill>
                  <a:srgbClr val="63788A"/>
                </a:solidFill>
                <a:latin typeface="Helvetica Neue"/>
                <a:ea typeface="Helvetica Neue"/>
                <a:cs typeface="Helvetica Neue"/>
              </a:defRPr>
            </a:lvl5pPr>
            <a:lvl6pPr algn="l">
              <a:buNone/>
              <a:defRPr sz="1350" b="0">
                <a:solidFill>
                  <a:srgbClr val="63788A"/>
                </a:solidFill>
                <a:latin typeface="Helvetica Neue"/>
                <a:ea typeface="Helvetica Neue"/>
                <a:cs typeface="Helvetica Neue"/>
              </a:defRPr>
            </a:lvl6pPr>
            <a:lvl7pPr algn="l">
              <a:buNone/>
              <a:defRPr sz="1350" b="0">
                <a:solidFill>
                  <a:srgbClr val="63788A"/>
                </a:solidFill>
                <a:latin typeface="Helvetica Neue"/>
                <a:ea typeface="Helvetica Neue"/>
                <a:cs typeface="Helvetica Neue"/>
              </a:defRPr>
            </a:lvl7pPr>
            <a:lvl8pPr algn="l">
              <a:buNone/>
              <a:defRPr sz="1350" b="0">
                <a:solidFill>
                  <a:srgbClr val="63788A"/>
                </a:solidFill>
                <a:latin typeface="Helvetica Neue"/>
                <a:ea typeface="Helvetica Neue"/>
                <a:cs typeface="Helvetica Neue"/>
              </a:defRPr>
            </a:lvl8pPr>
            <a:lvl9pPr algn="l">
              <a:buNone/>
              <a:defRPr sz="1350" b="0">
                <a:solidFill>
                  <a:srgbClr val="63788A"/>
                </a:solidFill>
                <a:latin typeface="Helvetica Neue"/>
                <a:ea typeface="Helvetica Neue"/>
                <a:cs typeface="Helvetica Neue"/>
              </a:defRPr>
            </a:lvl9pPr>
          </a:lstStyle>
          <a:p xmlns:a="http://schemas.openxmlformats.org/drawingml/2006/main">
            <a:pPr algn="l">
              <a:buNone/>
              <a:defRPr sz="1350" b="0">
                <a:solidFill>
                  <a:srgbClr val="63788A"/>
                </a:solidFill>
                <a:latin typeface="Helvetica Neue"/>
                <a:ea typeface="Helvetica Neue"/>
                <a:cs typeface="Helvetica Neue"/>
              </a:defRPr>
            </a:pPr>
            <a:r>
              <a:rPr sz="1350" b="0">
                <a:solidFill>
                  <a:srgbClr val="63788A"/>
                </a:solidFill>
                <a:latin typeface="Helvetica Neue"/>
                <a:ea typeface="Helvetica Neue"/>
                <a:cs typeface="Helvetica Neue"/>
              </a:rPr>
              <a:t>mean Euclidean error*</a:t>
            </a:r>
          </a:p>
        </p:txBody>
      </p:sp>
      <p:sp>
        <p:nvSpPr>
          <p:cNvPr id="9" name="Rectangle 8">
            <a:extLst xmlns:a="http://schemas.openxmlformats.org/drawingml/2006/main">
              <a:ext uri="{FF2B5EF4-FFF2-40B4-BE49-F238E27FC236}">
                <a16:creationId xmlns:a16="http://schemas.microsoft.com/office/drawing/2014/main" id="{51087569-EDD9-47AD-9D13-4C6060D9ABE2}"/>
              </a:ext>
            </a:extLst>
          </p:cNvPr>
          <p:cNvSpPr>
            <a:spLocks xmlns:a="http://schemas.openxmlformats.org/drawingml/2006/main" noGrp="1"/>
          </p:cNvSpPr>
          <p:nvPr/>
        </p:nvSpPr>
        <p:spPr>
          <a:xfrm xmlns:a="http://schemas.openxmlformats.org/drawingml/2006/main">
            <a:off x="8953500" y="3124200"/>
            <a:ext cx="266700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a:bodyPr>
          <a:lstStyle xmlns:a="http://schemas.openxmlformats.org/drawingml/2006/main">
            <a:defPPr algn="l">
              <a:defRPr sz="3750" b="1">
                <a:solidFill>
                  <a:srgbClr val="64877F"/>
                </a:solidFill>
                <a:latin typeface="Helvetica Neue"/>
                <a:ea typeface="Helvetica Neue"/>
                <a:cs typeface="Helvetica Neue"/>
              </a:defRPr>
            </a:defPPr>
            <a:lvl1pPr algn="l">
              <a:buNone/>
              <a:defRPr sz="3750" b="1">
                <a:solidFill>
                  <a:srgbClr val="64877F"/>
                </a:solidFill>
                <a:latin typeface="Helvetica Neue"/>
                <a:ea typeface="Helvetica Neue"/>
                <a:cs typeface="Helvetica Neue"/>
              </a:defRPr>
            </a:lvl1pPr>
            <a:lvl2pPr algn="l">
              <a:buNone/>
              <a:defRPr sz="3750" b="1">
                <a:solidFill>
                  <a:srgbClr val="64877F"/>
                </a:solidFill>
                <a:latin typeface="Helvetica Neue"/>
                <a:ea typeface="Helvetica Neue"/>
                <a:cs typeface="Helvetica Neue"/>
              </a:defRPr>
            </a:lvl2pPr>
            <a:lvl3pPr algn="l">
              <a:buNone/>
              <a:defRPr sz="3750" b="1">
                <a:solidFill>
                  <a:srgbClr val="64877F"/>
                </a:solidFill>
                <a:latin typeface="Helvetica Neue"/>
                <a:ea typeface="Helvetica Neue"/>
                <a:cs typeface="Helvetica Neue"/>
              </a:defRPr>
            </a:lvl3pPr>
            <a:lvl4pPr algn="l">
              <a:buNone/>
              <a:defRPr sz="3750" b="1">
                <a:solidFill>
                  <a:srgbClr val="64877F"/>
                </a:solidFill>
                <a:latin typeface="Helvetica Neue"/>
                <a:ea typeface="Helvetica Neue"/>
                <a:cs typeface="Helvetica Neue"/>
              </a:defRPr>
            </a:lvl4pPr>
            <a:lvl5pPr algn="l">
              <a:buNone/>
              <a:defRPr sz="3750" b="1">
                <a:solidFill>
                  <a:srgbClr val="64877F"/>
                </a:solidFill>
                <a:latin typeface="Helvetica Neue"/>
                <a:ea typeface="Helvetica Neue"/>
                <a:cs typeface="Helvetica Neue"/>
              </a:defRPr>
            </a:lvl5pPr>
            <a:lvl6pPr algn="l">
              <a:buNone/>
              <a:defRPr sz="3750" b="1">
                <a:solidFill>
                  <a:srgbClr val="64877F"/>
                </a:solidFill>
                <a:latin typeface="Helvetica Neue"/>
                <a:ea typeface="Helvetica Neue"/>
                <a:cs typeface="Helvetica Neue"/>
              </a:defRPr>
            </a:lvl6pPr>
            <a:lvl7pPr algn="l">
              <a:buNone/>
              <a:defRPr sz="3750" b="1">
                <a:solidFill>
                  <a:srgbClr val="64877F"/>
                </a:solidFill>
                <a:latin typeface="Helvetica Neue"/>
                <a:ea typeface="Helvetica Neue"/>
                <a:cs typeface="Helvetica Neue"/>
              </a:defRPr>
            </a:lvl7pPr>
            <a:lvl8pPr algn="l">
              <a:buNone/>
              <a:defRPr sz="3750" b="1">
                <a:solidFill>
                  <a:srgbClr val="64877F"/>
                </a:solidFill>
                <a:latin typeface="Helvetica Neue"/>
                <a:ea typeface="Helvetica Neue"/>
                <a:cs typeface="Helvetica Neue"/>
              </a:defRPr>
            </a:lvl8pPr>
            <a:lvl9pPr algn="l">
              <a:buNone/>
              <a:defRPr sz="3750" b="1">
                <a:solidFill>
                  <a:srgbClr val="64877F"/>
                </a:solidFill>
                <a:latin typeface="Helvetica Neue"/>
                <a:ea typeface="Helvetica Neue"/>
                <a:cs typeface="Helvetica Neue"/>
              </a:defRPr>
            </a:lvl9pPr>
          </a:lstStyle>
          <a:p xmlns:a="http://schemas.openxmlformats.org/drawingml/2006/main">
            <a:pPr algn="l">
              <a:buNone/>
              <a:defRPr sz="3750" b="1">
                <a:solidFill>
                  <a:srgbClr val="64877F"/>
                </a:solidFill>
                <a:latin typeface="Helvetica Neue"/>
                <a:ea typeface="Helvetica Neue"/>
                <a:cs typeface="Helvetica Neue"/>
              </a:defRPr>
            </a:pPr>
            <a:r>
              <a:rPr sz="3750" b="1">
                <a:solidFill>
                  <a:srgbClr val="64877F"/>
                </a:solidFill>
                <a:latin typeface="Helvetica Neue"/>
                <a:ea typeface="Helvetica Neue"/>
                <a:cs typeface="Helvetica Neue"/>
              </a:rPr>
              <a:t>7.49</a:t>
            </a:r>
          </a:p>
        </p:txBody>
      </p:sp>
      <p:sp>
        <p:nvSpPr>
          <p:cNvPr id="10" name="Rectangle 9">
            <a:extLst xmlns:a="http://schemas.openxmlformats.org/drawingml/2006/main">
              <a:ext uri="{FF2B5EF4-FFF2-40B4-BE49-F238E27FC236}">
                <a16:creationId xmlns:a16="http://schemas.microsoft.com/office/drawing/2014/main" id="{4EEE459D-EB5D-4D5A-A58D-747E44557AE2}"/>
              </a:ext>
            </a:extLst>
          </p:cNvPr>
          <p:cNvSpPr>
            <a:spLocks xmlns:a="http://schemas.openxmlformats.org/drawingml/2006/main" noGrp="1"/>
          </p:cNvSpPr>
          <p:nvPr/>
        </p:nvSpPr>
        <p:spPr>
          <a:xfrm xmlns:a="http://schemas.openxmlformats.org/drawingml/2006/main">
            <a:off x="8953500" y="3790950"/>
            <a:ext cx="266700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a:bodyPr>
          <a:lstStyle xmlns:a="http://schemas.openxmlformats.org/drawingml/2006/main">
            <a:defPPr algn="l">
              <a:defRPr sz="1350" b="0">
                <a:solidFill>
                  <a:srgbClr val="63788A"/>
                </a:solidFill>
                <a:latin typeface="Helvetica Neue"/>
                <a:ea typeface="Helvetica Neue"/>
                <a:cs typeface="Helvetica Neue"/>
              </a:defRPr>
            </a:defPPr>
            <a:lvl1pPr algn="l">
              <a:buNone/>
              <a:defRPr sz="1350" b="0">
                <a:solidFill>
                  <a:srgbClr val="63788A"/>
                </a:solidFill>
                <a:latin typeface="Helvetica Neue"/>
                <a:ea typeface="Helvetica Neue"/>
                <a:cs typeface="Helvetica Neue"/>
              </a:defRPr>
            </a:lvl1pPr>
            <a:lvl2pPr algn="l">
              <a:buNone/>
              <a:defRPr sz="1350" b="0">
                <a:solidFill>
                  <a:srgbClr val="63788A"/>
                </a:solidFill>
                <a:latin typeface="Helvetica Neue"/>
                <a:ea typeface="Helvetica Neue"/>
                <a:cs typeface="Helvetica Neue"/>
              </a:defRPr>
            </a:lvl2pPr>
            <a:lvl3pPr algn="l">
              <a:buNone/>
              <a:defRPr sz="1350" b="0">
                <a:solidFill>
                  <a:srgbClr val="63788A"/>
                </a:solidFill>
                <a:latin typeface="Helvetica Neue"/>
                <a:ea typeface="Helvetica Neue"/>
                <a:cs typeface="Helvetica Neue"/>
              </a:defRPr>
            </a:lvl3pPr>
            <a:lvl4pPr algn="l">
              <a:buNone/>
              <a:defRPr sz="1350" b="0">
                <a:solidFill>
                  <a:srgbClr val="63788A"/>
                </a:solidFill>
                <a:latin typeface="Helvetica Neue"/>
                <a:ea typeface="Helvetica Neue"/>
                <a:cs typeface="Helvetica Neue"/>
              </a:defRPr>
            </a:lvl4pPr>
            <a:lvl5pPr algn="l">
              <a:buNone/>
              <a:defRPr sz="1350" b="0">
                <a:solidFill>
                  <a:srgbClr val="63788A"/>
                </a:solidFill>
                <a:latin typeface="Helvetica Neue"/>
                <a:ea typeface="Helvetica Neue"/>
                <a:cs typeface="Helvetica Neue"/>
              </a:defRPr>
            </a:lvl5pPr>
            <a:lvl6pPr algn="l">
              <a:buNone/>
              <a:defRPr sz="1350" b="0">
                <a:solidFill>
                  <a:srgbClr val="63788A"/>
                </a:solidFill>
                <a:latin typeface="Helvetica Neue"/>
                <a:ea typeface="Helvetica Neue"/>
                <a:cs typeface="Helvetica Neue"/>
              </a:defRPr>
            </a:lvl6pPr>
            <a:lvl7pPr algn="l">
              <a:buNone/>
              <a:defRPr sz="1350" b="0">
                <a:solidFill>
                  <a:srgbClr val="63788A"/>
                </a:solidFill>
                <a:latin typeface="Helvetica Neue"/>
                <a:ea typeface="Helvetica Neue"/>
                <a:cs typeface="Helvetica Neue"/>
              </a:defRPr>
            </a:lvl7pPr>
            <a:lvl8pPr algn="l">
              <a:buNone/>
              <a:defRPr sz="1350" b="0">
                <a:solidFill>
                  <a:srgbClr val="63788A"/>
                </a:solidFill>
                <a:latin typeface="Helvetica Neue"/>
                <a:ea typeface="Helvetica Neue"/>
                <a:cs typeface="Helvetica Neue"/>
              </a:defRPr>
            </a:lvl8pPr>
            <a:lvl9pPr algn="l">
              <a:buNone/>
              <a:defRPr sz="1350" b="0">
                <a:solidFill>
                  <a:srgbClr val="63788A"/>
                </a:solidFill>
                <a:latin typeface="Helvetica Neue"/>
                <a:ea typeface="Helvetica Neue"/>
                <a:cs typeface="Helvetica Neue"/>
              </a:defRPr>
            </a:lvl9pPr>
          </a:lstStyle>
          <a:p xmlns:a="http://schemas.openxmlformats.org/drawingml/2006/main">
            <a:pPr algn="l">
              <a:buNone/>
              <a:defRPr sz="1350" b="0">
                <a:solidFill>
                  <a:srgbClr val="63788A"/>
                </a:solidFill>
                <a:latin typeface="Helvetica Neue"/>
                <a:ea typeface="Helvetica Neue"/>
                <a:cs typeface="Helvetica Neue"/>
              </a:defRPr>
            </a:pPr>
            <a:r>
              <a:rPr sz="1350" b="0">
                <a:solidFill>
                  <a:srgbClr val="63788A"/>
                </a:solidFill>
                <a:latin typeface="Helvetica Neue"/>
                <a:ea typeface="Helvetica Neue"/>
                <a:cs typeface="Helvetica Neue"/>
              </a:rPr>
              <a:t>median error*</a:t>
            </a:r>
          </a:p>
        </p:txBody>
      </p:sp>
      <p:sp>
        <p:nvSpPr>
          <p:cNvPr id="11" name="Rectangle 10">
            <a:extLst xmlns:a="http://schemas.openxmlformats.org/drawingml/2006/main">
              <a:ext uri="{FF2B5EF4-FFF2-40B4-BE49-F238E27FC236}">
                <a16:creationId xmlns:a16="http://schemas.microsoft.com/office/drawing/2014/main" id="{106F2199-93BF-4D41-9676-D65929B30113}"/>
              </a:ext>
            </a:extLst>
          </p:cNvPr>
          <p:cNvSpPr>
            <a:spLocks xmlns:a="http://schemas.openxmlformats.org/drawingml/2006/main" noGrp="1"/>
          </p:cNvSpPr>
          <p:nvPr/>
        </p:nvSpPr>
        <p:spPr>
          <a:xfrm xmlns:a="http://schemas.openxmlformats.org/drawingml/2006/main">
            <a:off x="8953500" y="4476750"/>
            <a:ext cx="266700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a:bodyPr>
          <a:lstStyle xmlns:a="http://schemas.openxmlformats.org/drawingml/2006/main">
            <a:defPPr algn="l">
              <a:defRPr sz="3750" b="1">
                <a:solidFill>
                  <a:srgbClr val="A76F61"/>
                </a:solidFill>
                <a:latin typeface="Helvetica Neue"/>
                <a:ea typeface="Helvetica Neue"/>
                <a:cs typeface="Helvetica Neue"/>
              </a:defRPr>
            </a:defPPr>
            <a:lvl1pPr algn="l">
              <a:buNone/>
              <a:defRPr sz="3750" b="1">
                <a:solidFill>
                  <a:srgbClr val="A76F61"/>
                </a:solidFill>
                <a:latin typeface="Helvetica Neue"/>
                <a:ea typeface="Helvetica Neue"/>
                <a:cs typeface="Helvetica Neue"/>
              </a:defRPr>
            </a:lvl1pPr>
            <a:lvl2pPr algn="l">
              <a:buNone/>
              <a:defRPr sz="3750" b="1">
                <a:solidFill>
                  <a:srgbClr val="A76F61"/>
                </a:solidFill>
                <a:latin typeface="Helvetica Neue"/>
                <a:ea typeface="Helvetica Neue"/>
                <a:cs typeface="Helvetica Neue"/>
              </a:defRPr>
            </a:lvl2pPr>
            <a:lvl3pPr algn="l">
              <a:buNone/>
              <a:defRPr sz="3750" b="1">
                <a:solidFill>
                  <a:srgbClr val="A76F61"/>
                </a:solidFill>
                <a:latin typeface="Helvetica Neue"/>
                <a:ea typeface="Helvetica Neue"/>
                <a:cs typeface="Helvetica Neue"/>
              </a:defRPr>
            </a:lvl3pPr>
            <a:lvl4pPr algn="l">
              <a:buNone/>
              <a:defRPr sz="3750" b="1">
                <a:solidFill>
                  <a:srgbClr val="A76F61"/>
                </a:solidFill>
                <a:latin typeface="Helvetica Neue"/>
                <a:ea typeface="Helvetica Neue"/>
                <a:cs typeface="Helvetica Neue"/>
              </a:defRPr>
            </a:lvl4pPr>
            <a:lvl5pPr algn="l">
              <a:buNone/>
              <a:defRPr sz="3750" b="1">
                <a:solidFill>
                  <a:srgbClr val="A76F61"/>
                </a:solidFill>
                <a:latin typeface="Helvetica Neue"/>
                <a:ea typeface="Helvetica Neue"/>
                <a:cs typeface="Helvetica Neue"/>
              </a:defRPr>
            </a:lvl5pPr>
            <a:lvl6pPr algn="l">
              <a:buNone/>
              <a:defRPr sz="3750" b="1">
                <a:solidFill>
                  <a:srgbClr val="A76F61"/>
                </a:solidFill>
                <a:latin typeface="Helvetica Neue"/>
                <a:ea typeface="Helvetica Neue"/>
                <a:cs typeface="Helvetica Neue"/>
              </a:defRPr>
            </a:lvl6pPr>
            <a:lvl7pPr algn="l">
              <a:buNone/>
              <a:defRPr sz="3750" b="1">
                <a:solidFill>
                  <a:srgbClr val="A76F61"/>
                </a:solidFill>
                <a:latin typeface="Helvetica Neue"/>
                <a:ea typeface="Helvetica Neue"/>
                <a:cs typeface="Helvetica Neue"/>
              </a:defRPr>
            </a:lvl7pPr>
            <a:lvl8pPr algn="l">
              <a:buNone/>
              <a:defRPr sz="3750" b="1">
                <a:solidFill>
                  <a:srgbClr val="A76F61"/>
                </a:solidFill>
                <a:latin typeface="Helvetica Neue"/>
                <a:ea typeface="Helvetica Neue"/>
                <a:cs typeface="Helvetica Neue"/>
              </a:defRPr>
            </a:lvl8pPr>
            <a:lvl9pPr algn="l">
              <a:buNone/>
              <a:defRPr sz="3750" b="1">
                <a:solidFill>
                  <a:srgbClr val="A76F61"/>
                </a:solidFill>
                <a:latin typeface="Helvetica Neue"/>
                <a:ea typeface="Helvetica Neue"/>
                <a:cs typeface="Helvetica Neue"/>
              </a:defRPr>
            </a:lvl9pPr>
          </a:lstStyle>
          <a:p xmlns:a="http://schemas.openxmlformats.org/drawingml/2006/main">
            <a:pPr algn="l">
              <a:buNone/>
              <a:defRPr sz="3750" b="1">
                <a:solidFill>
                  <a:srgbClr val="A76F61"/>
                </a:solidFill>
                <a:latin typeface="Helvetica Neue"/>
                <a:ea typeface="Helvetica Neue"/>
                <a:cs typeface="Helvetica Neue"/>
              </a:defRPr>
            </a:pPr>
            <a:r>
              <a:rPr sz="3750" b="1">
                <a:solidFill>
                  <a:srgbClr val="A76F61"/>
                </a:solidFill>
                <a:latin typeface="Helvetica Neue"/>
                <a:ea typeface="Helvetica Neue"/>
                <a:cs typeface="Helvetica Neue"/>
              </a:rPr>
              <a:t>36.21</a:t>
            </a:r>
          </a:p>
        </p:txBody>
      </p:sp>
      <p:sp>
        <p:nvSpPr>
          <p:cNvPr id="12" name="Rectangle 11">
            <a:extLst xmlns:a="http://schemas.openxmlformats.org/drawingml/2006/main">
              <a:ext uri="{FF2B5EF4-FFF2-40B4-BE49-F238E27FC236}">
                <a16:creationId xmlns:a16="http://schemas.microsoft.com/office/drawing/2014/main" id="{86F9E0E1-C511-4E27-974D-4F74957542AF}"/>
              </a:ext>
            </a:extLst>
          </p:cNvPr>
          <p:cNvSpPr>
            <a:spLocks xmlns:a="http://schemas.openxmlformats.org/drawingml/2006/main" noGrp="1"/>
          </p:cNvSpPr>
          <p:nvPr/>
        </p:nvSpPr>
        <p:spPr>
          <a:xfrm xmlns:a="http://schemas.openxmlformats.org/drawingml/2006/main">
            <a:off x="8953500" y="5143500"/>
            <a:ext cx="266700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a:bodyPr>
          <a:lstStyle xmlns:a="http://schemas.openxmlformats.org/drawingml/2006/main">
            <a:defPPr algn="l">
              <a:defRPr sz="1350" b="0">
                <a:solidFill>
                  <a:srgbClr val="63788A"/>
                </a:solidFill>
                <a:latin typeface="Helvetica Neue"/>
                <a:ea typeface="Helvetica Neue"/>
                <a:cs typeface="Helvetica Neue"/>
              </a:defRPr>
            </a:defPPr>
            <a:lvl1pPr algn="l">
              <a:buNone/>
              <a:defRPr sz="1350" b="0">
                <a:solidFill>
                  <a:srgbClr val="63788A"/>
                </a:solidFill>
                <a:latin typeface="Helvetica Neue"/>
                <a:ea typeface="Helvetica Neue"/>
                <a:cs typeface="Helvetica Neue"/>
              </a:defRPr>
            </a:lvl1pPr>
            <a:lvl2pPr algn="l">
              <a:buNone/>
              <a:defRPr sz="1350" b="0">
                <a:solidFill>
                  <a:srgbClr val="63788A"/>
                </a:solidFill>
                <a:latin typeface="Helvetica Neue"/>
                <a:ea typeface="Helvetica Neue"/>
                <a:cs typeface="Helvetica Neue"/>
              </a:defRPr>
            </a:lvl2pPr>
            <a:lvl3pPr algn="l">
              <a:buNone/>
              <a:defRPr sz="1350" b="0">
                <a:solidFill>
                  <a:srgbClr val="63788A"/>
                </a:solidFill>
                <a:latin typeface="Helvetica Neue"/>
                <a:ea typeface="Helvetica Neue"/>
                <a:cs typeface="Helvetica Neue"/>
              </a:defRPr>
            </a:lvl3pPr>
            <a:lvl4pPr algn="l">
              <a:buNone/>
              <a:defRPr sz="1350" b="0">
                <a:solidFill>
                  <a:srgbClr val="63788A"/>
                </a:solidFill>
                <a:latin typeface="Helvetica Neue"/>
                <a:ea typeface="Helvetica Neue"/>
                <a:cs typeface="Helvetica Neue"/>
              </a:defRPr>
            </a:lvl4pPr>
            <a:lvl5pPr algn="l">
              <a:buNone/>
              <a:defRPr sz="1350" b="0">
                <a:solidFill>
                  <a:srgbClr val="63788A"/>
                </a:solidFill>
                <a:latin typeface="Helvetica Neue"/>
                <a:ea typeface="Helvetica Neue"/>
                <a:cs typeface="Helvetica Neue"/>
              </a:defRPr>
            </a:lvl5pPr>
            <a:lvl6pPr algn="l">
              <a:buNone/>
              <a:defRPr sz="1350" b="0">
                <a:solidFill>
                  <a:srgbClr val="63788A"/>
                </a:solidFill>
                <a:latin typeface="Helvetica Neue"/>
                <a:ea typeface="Helvetica Neue"/>
                <a:cs typeface="Helvetica Neue"/>
              </a:defRPr>
            </a:lvl6pPr>
            <a:lvl7pPr algn="l">
              <a:buNone/>
              <a:defRPr sz="1350" b="0">
                <a:solidFill>
                  <a:srgbClr val="63788A"/>
                </a:solidFill>
                <a:latin typeface="Helvetica Neue"/>
                <a:ea typeface="Helvetica Neue"/>
                <a:cs typeface="Helvetica Neue"/>
              </a:defRPr>
            </a:lvl7pPr>
            <a:lvl8pPr algn="l">
              <a:buNone/>
              <a:defRPr sz="1350" b="0">
                <a:solidFill>
                  <a:srgbClr val="63788A"/>
                </a:solidFill>
                <a:latin typeface="Helvetica Neue"/>
                <a:ea typeface="Helvetica Neue"/>
                <a:cs typeface="Helvetica Neue"/>
              </a:defRPr>
            </a:lvl8pPr>
            <a:lvl9pPr algn="l">
              <a:buNone/>
              <a:defRPr sz="1350" b="0">
                <a:solidFill>
                  <a:srgbClr val="63788A"/>
                </a:solidFill>
                <a:latin typeface="Helvetica Neue"/>
                <a:ea typeface="Helvetica Neue"/>
                <a:cs typeface="Helvetica Neue"/>
              </a:defRPr>
            </a:lvl9pPr>
          </a:lstStyle>
          <a:p xmlns:a="http://schemas.openxmlformats.org/drawingml/2006/main">
            <a:pPr algn="l">
              <a:buNone/>
              <a:defRPr sz="1350" b="0">
                <a:solidFill>
                  <a:srgbClr val="63788A"/>
                </a:solidFill>
                <a:latin typeface="Helvetica Neue"/>
                <a:ea typeface="Helvetica Neue"/>
                <a:cs typeface="Helvetica Neue"/>
              </a:defRPr>
            </a:pPr>
            <a:r>
              <a:rPr sz="1350" b="0">
                <a:solidFill>
                  <a:srgbClr val="63788A"/>
                </a:solidFill>
                <a:latin typeface="Helvetica Neue"/>
                <a:ea typeface="Helvetica Neue"/>
                <a:cs typeface="Helvetica Neue"/>
              </a:rPr>
              <a:t>95th percentile*</a:t>
            </a:r>
          </a:p>
        </p:txBody>
      </p:sp>
      <p:sp>
        <p:nvSpPr>
          <p:cNvPr id="13" name="Rectangle 12">
            <a:extLst xmlns:a="http://schemas.openxmlformats.org/drawingml/2006/main">
              <a:ext uri="{FF2B5EF4-FFF2-40B4-BE49-F238E27FC236}">
                <a16:creationId xmlns:a16="http://schemas.microsoft.com/office/drawing/2014/main" id="{0BFB07A3-4F5F-45CE-B632-82B6A9A336E3}"/>
              </a:ext>
            </a:extLst>
          </p:cNvPr>
          <p:cNvSpPr>
            <a:spLocks xmlns:a="http://schemas.openxmlformats.org/drawingml/2006/main" noGrp="1"/>
          </p:cNvSpPr>
          <p:nvPr/>
        </p:nvSpPr>
        <p:spPr>
          <a:xfrm xmlns:a="http://schemas.openxmlformats.org/drawingml/2006/main">
            <a:off x="8972550" y="5619750"/>
            <a:ext cx="247650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a:bodyPr>
          <a:lstStyle xmlns:a="http://schemas.openxmlformats.org/drawingml/2006/main">
            <a:defPPr algn="l">
              <a:defRPr sz="1050" b="0">
                <a:solidFill>
                  <a:srgbClr val="63788A"/>
                </a:solidFill>
                <a:latin typeface="Helvetica Neue"/>
                <a:ea typeface="Helvetica Neue"/>
                <a:cs typeface="Helvetica Neue"/>
              </a:defRPr>
            </a:defPPr>
            <a:lvl1pPr algn="l">
              <a:buNone/>
              <a:defRPr sz="1050" b="0">
                <a:solidFill>
                  <a:srgbClr val="63788A"/>
                </a:solidFill>
                <a:latin typeface="Helvetica Neue"/>
                <a:ea typeface="Helvetica Neue"/>
                <a:cs typeface="Helvetica Neue"/>
              </a:defRPr>
            </a:lvl1pPr>
            <a:lvl2pPr algn="l">
              <a:buNone/>
              <a:defRPr sz="1050" b="0">
                <a:solidFill>
                  <a:srgbClr val="63788A"/>
                </a:solidFill>
                <a:latin typeface="Helvetica Neue"/>
                <a:ea typeface="Helvetica Neue"/>
                <a:cs typeface="Helvetica Neue"/>
              </a:defRPr>
            </a:lvl2pPr>
            <a:lvl3pPr algn="l">
              <a:buNone/>
              <a:defRPr sz="1050" b="0">
                <a:solidFill>
                  <a:srgbClr val="63788A"/>
                </a:solidFill>
                <a:latin typeface="Helvetica Neue"/>
                <a:ea typeface="Helvetica Neue"/>
                <a:cs typeface="Helvetica Neue"/>
              </a:defRPr>
            </a:lvl3pPr>
            <a:lvl4pPr algn="l">
              <a:buNone/>
              <a:defRPr sz="1050" b="0">
                <a:solidFill>
                  <a:srgbClr val="63788A"/>
                </a:solidFill>
                <a:latin typeface="Helvetica Neue"/>
                <a:ea typeface="Helvetica Neue"/>
                <a:cs typeface="Helvetica Neue"/>
              </a:defRPr>
            </a:lvl4pPr>
            <a:lvl5pPr algn="l">
              <a:buNone/>
              <a:defRPr sz="1050" b="0">
                <a:solidFill>
                  <a:srgbClr val="63788A"/>
                </a:solidFill>
                <a:latin typeface="Helvetica Neue"/>
                <a:ea typeface="Helvetica Neue"/>
                <a:cs typeface="Helvetica Neue"/>
              </a:defRPr>
            </a:lvl5pPr>
            <a:lvl6pPr algn="l">
              <a:buNone/>
              <a:defRPr sz="1050" b="0">
                <a:solidFill>
                  <a:srgbClr val="63788A"/>
                </a:solidFill>
                <a:latin typeface="Helvetica Neue"/>
                <a:ea typeface="Helvetica Neue"/>
                <a:cs typeface="Helvetica Neue"/>
              </a:defRPr>
            </a:lvl6pPr>
            <a:lvl7pPr algn="l">
              <a:buNone/>
              <a:defRPr sz="1050" b="0">
                <a:solidFill>
                  <a:srgbClr val="63788A"/>
                </a:solidFill>
                <a:latin typeface="Helvetica Neue"/>
                <a:ea typeface="Helvetica Neue"/>
                <a:cs typeface="Helvetica Neue"/>
              </a:defRPr>
            </a:lvl7pPr>
            <a:lvl8pPr algn="l">
              <a:buNone/>
              <a:defRPr sz="1050" b="0">
                <a:solidFill>
                  <a:srgbClr val="63788A"/>
                </a:solidFill>
                <a:latin typeface="Helvetica Neue"/>
                <a:ea typeface="Helvetica Neue"/>
                <a:cs typeface="Helvetica Neue"/>
              </a:defRPr>
            </a:lvl8pPr>
            <a:lvl9pPr algn="l">
              <a:buNone/>
              <a:defRPr sz="1050" b="0">
                <a:solidFill>
                  <a:srgbClr val="63788A"/>
                </a:solidFill>
                <a:latin typeface="Helvetica Neue"/>
                <a:ea typeface="Helvetica Neue"/>
                <a:cs typeface="Helvetica Neue"/>
              </a:defRPr>
            </a:lvl9pPr>
          </a:lstStyle>
          <a:p xmlns:a="http://schemas.openxmlformats.org/drawingml/2006/main">
            <a:pPr algn="l">
              <a:buNone/>
              <a:defRPr sz="1050" b="0">
                <a:solidFill>
                  <a:srgbClr val="63788A"/>
                </a:solidFill>
                <a:latin typeface="Helvetica Neue"/>
                <a:ea typeface="Helvetica Neue"/>
                <a:cs typeface="Helvetica Neue"/>
              </a:defRPr>
            </a:pPr>
            <a:r>
              <a:rPr sz="1050" b="0">
                <a:solidFill>
                  <a:srgbClr val="63788A"/>
                </a:solidFill>
                <a:latin typeface="Helvetica Neue"/>
                <a:ea typeface="Helvetica Neue"/>
                <a:cs typeface="Helvetica Neue"/>
              </a:rPr>
              <a:t>*reported coordinate units</a:t>
            </a:r>
          </a:p>
        </p:txBody>
      </p:sp>
    </p:spTree>
    <p:extLst>
      <p:ext uri="{BB962C8B-B14F-4D97-AF65-F5344CB8AC3E}">
        <p14:creationId xmlns:p14="http://schemas.microsoft.com/office/powerpoint/2010/main" val="337341544"/>
      </p:ext>
    </p:extLst>
  </p:cSld>
</p:sld>
</file>

<file path=ppt/slides/slide17.xml><?xml version="1.0" encoding="utf-8"?>
<p:sld xmlns:p="http://schemas.openxmlformats.org/presentationml/2006/main">
  <p:cSld>
    <p:bg>
      <p:bgPr>
        <a:solidFill xmlns:a="http://schemas.openxmlformats.org/drawingml/2006/main">
          <a:srgbClr val="FAF9F6"/>
        </a:solidFill>
      </p:bgPr>
    </p:bg>
    <p:spTree>
      <p:nvGrpSpPr>
        <p:cNvPr id="1" name=""/>
        <p:cNvGrpSpPr/>
        <p:nvPr/>
      </p:nvGrpSpPr>
      <p:grpSpPr>
        <a:xfrm xmlns:a="http://schemas.openxmlformats.org/drawingml/2006/main"/>
      </p:grpSpPr>
      <p:sp>
        <p:nvSpPr>
          <p:cNvPr id="23" name="Rectangle 22">
            <a:extLst xmlns:a="http://schemas.openxmlformats.org/drawingml/2006/main">
              <a:ext uri="{FF2B5EF4-FFF2-40B4-BE49-F238E27FC236}">
                <a16:creationId xmlns:a16="http://schemas.microsoft.com/office/drawing/2014/main" id="{3D9449B1-509C-4642-BAA1-CA9E5B35E3CC}"/>
              </a:ext>
            </a:extLst>
          </p:cNvPr>
          <p:cNvSpPr>
            <a:spLocks xmlns:a="http://schemas.openxmlformats.org/drawingml/2006/main" noGrp="1"/>
          </p:cNvSpPr>
          <p:nvPr/>
        </p:nvSpPr>
        <p:spPr>
          <a:xfrm xmlns:a="http://schemas.openxmlformats.org/drawingml/2006/main">
            <a:off x="0" y="0"/>
            <a:ext cx="12192000" cy="104775"/>
          </a:xfrm>
          <a:prstGeom xmlns:a="http://schemas.openxmlformats.org/drawingml/2006/main" prst="rect">
            <a:avLst/>
          </a:prstGeom>
          <a:solidFill xmlns:a="http://schemas.openxmlformats.org/drawingml/2006/main">
            <a:srgbClr val="C7DBD1"/>
          </a:solidFill>
          <a:ln xmlns:a="http://schemas.openxmlformats.org/drawingml/2006/main" w="0">
            <a:noFill/>
            <a:prstDash val="solid"/>
          </a:ln>
        </p:spPr>
      </p:sp>
      <p:sp>
        <p:nvSpPr>
          <p:cNvPr id="2" name="Rectangle 1">
            <a:extLst xmlns:a="http://schemas.openxmlformats.org/drawingml/2006/main">
              <a:ext uri="{FF2B5EF4-FFF2-40B4-BE49-F238E27FC236}">
                <a16:creationId xmlns:a16="http://schemas.microsoft.com/office/drawing/2014/main" id="{1F6CB7FC-7582-4BDA-8524-4779698864C2}"/>
              </a:ext>
            </a:extLst>
          </p:cNvPr>
          <p:cNvSpPr>
            <a:spLocks xmlns:a="http://schemas.openxmlformats.org/drawingml/2006/main" noGrp="1"/>
          </p:cNvSpPr>
          <p:nvPr/>
        </p:nvSpPr>
        <p:spPr>
          <a:xfrm xmlns:a="http://schemas.openxmlformats.org/drawingml/2006/main">
            <a:off x="609600" y="371475"/>
            <a:ext cx="1097280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a:bodyPr>
          <a:lstStyle xmlns:a="http://schemas.openxmlformats.org/drawingml/2006/main">
            <a:defPPr algn="l">
              <a:defRPr sz="2625" b="1">
                <a:solidFill>
                  <a:srgbClr val="243A50"/>
                </a:solidFill>
                <a:latin typeface="Helvetica Neue"/>
                <a:ea typeface="Helvetica Neue"/>
                <a:cs typeface="Helvetica Neue"/>
              </a:defRPr>
            </a:defPPr>
            <a:lvl1pPr algn="l">
              <a:buNone/>
              <a:defRPr sz="2625" b="1">
                <a:solidFill>
                  <a:srgbClr val="243A50"/>
                </a:solidFill>
                <a:latin typeface="Helvetica Neue"/>
                <a:ea typeface="Helvetica Neue"/>
                <a:cs typeface="Helvetica Neue"/>
              </a:defRPr>
            </a:lvl1pPr>
            <a:lvl2pPr algn="l">
              <a:buNone/>
              <a:defRPr sz="2625" b="1">
                <a:solidFill>
                  <a:srgbClr val="243A50"/>
                </a:solidFill>
                <a:latin typeface="Helvetica Neue"/>
                <a:ea typeface="Helvetica Neue"/>
                <a:cs typeface="Helvetica Neue"/>
              </a:defRPr>
            </a:lvl2pPr>
            <a:lvl3pPr algn="l">
              <a:buNone/>
              <a:defRPr sz="2625" b="1">
                <a:solidFill>
                  <a:srgbClr val="243A50"/>
                </a:solidFill>
                <a:latin typeface="Helvetica Neue"/>
                <a:ea typeface="Helvetica Neue"/>
                <a:cs typeface="Helvetica Neue"/>
              </a:defRPr>
            </a:lvl3pPr>
            <a:lvl4pPr algn="l">
              <a:buNone/>
              <a:defRPr sz="2625" b="1">
                <a:solidFill>
                  <a:srgbClr val="243A50"/>
                </a:solidFill>
                <a:latin typeface="Helvetica Neue"/>
                <a:ea typeface="Helvetica Neue"/>
                <a:cs typeface="Helvetica Neue"/>
              </a:defRPr>
            </a:lvl4pPr>
            <a:lvl5pPr algn="l">
              <a:buNone/>
              <a:defRPr sz="2625" b="1">
                <a:solidFill>
                  <a:srgbClr val="243A50"/>
                </a:solidFill>
                <a:latin typeface="Helvetica Neue"/>
                <a:ea typeface="Helvetica Neue"/>
                <a:cs typeface="Helvetica Neue"/>
              </a:defRPr>
            </a:lvl5pPr>
            <a:lvl6pPr algn="l">
              <a:buNone/>
              <a:defRPr sz="2625" b="1">
                <a:solidFill>
                  <a:srgbClr val="243A50"/>
                </a:solidFill>
                <a:latin typeface="Helvetica Neue"/>
                <a:ea typeface="Helvetica Neue"/>
                <a:cs typeface="Helvetica Neue"/>
              </a:defRPr>
            </a:lvl6pPr>
            <a:lvl7pPr algn="l">
              <a:buNone/>
              <a:defRPr sz="2625" b="1">
                <a:solidFill>
                  <a:srgbClr val="243A50"/>
                </a:solidFill>
                <a:latin typeface="Helvetica Neue"/>
                <a:ea typeface="Helvetica Neue"/>
                <a:cs typeface="Helvetica Neue"/>
              </a:defRPr>
            </a:lvl7pPr>
            <a:lvl8pPr algn="l">
              <a:buNone/>
              <a:defRPr sz="2625" b="1">
                <a:solidFill>
                  <a:srgbClr val="243A50"/>
                </a:solidFill>
                <a:latin typeface="Helvetica Neue"/>
                <a:ea typeface="Helvetica Neue"/>
                <a:cs typeface="Helvetica Neue"/>
              </a:defRPr>
            </a:lvl8pPr>
            <a:lvl9pPr algn="l">
              <a:buNone/>
              <a:defRPr sz="2625" b="1">
                <a:solidFill>
                  <a:srgbClr val="243A50"/>
                </a:solidFill>
                <a:latin typeface="Helvetica Neue"/>
                <a:ea typeface="Helvetica Neue"/>
                <a:cs typeface="Helvetica Neue"/>
              </a:defRPr>
            </a:lvl9pPr>
          </a:lstStyle>
          <a:p xmlns:a="http://schemas.openxmlformats.org/drawingml/2006/main">
            <a:pPr algn="l">
              <a:buNone/>
              <a:defRPr sz="2625" b="1">
                <a:solidFill>
                  <a:srgbClr val="243A50"/>
                </a:solidFill>
                <a:latin typeface="Helvetica Neue"/>
                <a:ea typeface="Helvetica Neue"/>
                <a:cs typeface="Helvetica Neue"/>
              </a:defRPr>
            </a:pPr>
            <a:r>
              <a:rPr sz="2625" b="1">
                <a:solidFill>
                  <a:srgbClr val="243A50"/>
                </a:solidFill>
                <a:latin typeface="Helvetica Neue"/>
                <a:ea typeface="Helvetica Neue"/>
                <a:cs typeface="Helvetica Neue"/>
              </a:rPr>
              <a:t>Workstream 5 · Integration pipeline</a:t>
            </a:r>
          </a:p>
        </p:txBody>
      </p:sp>
      <p:sp>
        <p:nvSpPr>
          <p:cNvPr id="3" name="Rectangle 2">
            <a:extLst xmlns:a="http://schemas.openxmlformats.org/drawingml/2006/main">
              <a:ext uri="{FF2B5EF4-FFF2-40B4-BE49-F238E27FC236}">
                <a16:creationId xmlns:a16="http://schemas.microsoft.com/office/drawing/2014/main" id="{BC3807F6-457B-46B9-8EF6-829681C2DCBF}"/>
              </a:ext>
            </a:extLst>
          </p:cNvPr>
          <p:cNvSpPr>
            <a:spLocks xmlns:a="http://schemas.openxmlformats.org/drawingml/2006/main" noGrp="1"/>
          </p:cNvSpPr>
          <p:nvPr/>
        </p:nvSpPr>
        <p:spPr>
          <a:xfrm xmlns:a="http://schemas.openxmlformats.org/drawingml/2006/main">
            <a:off x="628650" y="904875"/>
            <a:ext cx="108394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a:bodyPr>
          <a:lstStyle xmlns:a="http://schemas.openxmlformats.org/drawingml/2006/main">
            <a:defPPr algn="l">
              <a:defRPr sz="1350" b="0">
                <a:solidFill>
                  <a:srgbClr val="63788A"/>
                </a:solidFill>
                <a:latin typeface="Helvetica Neue"/>
                <a:ea typeface="Helvetica Neue"/>
                <a:cs typeface="Helvetica Neue"/>
              </a:defRPr>
            </a:defPPr>
            <a:lvl1pPr algn="l">
              <a:buNone/>
              <a:defRPr sz="1350" b="0">
                <a:solidFill>
                  <a:srgbClr val="63788A"/>
                </a:solidFill>
                <a:latin typeface="Helvetica Neue"/>
                <a:ea typeface="Helvetica Neue"/>
                <a:cs typeface="Helvetica Neue"/>
              </a:defRPr>
            </a:lvl1pPr>
            <a:lvl2pPr algn="l">
              <a:buNone/>
              <a:defRPr sz="1350" b="0">
                <a:solidFill>
                  <a:srgbClr val="63788A"/>
                </a:solidFill>
                <a:latin typeface="Helvetica Neue"/>
                <a:ea typeface="Helvetica Neue"/>
                <a:cs typeface="Helvetica Neue"/>
              </a:defRPr>
            </a:lvl2pPr>
            <a:lvl3pPr algn="l">
              <a:buNone/>
              <a:defRPr sz="1350" b="0">
                <a:solidFill>
                  <a:srgbClr val="63788A"/>
                </a:solidFill>
                <a:latin typeface="Helvetica Neue"/>
                <a:ea typeface="Helvetica Neue"/>
                <a:cs typeface="Helvetica Neue"/>
              </a:defRPr>
            </a:lvl3pPr>
            <a:lvl4pPr algn="l">
              <a:buNone/>
              <a:defRPr sz="1350" b="0">
                <a:solidFill>
                  <a:srgbClr val="63788A"/>
                </a:solidFill>
                <a:latin typeface="Helvetica Neue"/>
                <a:ea typeface="Helvetica Neue"/>
                <a:cs typeface="Helvetica Neue"/>
              </a:defRPr>
            </a:lvl4pPr>
            <a:lvl5pPr algn="l">
              <a:buNone/>
              <a:defRPr sz="1350" b="0">
                <a:solidFill>
                  <a:srgbClr val="63788A"/>
                </a:solidFill>
                <a:latin typeface="Helvetica Neue"/>
                <a:ea typeface="Helvetica Neue"/>
                <a:cs typeface="Helvetica Neue"/>
              </a:defRPr>
            </a:lvl5pPr>
            <a:lvl6pPr algn="l">
              <a:buNone/>
              <a:defRPr sz="1350" b="0">
                <a:solidFill>
                  <a:srgbClr val="63788A"/>
                </a:solidFill>
                <a:latin typeface="Helvetica Neue"/>
                <a:ea typeface="Helvetica Neue"/>
                <a:cs typeface="Helvetica Neue"/>
              </a:defRPr>
            </a:lvl6pPr>
            <a:lvl7pPr algn="l">
              <a:buNone/>
              <a:defRPr sz="1350" b="0">
                <a:solidFill>
                  <a:srgbClr val="63788A"/>
                </a:solidFill>
                <a:latin typeface="Helvetica Neue"/>
                <a:ea typeface="Helvetica Neue"/>
                <a:cs typeface="Helvetica Neue"/>
              </a:defRPr>
            </a:lvl7pPr>
            <a:lvl8pPr algn="l">
              <a:buNone/>
              <a:defRPr sz="1350" b="0">
                <a:solidFill>
                  <a:srgbClr val="63788A"/>
                </a:solidFill>
                <a:latin typeface="Helvetica Neue"/>
                <a:ea typeface="Helvetica Neue"/>
                <a:cs typeface="Helvetica Neue"/>
              </a:defRPr>
            </a:lvl8pPr>
            <a:lvl9pPr algn="l">
              <a:buNone/>
              <a:defRPr sz="1350" b="0">
                <a:solidFill>
                  <a:srgbClr val="63788A"/>
                </a:solidFill>
                <a:latin typeface="Helvetica Neue"/>
                <a:ea typeface="Helvetica Neue"/>
                <a:cs typeface="Helvetica Neue"/>
              </a:defRPr>
            </a:lvl9pPr>
          </a:lstStyle>
          <a:p xmlns:a="http://schemas.openxmlformats.org/drawingml/2006/main">
            <a:pPr algn="l">
              <a:buNone/>
              <a:defRPr sz="1350" b="0">
                <a:solidFill>
                  <a:srgbClr val="63788A"/>
                </a:solidFill>
                <a:latin typeface="Helvetica Neue"/>
                <a:ea typeface="Helvetica Neue"/>
                <a:cs typeface="Helvetica Neue"/>
              </a:defRPr>
            </a:pPr>
            <a:r>
              <a:rPr sz="1350" b="0">
                <a:solidFill>
                  <a:srgbClr val="63788A"/>
                </a:solidFill>
                <a:latin typeface="Helvetica Neue"/>
                <a:ea typeface="Helvetica Neue"/>
                <a:cs typeface="Helvetica Neue"/>
              </a:rPr>
              <a:t>Join predictions by partition and row ID before measuring joint outcomes.</a:t>
            </a:r>
          </a:p>
        </p:txBody>
      </p:sp>
      <p:sp>
        <p:nvSpPr>
          <p:cNvPr id="4" name="Straight Connector 3">
            <a:extLst xmlns:a="http://schemas.openxmlformats.org/drawingml/2006/main">
              <a:ext uri="{FF2B5EF4-FFF2-40B4-BE49-F238E27FC236}">
                <a16:creationId xmlns:a16="http://schemas.microsoft.com/office/drawing/2014/main" id="{2A274C5A-1B16-4CB0-AC9F-2697C9A2BF52}"/>
              </a:ext>
            </a:extLst>
          </p:cNvPr>
          <p:cNvSpPr>
            <a:spLocks xmlns:a="http://schemas.openxmlformats.org/drawingml/2006/main" noGrp="1"/>
          </p:cNvSpPr>
          <p:nvPr/>
        </p:nvSpPr>
        <p:spPr>
          <a:xfrm xmlns:a="http://schemas.openxmlformats.org/drawingml/2006/main">
            <a:off x="609600" y="6381750"/>
            <a:ext cx="10972800" cy="0"/>
          </a:xfrm>
          <a:prstGeom xmlns:a="http://schemas.openxmlformats.org/drawingml/2006/main" prst="line">
            <a:avLst/>
          </a:prstGeom>
          <a:noFill xmlns:a="http://schemas.openxmlformats.org/drawingml/2006/main"/>
          <a:ln xmlns:a="http://schemas.openxmlformats.org/drawingml/2006/main" w="9525">
            <a:solidFill>
              <a:srgbClr val="CBD5DA"/>
            </a:solidFill>
            <a:prstDash val="solid"/>
          </a:ln>
        </p:spPr>
      </p:sp>
      <p:sp>
        <p:nvSpPr>
          <p:cNvPr id="5" name="Rectangle 4">
            <a:extLst xmlns:a="http://schemas.openxmlformats.org/drawingml/2006/main">
              <a:ext uri="{FF2B5EF4-FFF2-40B4-BE49-F238E27FC236}">
                <a16:creationId xmlns:a16="http://schemas.microsoft.com/office/drawing/2014/main" id="{644FC45E-08F6-480C-8596-ACDF191CAC95}"/>
              </a:ext>
            </a:extLst>
          </p:cNvPr>
          <p:cNvSpPr>
            <a:spLocks xmlns:a="http://schemas.openxmlformats.org/drawingml/2006/main" noGrp="1"/>
          </p:cNvSpPr>
          <p:nvPr/>
        </p:nvSpPr>
        <p:spPr>
          <a:xfrm xmlns:a="http://schemas.openxmlformats.org/drawingml/2006/main">
            <a:off x="609600" y="6477000"/>
            <a:ext cx="109728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a:bodyPr>
          <a:lstStyle xmlns:a="http://schemas.openxmlformats.org/drawingml/2006/main">
            <a:defPPr algn="r">
              <a:defRPr sz="900" b="0">
                <a:solidFill>
                  <a:srgbClr val="63788A"/>
                </a:solidFill>
                <a:latin typeface="Helvetica Neue"/>
                <a:ea typeface="Helvetica Neue"/>
                <a:cs typeface="Helvetica Neue"/>
              </a:defRPr>
            </a:defPPr>
            <a:lvl1pPr algn="r">
              <a:buNone/>
              <a:defRPr sz="900" b="0">
                <a:solidFill>
                  <a:srgbClr val="63788A"/>
                </a:solidFill>
                <a:latin typeface="Helvetica Neue"/>
                <a:ea typeface="Helvetica Neue"/>
                <a:cs typeface="Helvetica Neue"/>
              </a:defRPr>
            </a:lvl1pPr>
            <a:lvl2pPr algn="r">
              <a:buNone/>
              <a:defRPr sz="900" b="0">
                <a:solidFill>
                  <a:srgbClr val="63788A"/>
                </a:solidFill>
                <a:latin typeface="Helvetica Neue"/>
                <a:ea typeface="Helvetica Neue"/>
                <a:cs typeface="Helvetica Neue"/>
              </a:defRPr>
            </a:lvl2pPr>
            <a:lvl3pPr algn="r">
              <a:buNone/>
              <a:defRPr sz="900" b="0">
                <a:solidFill>
                  <a:srgbClr val="63788A"/>
                </a:solidFill>
                <a:latin typeface="Helvetica Neue"/>
                <a:ea typeface="Helvetica Neue"/>
                <a:cs typeface="Helvetica Neue"/>
              </a:defRPr>
            </a:lvl3pPr>
            <a:lvl4pPr algn="r">
              <a:buNone/>
              <a:defRPr sz="900" b="0">
                <a:solidFill>
                  <a:srgbClr val="63788A"/>
                </a:solidFill>
                <a:latin typeface="Helvetica Neue"/>
                <a:ea typeface="Helvetica Neue"/>
                <a:cs typeface="Helvetica Neue"/>
              </a:defRPr>
            </a:lvl4pPr>
            <a:lvl5pPr algn="r">
              <a:buNone/>
              <a:defRPr sz="900" b="0">
                <a:solidFill>
                  <a:srgbClr val="63788A"/>
                </a:solidFill>
                <a:latin typeface="Helvetica Neue"/>
                <a:ea typeface="Helvetica Neue"/>
                <a:cs typeface="Helvetica Neue"/>
              </a:defRPr>
            </a:lvl5pPr>
            <a:lvl6pPr algn="r">
              <a:buNone/>
              <a:defRPr sz="900" b="0">
                <a:solidFill>
                  <a:srgbClr val="63788A"/>
                </a:solidFill>
                <a:latin typeface="Helvetica Neue"/>
                <a:ea typeface="Helvetica Neue"/>
                <a:cs typeface="Helvetica Neue"/>
              </a:defRPr>
            </a:lvl6pPr>
            <a:lvl7pPr algn="r">
              <a:buNone/>
              <a:defRPr sz="900" b="0">
                <a:solidFill>
                  <a:srgbClr val="63788A"/>
                </a:solidFill>
                <a:latin typeface="Helvetica Neue"/>
                <a:ea typeface="Helvetica Neue"/>
                <a:cs typeface="Helvetica Neue"/>
              </a:defRPr>
            </a:lvl7pPr>
            <a:lvl8pPr algn="r">
              <a:buNone/>
              <a:defRPr sz="900" b="0">
                <a:solidFill>
                  <a:srgbClr val="63788A"/>
                </a:solidFill>
                <a:latin typeface="Helvetica Neue"/>
                <a:ea typeface="Helvetica Neue"/>
                <a:cs typeface="Helvetica Neue"/>
              </a:defRPr>
            </a:lvl8pPr>
            <a:lvl9pPr algn="r">
              <a:buNone/>
              <a:defRPr sz="900" b="0">
                <a:solidFill>
                  <a:srgbClr val="63788A"/>
                </a:solidFill>
                <a:latin typeface="Helvetica Neue"/>
                <a:ea typeface="Helvetica Neue"/>
                <a:cs typeface="Helvetica Neue"/>
              </a:defRPr>
            </a:lvl9pPr>
          </a:lstStyle>
          <a:p xmlns:a="http://schemas.openxmlformats.org/drawingml/2006/main">
            <a:pPr algn="r">
              <a:buNone/>
              <a:defRPr sz="900" b="0">
                <a:solidFill>
                  <a:srgbClr val="63788A"/>
                </a:solidFill>
                <a:latin typeface="Helvetica Neue"/>
                <a:ea typeface="Helvetica Neue"/>
                <a:cs typeface="Helvetica Neue"/>
              </a:defRPr>
            </a:pPr>
            <a:r>
              <a:rPr sz="900" b="0">
                <a:solidFill>
                  <a:srgbClr val="63788A"/>
                </a:solidFill>
                <a:latin typeface="Helvetica Neue"/>
                <a:ea typeface="Helvetica Neue"/>
                <a:cs typeface="Helvetica Neue"/>
              </a:rPr>
              <a:t>PROJECT 9  •  AML VIVA  •  17</a:t>
            </a:r>
          </a:p>
        </p:txBody>
      </p:sp>
      <p:sp>
        <p:nvSpPr>
          <p:cNvPr id="6" name="Rounded Rectangle 5">
            <a:extLst xmlns:a="http://schemas.openxmlformats.org/drawingml/2006/main">
              <a:ext uri="{FF2B5EF4-FFF2-40B4-BE49-F238E27FC236}">
                <a16:creationId xmlns:a16="http://schemas.microsoft.com/office/drawing/2014/main" id="{343C9BE3-51B4-4BF8-B662-3EE714CDBB29}"/>
              </a:ext>
            </a:extLst>
          </p:cNvPr>
          <p:cNvSpPr>
            <a:spLocks xmlns:a="http://schemas.openxmlformats.org/drawingml/2006/main" noGrp="1"/>
          </p:cNvSpPr>
          <p:nvPr/>
        </p:nvSpPr>
        <p:spPr>
          <a:xfrm xmlns:a="http://schemas.openxmlformats.org/drawingml/2006/main">
            <a:off x="514350" y="1952625"/>
            <a:ext cx="2047875" cy="1571625"/>
          </a:xfrm>
          <a:prstGeom xmlns:a="http://schemas.openxmlformats.org/drawingml/2006/main" prst="roundRect">
            <a:avLst>
              <a:gd name="adj" fmla="val 4848"/>
            </a:avLst>
          </a:prstGeom>
          <a:solidFill xmlns:a="http://schemas.openxmlformats.org/drawingml/2006/main">
            <a:srgbClr val="E8EFF4"/>
          </a:solidFill>
          <a:ln xmlns:a="http://schemas.openxmlformats.org/drawingml/2006/main" w="9525">
            <a:solidFill>
              <a:srgbClr val="CBD5DA"/>
            </a:solidFill>
            <a:prstDash val="solid"/>
          </a:ln>
        </p:spPr>
      </p:sp>
      <p:sp>
        <p:nvSpPr>
          <p:cNvPr id="7" name="Rectangle 6">
            <a:extLst xmlns:a="http://schemas.openxmlformats.org/drawingml/2006/main">
              <a:ext uri="{FF2B5EF4-FFF2-40B4-BE49-F238E27FC236}">
                <a16:creationId xmlns:a16="http://schemas.microsoft.com/office/drawing/2014/main" id="{7B880D90-9294-4DCC-9045-B1A358171776}"/>
              </a:ext>
            </a:extLst>
          </p:cNvPr>
          <p:cNvSpPr>
            <a:spLocks xmlns:a="http://schemas.openxmlformats.org/drawingml/2006/main" noGrp="1"/>
          </p:cNvSpPr>
          <p:nvPr/>
        </p:nvSpPr>
        <p:spPr>
          <a:xfrm xmlns:a="http://schemas.openxmlformats.org/drawingml/2006/main">
            <a:off x="628650" y="2066925"/>
            <a:ext cx="1819275" cy="3333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a:bodyPr>
          <a:lstStyle xmlns:a="http://schemas.openxmlformats.org/drawingml/2006/main">
            <a:defPPr algn="ctr">
              <a:defRPr sz="1500" b="1">
                <a:solidFill>
                  <a:srgbClr val="243A50"/>
                </a:solidFill>
                <a:latin typeface="Helvetica Neue"/>
                <a:ea typeface="Helvetica Neue"/>
                <a:cs typeface="Helvetica Neue"/>
              </a:defRPr>
            </a:defPPr>
            <a:lvl1pPr algn="ctr">
              <a:buNone/>
              <a:defRPr sz="1500" b="1">
                <a:solidFill>
                  <a:srgbClr val="243A50"/>
                </a:solidFill>
                <a:latin typeface="Helvetica Neue"/>
                <a:ea typeface="Helvetica Neue"/>
                <a:cs typeface="Helvetica Neue"/>
              </a:defRPr>
            </a:lvl1pPr>
            <a:lvl2pPr algn="ctr">
              <a:buNone/>
              <a:defRPr sz="1500" b="1">
                <a:solidFill>
                  <a:srgbClr val="243A50"/>
                </a:solidFill>
                <a:latin typeface="Helvetica Neue"/>
                <a:ea typeface="Helvetica Neue"/>
                <a:cs typeface="Helvetica Neue"/>
              </a:defRPr>
            </a:lvl2pPr>
            <a:lvl3pPr algn="ctr">
              <a:buNone/>
              <a:defRPr sz="1500" b="1">
                <a:solidFill>
                  <a:srgbClr val="243A50"/>
                </a:solidFill>
                <a:latin typeface="Helvetica Neue"/>
                <a:ea typeface="Helvetica Neue"/>
                <a:cs typeface="Helvetica Neue"/>
              </a:defRPr>
            </a:lvl3pPr>
            <a:lvl4pPr algn="ctr">
              <a:buNone/>
              <a:defRPr sz="1500" b="1">
                <a:solidFill>
                  <a:srgbClr val="243A50"/>
                </a:solidFill>
                <a:latin typeface="Helvetica Neue"/>
                <a:ea typeface="Helvetica Neue"/>
                <a:cs typeface="Helvetica Neue"/>
              </a:defRPr>
            </a:lvl4pPr>
            <a:lvl5pPr algn="ctr">
              <a:buNone/>
              <a:defRPr sz="1500" b="1">
                <a:solidFill>
                  <a:srgbClr val="243A50"/>
                </a:solidFill>
                <a:latin typeface="Helvetica Neue"/>
                <a:ea typeface="Helvetica Neue"/>
                <a:cs typeface="Helvetica Neue"/>
              </a:defRPr>
            </a:lvl5pPr>
            <a:lvl6pPr algn="ctr">
              <a:buNone/>
              <a:defRPr sz="1500" b="1">
                <a:solidFill>
                  <a:srgbClr val="243A50"/>
                </a:solidFill>
                <a:latin typeface="Helvetica Neue"/>
                <a:ea typeface="Helvetica Neue"/>
                <a:cs typeface="Helvetica Neue"/>
              </a:defRPr>
            </a:lvl6pPr>
            <a:lvl7pPr algn="ctr">
              <a:buNone/>
              <a:defRPr sz="1500" b="1">
                <a:solidFill>
                  <a:srgbClr val="243A50"/>
                </a:solidFill>
                <a:latin typeface="Helvetica Neue"/>
                <a:ea typeface="Helvetica Neue"/>
                <a:cs typeface="Helvetica Neue"/>
              </a:defRPr>
            </a:lvl7pPr>
            <a:lvl8pPr algn="ctr">
              <a:buNone/>
              <a:defRPr sz="1500" b="1">
                <a:solidFill>
                  <a:srgbClr val="243A50"/>
                </a:solidFill>
                <a:latin typeface="Helvetica Neue"/>
                <a:ea typeface="Helvetica Neue"/>
                <a:cs typeface="Helvetica Neue"/>
              </a:defRPr>
            </a:lvl8pPr>
            <a:lvl9pPr algn="ctr">
              <a:buNone/>
              <a:defRPr sz="1500" b="1">
                <a:solidFill>
                  <a:srgbClr val="243A50"/>
                </a:solidFill>
                <a:latin typeface="Helvetica Neue"/>
                <a:ea typeface="Helvetica Neue"/>
                <a:cs typeface="Helvetica Neue"/>
              </a:defRPr>
            </a:lvl9pPr>
          </a:lstStyle>
          <a:p xmlns:a="http://schemas.openxmlformats.org/drawingml/2006/main">
            <a:pPr algn="ctr">
              <a:buNone/>
              <a:defRPr sz="1500" b="1">
                <a:solidFill>
                  <a:srgbClr val="243A50"/>
                </a:solidFill>
                <a:latin typeface="Helvetica Neue"/>
                <a:ea typeface="Helvetica Neue"/>
                <a:cs typeface="Helvetica Neue"/>
              </a:defRPr>
            </a:pPr>
            <a:r>
              <a:rPr sz="1500" b="1">
                <a:solidFill>
                  <a:srgbClr val="243A50"/>
                </a:solidFill>
                <a:latin typeface="Helvetica Neue"/>
                <a:ea typeface="Helvetica Neue"/>
                <a:cs typeface="Helvetica Neue"/>
              </a:rPr>
              <a:t>Task outputs</a:t>
            </a:r>
          </a:p>
        </p:txBody>
      </p:sp>
      <p:sp>
        <p:nvSpPr>
          <p:cNvPr id="8" name="Rectangle 7">
            <a:extLst xmlns:a="http://schemas.openxmlformats.org/drawingml/2006/main">
              <a:ext uri="{FF2B5EF4-FFF2-40B4-BE49-F238E27FC236}">
                <a16:creationId xmlns:a16="http://schemas.microsoft.com/office/drawing/2014/main" id="{B35622EB-96EE-4ADE-9F98-B2AD379038A1}"/>
              </a:ext>
            </a:extLst>
          </p:cNvPr>
          <p:cNvSpPr>
            <a:spLocks xmlns:a="http://schemas.openxmlformats.org/drawingml/2006/main" noGrp="1"/>
          </p:cNvSpPr>
          <p:nvPr/>
        </p:nvSpPr>
        <p:spPr>
          <a:xfrm xmlns:a="http://schemas.openxmlformats.org/drawingml/2006/main">
            <a:off x="647700" y="2466975"/>
            <a:ext cx="1781175" cy="9620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a:bodyPr>
          <a:lstStyle xmlns:a="http://schemas.openxmlformats.org/drawingml/2006/main">
            <a:defPPr algn="ctr">
              <a:defRPr sz="1200" b="0">
                <a:solidFill>
                  <a:srgbClr val="33485D"/>
                </a:solidFill>
                <a:latin typeface="Helvetica Neue"/>
                <a:ea typeface="Helvetica Neue"/>
                <a:cs typeface="Helvetica Neue"/>
              </a:defRPr>
            </a:defPPr>
            <a:lvl1pPr algn="ctr">
              <a:buNone/>
              <a:defRPr sz="1200" b="0">
                <a:solidFill>
                  <a:srgbClr val="33485D"/>
                </a:solidFill>
                <a:latin typeface="Helvetica Neue"/>
                <a:ea typeface="Helvetica Neue"/>
                <a:cs typeface="Helvetica Neue"/>
              </a:defRPr>
            </a:lvl1pPr>
            <a:lvl2pPr algn="ctr">
              <a:buNone/>
              <a:defRPr sz="1200" b="0">
                <a:solidFill>
                  <a:srgbClr val="33485D"/>
                </a:solidFill>
                <a:latin typeface="Helvetica Neue"/>
                <a:ea typeface="Helvetica Neue"/>
                <a:cs typeface="Helvetica Neue"/>
              </a:defRPr>
            </a:lvl2pPr>
            <a:lvl3pPr algn="ctr">
              <a:buNone/>
              <a:defRPr sz="1200" b="0">
                <a:solidFill>
                  <a:srgbClr val="33485D"/>
                </a:solidFill>
                <a:latin typeface="Helvetica Neue"/>
                <a:ea typeface="Helvetica Neue"/>
                <a:cs typeface="Helvetica Neue"/>
              </a:defRPr>
            </a:lvl3pPr>
            <a:lvl4pPr algn="ctr">
              <a:buNone/>
              <a:defRPr sz="1200" b="0">
                <a:solidFill>
                  <a:srgbClr val="33485D"/>
                </a:solidFill>
                <a:latin typeface="Helvetica Neue"/>
                <a:ea typeface="Helvetica Neue"/>
                <a:cs typeface="Helvetica Neue"/>
              </a:defRPr>
            </a:lvl4pPr>
            <a:lvl5pPr algn="ctr">
              <a:buNone/>
              <a:defRPr sz="1200" b="0">
                <a:solidFill>
                  <a:srgbClr val="33485D"/>
                </a:solidFill>
                <a:latin typeface="Helvetica Neue"/>
                <a:ea typeface="Helvetica Neue"/>
                <a:cs typeface="Helvetica Neue"/>
              </a:defRPr>
            </a:lvl5pPr>
            <a:lvl6pPr algn="ctr">
              <a:buNone/>
              <a:defRPr sz="1200" b="0">
                <a:solidFill>
                  <a:srgbClr val="33485D"/>
                </a:solidFill>
                <a:latin typeface="Helvetica Neue"/>
                <a:ea typeface="Helvetica Neue"/>
                <a:cs typeface="Helvetica Neue"/>
              </a:defRPr>
            </a:lvl6pPr>
            <a:lvl7pPr algn="ctr">
              <a:buNone/>
              <a:defRPr sz="1200" b="0">
                <a:solidFill>
                  <a:srgbClr val="33485D"/>
                </a:solidFill>
                <a:latin typeface="Helvetica Neue"/>
                <a:ea typeface="Helvetica Neue"/>
                <a:cs typeface="Helvetica Neue"/>
              </a:defRPr>
            </a:lvl7pPr>
            <a:lvl8pPr algn="ctr">
              <a:buNone/>
              <a:defRPr sz="1200" b="0">
                <a:solidFill>
                  <a:srgbClr val="33485D"/>
                </a:solidFill>
                <a:latin typeface="Helvetica Neue"/>
                <a:ea typeface="Helvetica Neue"/>
                <a:cs typeface="Helvetica Neue"/>
              </a:defRPr>
            </a:lvl8pPr>
            <a:lvl9pPr algn="ctr">
              <a:buNone/>
              <a:defRPr sz="1200" b="0">
                <a:solidFill>
                  <a:srgbClr val="33485D"/>
                </a:solidFill>
                <a:latin typeface="Helvetica Neue"/>
                <a:ea typeface="Helvetica Neue"/>
                <a:cs typeface="Helvetica Neue"/>
              </a:defRPr>
            </a:lvl9pPr>
          </a:lstStyle>
          <a:p xmlns:a="http://schemas.openxmlformats.org/drawingml/2006/main">
            <a:pPr algn="ctr">
              <a:buNone/>
              <a:defRPr sz="1200" b="0">
                <a:solidFill>
                  <a:srgbClr val="33485D"/>
                </a:solidFill>
                <a:latin typeface="Helvetica Neue"/>
                <a:ea typeface="Helvetica Neue"/>
                <a:cs typeface="Helvetica Neue"/>
              </a:defRPr>
            </a:pPr>
            <a:r>
              <a:rPr sz="1200" b="0">
                <a:solidFill>
                  <a:srgbClr val="33485D"/>
                </a:solidFill>
                <a:latin typeface="Helvetica Neue"/>
                <a:ea typeface="Helvetica Neue"/>
                <a:cs typeface="Helvetica Neue"/>
              </a:rPr>
              <a:t>building class</a:t>
            </a:r>
          </a:p>
          <a:p xmlns:a="http://schemas.openxmlformats.org/drawingml/2006/main">
            <a:pPr algn="ctr">
              <a:buNone/>
              <a:defRPr sz="1200" b="0">
                <a:solidFill>
                  <a:srgbClr val="33485D"/>
                </a:solidFill>
                <a:latin typeface="Helvetica Neue"/>
                <a:ea typeface="Helvetica Neue"/>
                <a:cs typeface="Helvetica Neue"/>
              </a:defRPr>
            </a:pPr>
            <a:r>
              <a:rPr sz="1200" b="0">
                <a:solidFill>
                  <a:srgbClr val="33485D"/>
                </a:solidFill>
                <a:latin typeface="Helvetica Neue"/>
                <a:ea typeface="Helvetica Neue"/>
                <a:cs typeface="Helvetica Neue"/>
              </a:rPr>
              <a:t>floor class</a:t>
            </a:r>
          </a:p>
          <a:p xmlns:a="http://schemas.openxmlformats.org/drawingml/2006/main">
            <a:pPr algn="ctr">
              <a:buNone/>
              <a:defRPr sz="1200" b="0">
                <a:solidFill>
                  <a:srgbClr val="33485D"/>
                </a:solidFill>
                <a:latin typeface="Helvetica Neue"/>
                <a:ea typeface="Helvetica Neue"/>
                <a:cs typeface="Helvetica Neue"/>
              </a:defRPr>
            </a:pPr>
            <a:r>
              <a:rPr sz="1200" b="0">
                <a:solidFill>
                  <a:srgbClr val="33485D"/>
                </a:solidFill>
                <a:latin typeface="Helvetica Neue"/>
                <a:ea typeface="Helvetica Neue"/>
                <a:cs typeface="Helvetica Neue"/>
              </a:rPr>
              <a:t>coordinate pair</a:t>
            </a:r>
          </a:p>
        </p:txBody>
      </p:sp>
      <p:sp>
        <p:nvSpPr>
          <p:cNvPr id="9" name="Right Arrow 8">
            <a:extLst xmlns:a="http://schemas.openxmlformats.org/drawingml/2006/main">
              <a:ext uri="{FF2B5EF4-FFF2-40B4-BE49-F238E27FC236}">
                <a16:creationId xmlns:a16="http://schemas.microsoft.com/office/drawing/2014/main" id="{F119F30C-A629-4A16-9F74-955AB2E1C7E6}"/>
              </a:ext>
            </a:extLst>
          </p:cNvPr>
          <p:cNvSpPr>
            <a:spLocks xmlns:a="http://schemas.openxmlformats.org/drawingml/2006/main" noGrp="1"/>
          </p:cNvSpPr>
          <p:nvPr/>
        </p:nvSpPr>
        <p:spPr>
          <a:xfrm xmlns:a="http://schemas.openxmlformats.org/drawingml/2006/main">
            <a:off x="2667000" y="2657475"/>
            <a:ext cx="323850" cy="152400"/>
          </a:xfrm>
          <a:prstGeom xmlns:a="http://schemas.openxmlformats.org/drawingml/2006/main" prst="rightArrow">
            <a:avLst/>
          </a:prstGeom>
          <a:solidFill xmlns:a="http://schemas.openxmlformats.org/drawingml/2006/main">
            <a:srgbClr val="64877F"/>
          </a:solidFill>
          <a:ln xmlns:a="http://schemas.openxmlformats.org/drawingml/2006/main" w="0">
            <a:noFill/>
            <a:prstDash val="solid"/>
          </a:ln>
        </p:spPr>
      </p:sp>
      <p:sp>
        <p:nvSpPr>
          <p:cNvPr id="10" name="Rounded Rectangle 9">
            <a:extLst xmlns:a="http://schemas.openxmlformats.org/drawingml/2006/main">
              <a:ext uri="{FF2B5EF4-FFF2-40B4-BE49-F238E27FC236}">
                <a16:creationId xmlns:a16="http://schemas.microsoft.com/office/drawing/2014/main" id="{36AC0D7B-619C-4644-AC48-1D112DCD874F}"/>
              </a:ext>
            </a:extLst>
          </p:cNvPr>
          <p:cNvSpPr>
            <a:spLocks xmlns:a="http://schemas.openxmlformats.org/drawingml/2006/main" noGrp="1"/>
          </p:cNvSpPr>
          <p:nvPr/>
        </p:nvSpPr>
        <p:spPr>
          <a:xfrm xmlns:a="http://schemas.openxmlformats.org/drawingml/2006/main">
            <a:off x="3105150" y="1952625"/>
            <a:ext cx="2143125" cy="1571625"/>
          </a:xfrm>
          <a:prstGeom xmlns:a="http://schemas.openxmlformats.org/drawingml/2006/main" prst="roundRect">
            <a:avLst>
              <a:gd name="adj" fmla="val 4848"/>
            </a:avLst>
          </a:prstGeom>
          <a:solidFill xmlns:a="http://schemas.openxmlformats.org/drawingml/2006/main">
            <a:srgbClr val="F1E9DB"/>
          </a:solidFill>
          <a:ln xmlns:a="http://schemas.openxmlformats.org/drawingml/2006/main" w="9525">
            <a:solidFill>
              <a:srgbClr val="CBD5DA"/>
            </a:solidFill>
            <a:prstDash val="solid"/>
          </a:ln>
        </p:spPr>
      </p:sp>
      <p:sp>
        <p:nvSpPr>
          <p:cNvPr id="11" name="Rectangle 10">
            <a:extLst xmlns:a="http://schemas.openxmlformats.org/drawingml/2006/main">
              <a:ext uri="{FF2B5EF4-FFF2-40B4-BE49-F238E27FC236}">
                <a16:creationId xmlns:a16="http://schemas.microsoft.com/office/drawing/2014/main" id="{0B4F92FF-0123-499D-9F4A-11A9B7368C99}"/>
              </a:ext>
            </a:extLst>
          </p:cNvPr>
          <p:cNvSpPr>
            <a:spLocks xmlns:a="http://schemas.openxmlformats.org/drawingml/2006/main" noGrp="1"/>
          </p:cNvSpPr>
          <p:nvPr/>
        </p:nvSpPr>
        <p:spPr>
          <a:xfrm xmlns:a="http://schemas.openxmlformats.org/drawingml/2006/main">
            <a:off x="3219450" y="2066925"/>
            <a:ext cx="1914525" cy="3333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a:bodyPr>
          <a:lstStyle xmlns:a="http://schemas.openxmlformats.org/drawingml/2006/main">
            <a:defPPr algn="ctr">
              <a:defRPr sz="1500" b="1">
                <a:solidFill>
                  <a:srgbClr val="243A50"/>
                </a:solidFill>
                <a:latin typeface="Helvetica Neue"/>
                <a:ea typeface="Helvetica Neue"/>
                <a:cs typeface="Helvetica Neue"/>
              </a:defRPr>
            </a:defPPr>
            <a:lvl1pPr algn="ctr">
              <a:buNone/>
              <a:defRPr sz="1500" b="1">
                <a:solidFill>
                  <a:srgbClr val="243A50"/>
                </a:solidFill>
                <a:latin typeface="Helvetica Neue"/>
                <a:ea typeface="Helvetica Neue"/>
                <a:cs typeface="Helvetica Neue"/>
              </a:defRPr>
            </a:lvl1pPr>
            <a:lvl2pPr algn="ctr">
              <a:buNone/>
              <a:defRPr sz="1500" b="1">
                <a:solidFill>
                  <a:srgbClr val="243A50"/>
                </a:solidFill>
                <a:latin typeface="Helvetica Neue"/>
                <a:ea typeface="Helvetica Neue"/>
                <a:cs typeface="Helvetica Neue"/>
              </a:defRPr>
            </a:lvl2pPr>
            <a:lvl3pPr algn="ctr">
              <a:buNone/>
              <a:defRPr sz="1500" b="1">
                <a:solidFill>
                  <a:srgbClr val="243A50"/>
                </a:solidFill>
                <a:latin typeface="Helvetica Neue"/>
                <a:ea typeface="Helvetica Neue"/>
                <a:cs typeface="Helvetica Neue"/>
              </a:defRPr>
            </a:lvl3pPr>
            <a:lvl4pPr algn="ctr">
              <a:buNone/>
              <a:defRPr sz="1500" b="1">
                <a:solidFill>
                  <a:srgbClr val="243A50"/>
                </a:solidFill>
                <a:latin typeface="Helvetica Neue"/>
                <a:ea typeface="Helvetica Neue"/>
                <a:cs typeface="Helvetica Neue"/>
              </a:defRPr>
            </a:lvl4pPr>
            <a:lvl5pPr algn="ctr">
              <a:buNone/>
              <a:defRPr sz="1500" b="1">
                <a:solidFill>
                  <a:srgbClr val="243A50"/>
                </a:solidFill>
                <a:latin typeface="Helvetica Neue"/>
                <a:ea typeface="Helvetica Neue"/>
                <a:cs typeface="Helvetica Neue"/>
              </a:defRPr>
            </a:lvl5pPr>
            <a:lvl6pPr algn="ctr">
              <a:buNone/>
              <a:defRPr sz="1500" b="1">
                <a:solidFill>
                  <a:srgbClr val="243A50"/>
                </a:solidFill>
                <a:latin typeface="Helvetica Neue"/>
                <a:ea typeface="Helvetica Neue"/>
                <a:cs typeface="Helvetica Neue"/>
              </a:defRPr>
            </a:lvl6pPr>
            <a:lvl7pPr algn="ctr">
              <a:buNone/>
              <a:defRPr sz="1500" b="1">
                <a:solidFill>
                  <a:srgbClr val="243A50"/>
                </a:solidFill>
                <a:latin typeface="Helvetica Neue"/>
                <a:ea typeface="Helvetica Neue"/>
                <a:cs typeface="Helvetica Neue"/>
              </a:defRPr>
            </a:lvl7pPr>
            <a:lvl8pPr algn="ctr">
              <a:buNone/>
              <a:defRPr sz="1500" b="1">
                <a:solidFill>
                  <a:srgbClr val="243A50"/>
                </a:solidFill>
                <a:latin typeface="Helvetica Neue"/>
                <a:ea typeface="Helvetica Neue"/>
                <a:cs typeface="Helvetica Neue"/>
              </a:defRPr>
            </a:lvl8pPr>
            <a:lvl9pPr algn="ctr">
              <a:buNone/>
              <a:defRPr sz="1500" b="1">
                <a:solidFill>
                  <a:srgbClr val="243A50"/>
                </a:solidFill>
                <a:latin typeface="Helvetica Neue"/>
                <a:ea typeface="Helvetica Neue"/>
                <a:cs typeface="Helvetica Neue"/>
              </a:defRPr>
            </a:lvl9pPr>
          </a:lstStyle>
          <a:p xmlns:a="http://schemas.openxmlformats.org/drawingml/2006/main">
            <a:pPr algn="ctr">
              <a:buNone/>
              <a:defRPr sz="1500" b="1">
                <a:solidFill>
                  <a:srgbClr val="243A50"/>
                </a:solidFill>
                <a:latin typeface="Helvetica Neue"/>
                <a:ea typeface="Helvetica Neue"/>
                <a:cs typeface="Helvetica Neue"/>
              </a:defRPr>
            </a:pPr>
            <a:r>
              <a:rPr sz="1500" b="1">
                <a:solidFill>
                  <a:srgbClr val="243A50"/>
                </a:solidFill>
                <a:latin typeface="Helvetica Neue"/>
                <a:ea typeface="Helvetica Neue"/>
                <a:cs typeface="Helvetica Neue"/>
              </a:rPr>
              <a:t>Join on keys</a:t>
            </a:r>
          </a:p>
        </p:txBody>
      </p:sp>
      <p:sp>
        <p:nvSpPr>
          <p:cNvPr id="12" name="Rectangle 11">
            <a:extLst xmlns:a="http://schemas.openxmlformats.org/drawingml/2006/main">
              <a:ext uri="{FF2B5EF4-FFF2-40B4-BE49-F238E27FC236}">
                <a16:creationId xmlns:a16="http://schemas.microsoft.com/office/drawing/2014/main" id="{E0D8B0AB-63D2-4016-B40B-C8973698E7C9}"/>
              </a:ext>
            </a:extLst>
          </p:cNvPr>
          <p:cNvSpPr>
            <a:spLocks xmlns:a="http://schemas.openxmlformats.org/drawingml/2006/main" noGrp="1"/>
          </p:cNvSpPr>
          <p:nvPr/>
        </p:nvSpPr>
        <p:spPr>
          <a:xfrm xmlns:a="http://schemas.openxmlformats.org/drawingml/2006/main">
            <a:off x="3238500" y="2466975"/>
            <a:ext cx="1876425" cy="9620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a:bodyPr>
          <a:lstStyle xmlns:a="http://schemas.openxmlformats.org/drawingml/2006/main">
            <a:defPPr algn="ctr">
              <a:defRPr sz="1200" b="0">
                <a:solidFill>
                  <a:srgbClr val="33485D"/>
                </a:solidFill>
                <a:latin typeface="Helvetica Neue"/>
                <a:ea typeface="Helvetica Neue"/>
                <a:cs typeface="Helvetica Neue"/>
              </a:defRPr>
            </a:defPPr>
            <a:lvl1pPr algn="ctr">
              <a:buNone/>
              <a:defRPr sz="1200" b="0">
                <a:solidFill>
                  <a:srgbClr val="33485D"/>
                </a:solidFill>
                <a:latin typeface="Helvetica Neue"/>
                <a:ea typeface="Helvetica Neue"/>
                <a:cs typeface="Helvetica Neue"/>
              </a:defRPr>
            </a:lvl1pPr>
            <a:lvl2pPr algn="ctr">
              <a:buNone/>
              <a:defRPr sz="1200" b="0">
                <a:solidFill>
                  <a:srgbClr val="33485D"/>
                </a:solidFill>
                <a:latin typeface="Helvetica Neue"/>
                <a:ea typeface="Helvetica Neue"/>
                <a:cs typeface="Helvetica Neue"/>
              </a:defRPr>
            </a:lvl2pPr>
            <a:lvl3pPr algn="ctr">
              <a:buNone/>
              <a:defRPr sz="1200" b="0">
                <a:solidFill>
                  <a:srgbClr val="33485D"/>
                </a:solidFill>
                <a:latin typeface="Helvetica Neue"/>
                <a:ea typeface="Helvetica Neue"/>
                <a:cs typeface="Helvetica Neue"/>
              </a:defRPr>
            </a:lvl3pPr>
            <a:lvl4pPr algn="ctr">
              <a:buNone/>
              <a:defRPr sz="1200" b="0">
                <a:solidFill>
                  <a:srgbClr val="33485D"/>
                </a:solidFill>
                <a:latin typeface="Helvetica Neue"/>
                <a:ea typeface="Helvetica Neue"/>
                <a:cs typeface="Helvetica Neue"/>
              </a:defRPr>
            </a:lvl4pPr>
            <a:lvl5pPr algn="ctr">
              <a:buNone/>
              <a:defRPr sz="1200" b="0">
                <a:solidFill>
                  <a:srgbClr val="33485D"/>
                </a:solidFill>
                <a:latin typeface="Helvetica Neue"/>
                <a:ea typeface="Helvetica Neue"/>
                <a:cs typeface="Helvetica Neue"/>
              </a:defRPr>
            </a:lvl5pPr>
            <a:lvl6pPr algn="ctr">
              <a:buNone/>
              <a:defRPr sz="1200" b="0">
                <a:solidFill>
                  <a:srgbClr val="33485D"/>
                </a:solidFill>
                <a:latin typeface="Helvetica Neue"/>
                <a:ea typeface="Helvetica Neue"/>
                <a:cs typeface="Helvetica Neue"/>
              </a:defRPr>
            </a:lvl6pPr>
            <a:lvl7pPr algn="ctr">
              <a:buNone/>
              <a:defRPr sz="1200" b="0">
                <a:solidFill>
                  <a:srgbClr val="33485D"/>
                </a:solidFill>
                <a:latin typeface="Helvetica Neue"/>
                <a:ea typeface="Helvetica Neue"/>
                <a:cs typeface="Helvetica Neue"/>
              </a:defRPr>
            </a:lvl7pPr>
            <a:lvl8pPr algn="ctr">
              <a:buNone/>
              <a:defRPr sz="1200" b="0">
                <a:solidFill>
                  <a:srgbClr val="33485D"/>
                </a:solidFill>
                <a:latin typeface="Helvetica Neue"/>
                <a:ea typeface="Helvetica Neue"/>
                <a:cs typeface="Helvetica Neue"/>
              </a:defRPr>
            </a:lvl8pPr>
            <a:lvl9pPr algn="ctr">
              <a:buNone/>
              <a:defRPr sz="1200" b="0">
                <a:solidFill>
                  <a:srgbClr val="33485D"/>
                </a:solidFill>
                <a:latin typeface="Helvetica Neue"/>
                <a:ea typeface="Helvetica Neue"/>
                <a:cs typeface="Helvetica Neue"/>
              </a:defRPr>
            </a:lvl9pPr>
          </a:lstStyle>
          <a:p xmlns:a="http://schemas.openxmlformats.org/drawingml/2006/main">
            <a:pPr algn="ctr">
              <a:buNone/>
              <a:defRPr sz="1200" b="0">
                <a:solidFill>
                  <a:srgbClr val="33485D"/>
                </a:solidFill>
                <a:latin typeface="Helvetica Neue"/>
                <a:ea typeface="Helvetica Neue"/>
                <a:cs typeface="Helvetica Neue"/>
              </a:defRPr>
            </a:pPr>
            <a:r>
              <a:rPr sz="1200" b="0">
                <a:solidFill>
                  <a:srgbClr val="33485D"/>
                </a:solidFill>
                <a:latin typeface="Helvetica Neue"/>
                <a:ea typeface="Helvetica Neue"/>
                <a:cs typeface="Helvetica Neue"/>
              </a:rPr>
              <a:t>source partition</a:t>
            </a:r>
          </a:p>
          <a:p xmlns:a="http://schemas.openxmlformats.org/drawingml/2006/main">
            <a:pPr algn="ctr">
              <a:buNone/>
              <a:defRPr sz="1200" b="0">
                <a:solidFill>
                  <a:srgbClr val="33485D"/>
                </a:solidFill>
                <a:latin typeface="Helvetica Neue"/>
                <a:ea typeface="Helvetica Neue"/>
                <a:cs typeface="Helvetica Neue"/>
              </a:defRPr>
            </a:pPr>
            <a:r>
              <a:rPr sz="1200" b="0">
                <a:solidFill>
                  <a:srgbClr val="33485D"/>
                </a:solidFill>
                <a:latin typeface="Helvetica Neue"/>
                <a:ea typeface="Helvetica Neue"/>
                <a:cs typeface="Helvetica Neue"/>
              </a:rPr>
              <a:t>+ stable row ID</a:t>
            </a:r>
          </a:p>
        </p:txBody>
      </p:sp>
      <p:sp>
        <p:nvSpPr>
          <p:cNvPr id="13" name="Right Arrow 12">
            <a:extLst xmlns:a="http://schemas.openxmlformats.org/drawingml/2006/main">
              <a:ext uri="{FF2B5EF4-FFF2-40B4-BE49-F238E27FC236}">
                <a16:creationId xmlns:a16="http://schemas.microsoft.com/office/drawing/2014/main" id="{056E1A37-D9D6-4E8E-ADDF-1F17F6A887B8}"/>
              </a:ext>
            </a:extLst>
          </p:cNvPr>
          <p:cNvSpPr>
            <a:spLocks xmlns:a="http://schemas.openxmlformats.org/drawingml/2006/main" noGrp="1"/>
          </p:cNvSpPr>
          <p:nvPr/>
        </p:nvSpPr>
        <p:spPr>
          <a:xfrm xmlns:a="http://schemas.openxmlformats.org/drawingml/2006/main">
            <a:off x="5353050" y="2657475"/>
            <a:ext cx="323850" cy="152400"/>
          </a:xfrm>
          <a:prstGeom xmlns:a="http://schemas.openxmlformats.org/drawingml/2006/main" prst="rightArrow">
            <a:avLst/>
          </a:prstGeom>
          <a:solidFill xmlns:a="http://schemas.openxmlformats.org/drawingml/2006/main">
            <a:srgbClr val="64877F"/>
          </a:solidFill>
          <a:ln xmlns:a="http://schemas.openxmlformats.org/drawingml/2006/main" w="0">
            <a:noFill/>
            <a:prstDash val="solid"/>
          </a:ln>
        </p:spPr>
      </p:sp>
      <p:sp>
        <p:nvSpPr>
          <p:cNvPr id="14" name="Rounded Rectangle 13">
            <a:extLst xmlns:a="http://schemas.openxmlformats.org/drawingml/2006/main">
              <a:ext uri="{FF2B5EF4-FFF2-40B4-BE49-F238E27FC236}">
                <a16:creationId xmlns:a16="http://schemas.microsoft.com/office/drawing/2014/main" id="{8C03769A-AFC1-49F9-8624-9CEBDA35A808}"/>
              </a:ext>
            </a:extLst>
          </p:cNvPr>
          <p:cNvSpPr>
            <a:spLocks xmlns:a="http://schemas.openxmlformats.org/drawingml/2006/main" noGrp="1"/>
          </p:cNvSpPr>
          <p:nvPr/>
        </p:nvSpPr>
        <p:spPr>
          <a:xfrm xmlns:a="http://schemas.openxmlformats.org/drawingml/2006/main">
            <a:off x="5791200" y="1952625"/>
            <a:ext cx="2143125" cy="1571625"/>
          </a:xfrm>
          <a:prstGeom xmlns:a="http://schemas.openxmlformats.org/drawingml/2006/main" prst="roundRect">
            <a:avLst>
              <a:gd name="adj" fmla="val 4848"/>
            </a:avLst>
          </a:prstGeom>
          <a:solidFill xmlns:a="http://schemas.openxmlformats.org/drawingml/2006/main">
            <a:srgbClr val="C7DBD1"/>
          </a:solidFill>
          <a:ln xmlns:a="http://schemas.openxmlformats.org/drawingml/2006/main" w="9525">
            <a:solidFill>
              <a:srgbClr val="CBD5DA"/>
            </a:solidFill>
            <a:prstDash val="solid"/>
          </a:ln>
        </p:spPr>
      </p:sp>
      <p:sp>
        <p:nvSpPr>
          <p:cNvPr id="15" name="Rectangle 14">
            <a:extLst xmlns:a="http://schemas.openxmlformats.org/drawingml/2006/main">
              <a:ext uri="{FF2B5EF4-FFF2-40B4-BE49-F238E27FC236}">
                <a16:creationId xmlns:a16="http://schemas.microsoft.com/office/drawing/2014/main" id="{B90AF164-2CF5-4221-B5E2-476A30DBF47C}"/>
              </a:ext>
            </a:extLst>
          </p:cNvPr>
          <p:cNvSpPr>
            <a:spLocks xmlns:a="http://schemas.openxmlformats.org/drawingml/2006/main" noGrp="1"/>
          </p:cNvSpPr>
          <p:nvPr/>
        </p:nvSpPr>
        <p:spPr>
          <a:xfrm xmlns:a="http://schemas.openxmlformats.org/drawingml/2006/main">
            <a:off x="5905500" y="2066925"/>
            <a:ext cx="1914525" cy="3333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a:bodyPr>
          <a:lstStyle xmlns:a="http://schemas.openxmlformats.org/drawingml/2006/main">
            <a:defPPr algn="ctr">
              <a:defRPr sz="1500" b="1">
                <a:solidFill>
                  <a:srgbClr val="243A50"/>
                </a:solidFill>
                <a:latin typeface="Helvetica Neue"/>
                <a:ea typeface="Helvetica Neue"/>
                <a:cs typeface="Helvetica Neue"/>
              </a:defRPr>
            </a:defPPr>
            <a:lvl1pPr algn="ctr">
              <a:buNone/>
              <a:defRPr sz="1500" b="1">
                <a:solidFill>
                  <a:srgbClr val="243A50"/>
                </a:solidFill>
                <a:latin typeface="Helvetica Neue"/>
                <a:ea typeface="Helvetica Neue"/>
                <a:cs typeface="Helvetica Neue"/>
              </a:defRPr>
            </a:lvl1pPr>
            <a:lvl2pPr algn="ctr">
              <a:buNone/>
              <a:defRPr sz="1500" b="1">
                <a:solidFill>
                  <a:srgbClr val="243A50"/>
                </a:solidFill>
                <a:latin typeface="Helvetica Neue"/>
                <a:ea typeface="Helvetica Neue"/>
                <a:cs typeface="Helvetica Neue"/>
              </a:defRPr>
            </a:lvl2pPr>
            <a:lvl3pPr algn="ctr">
              <a:buNone/>
              <a:defRPr sz="1500" b="1">
                <a:solidFill>
                  <a:srgbClr val="243A50"/>
                </a:solidFill>
                <a:latin typeface="Helvetica Neue"/>
                <a:ea typeface="Helvetica Neue"/>
                <a:cs typeface="Helvetica Neue"/>
              </a:defRPr>
            </a:lvl3pPr>
            <a:lvl4pPr algn="ctr">
              <a:buNone/>
              <a:defRPr sz="1500" b="1">
                <a:solidFill>
                  <a:srgbClr val="243A50"/>
                </a:solidFill>
                <a:latin typeface="Helvetica Neue"/>
                <a:ea typeface="Helvetica Neue"/>
                <a:cs typeface="Helvetica Neue"/>
              </a:defRPr>
            </a:lvl4pPr>
            <a:lvl5pPr algn="ctr">
              <a:buNone/>
              <a:defRPr sz="1500" b="1">
                <a:solidFill>
                  <a:srgbClr val="243A50"/>
                </a:solidFill>
                <a:latin typeface="Helvetica Neue"/>
                <a:ea typeface="Helvetica Neue"/>
                <a:cs typeface="Helvetica Neue"/>
              </a:defRPr>
            </a:lvl5pPr>
            <a:lvl6pPr algn="ctr">
              <a:buNone/>
              <a:defRPr sz="1500" b="1">
                <a:solidFill>
                  <a:srgbClr val="243A50"/>
                </a:solidFill>
                <a:latin typeface="Helvetica Neue"/>
                <a:ea typeface="Helvetica Neue"/>
                <a:cs typeface="Helvetica Neue"/>
              </a:defRPr>
            </a:lvl6pPr>
            <a:lvl7pPr algn="ctr">
              <a:buNone/>
              <a:defRPr sz="1500" b="1">
                <a:solidFill>
                  <a:srgbClr val="243A50"/>
                </a:solidFill>
                <a:latin typeface="Helvetica Neue"/>
                <a:ea typeface="Helvetica Neue"/>
                <a:cs typeface="Helvetica Neue"/>
              </a:defRPr>
            </a:lvl7pPr>
            <a:lvl8pPr algn="ctr">
              <a:buNone/>
              <a:defRPr sz="1500" b="1">
                <a:solidFill>
                  <a:srgbClr val="243A50"/>
                </a:solidFill>
                <a:latin typeface="Helvetica Neue"/>
                <a:ea typeface="Helvetica Neue"/>
                <a:cs typeface="Helvetica Neue"/>
              </a:defRPr>
            </a:lvl8pPr>
            <a:lvl9pPr algn="ctr">
              <a:buNone/>
              <a:defRPr sz="1500" b="1">
                <a:solidFill>
                  <a:srgbClr val="243A50"/>
                </a:solidFill>
                <a:latin typeface="Helvetica Neue"/>
                <a:ea typeface="Helvetica Neue"/>
                <a:cs typeface="Helvetica Neue"/>
              </a:defRPr>
            </a:lvl9pPr>
          </a:lstStyle>
          <a:p xmlns:a="http://schemas.openxmlformats.org/drawingml/2006/main">
            <a:pPr algn="ctr">
              <a:buNone/>
              <a:defRPr sz="1500" b="1">
                <a:solidFill>
                  <a:srgbClr val="243A50"/>
                </a:solidFill>
                <a:latin typeface="Helvetica Neue"/>
                <a:ea typeface="Helvetica Neue"/>
                <a:cs typeface="Helvetica Neue"/>
              </a:defRPr>
            </a:pPr>
            <a:r>
              <a:rPr sz="1500" b="1">
                <a:solidFill>
                  <a:srgbClr val="243A50"/>
                </a:solidFill>
                <a:latin typeface="Helvetica Neue"/>
                <a:ea typeface="Helvetica Neue"/>
                <a:cs typeface="Helvetica Neue"/>
              </a:rPr>
              <a:t>Validate alignment</a:t>
            </a:r>
          </a:p>
        </p:txBody>
      </p:sp>
      <p:sp>
        <p:nvSpPr>
          <p:cNvPr id="16" name="Rectangle 15">
            <a:extLst xmlns:a="http://schemas.openxmlformats.org/drawingml/2006/main">
              <a:ext uri="{FF2B5EF4-FFF2-40B4-BE49-F238E27FC236}">
                <a16:creationId xmlns:a16="http://schemas.microsoft.com/office/drawing/2014/main" id="{6A87937A-9EE1-476C-B00D-21249FBD1994}"/>
              </a:ext>
            </a:extLst>
          </p:cNvPr>
          <p:cNvSpPr>
            <a:spLocks xmlns:a="http://schemas.openxmlformats.org/drawingml/2006/main" noGrp="1"/>
          </p:cNvSpPr>
          <p:nvPr/>
        </p:nvSpPr>
        <p:spPr>
          <a:xfrm xmlns:a="http://schemas.openxmlformats.org/drawingml/2006/main">
            <a:off x="5924550" y="2466975"/>
            <a:ext cx="1876425" cy="9620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a:bodyPr>
          <a:lstStyle xmlns:a="http://schemas.openxmlformats.org/drawingml/2006/main">
            <a:defPPr algn="ctr">
              <a:defRPr sz="1200" b="0">
                <a:solidFill>
                  <a:srgbClr val="33485D"/>
                </a:solidFill>
                <a:latin typeface="Helvetica Neue"/>
                <a:ea typeface="Helvetica Neue"/>
                <a:cs typeface="Helvetica Neue"/>
              </a:defRPr>
            </a:defPPr>
            <a:lvl1pPr algn="ctr">
              <a:buNone/>
              <a:defRPr sz="1200" b="0">
                <a:solidFill>
                  <a:srgbClr val="33485D"/>
                </a:solidFill>
                <a:latin typeface="Helvetica Neue"/>
                <a:ea typeface="Helvetica Neue"/>
                <a:cs typeface="Helvetica Neue"/>
              </a:defRPr>
            </a:lvl1pPr>
            <a:lvl2pPr algn="ctr">
              <a:buNone/>
              <a:defRPr sz="1200" b="0">
                <a:solidFill>
                  <a:srgbClr val="33485D"/>
                </a:solidFill>
                <a:latin typeface="Helvetica Neue"/>
                <a:ea typeface="Helvetica Neue"/>
                <a:cs typeface="Helvetica Neue"/>
              </a:defRPr>
            </a:lvl2pPr>
            <a:lvl3pPr algn="ctr">
              <a:buNone/>
              <a:defRPr sz="1200" b="0">
                <a:solidFill>
                  <a:srgbClr val="33485D"/>
                </a:solidFill>
                <a:latin typeface="Helvetica Neue"/>
                <a:ea typeface="Helvetica Neue"/>
                <a:cs typeface="Helvetica Neue"/>
              </a:defRPr>
            </a:lvl3pPr>
            <a:lvl4pPr algn="ctr">
              <a:buNone/>
              <a:defRPr sz="1200" b="0">
                <a:solidFill>
                  <a:srgbClr val="33485D"/>
                </a:solidFill>
                <a:latin typeface="Helvetica Neue"/>
                <a:ea typeface="Helvetica Neue"/>
                <a:cs typeface="Helvetica Neue"/>
              </a:defRPr>
            </a:lvl4pPr>
            <a:lvl5pPr algn="ctr">
              <a:buNone/>
              <a:defRPr sz="1200" b="0">
                <a:solidFill>
                  <a:srgbClr val="33485D"/>
                </a:solidFill>
                <a:latin typeface="Helvetica Neue"/>
                <a:ea typeface="Helvetica Neue"/>
                <a:cs typeface="Helvetica Neue"/>
              </a:defRPr>
            </a:lvl5pPr>
            <a:lvl6pPr algn="ctr">
              <a:buNone/>
              <a:defRPr sz="1200" b="0">
                <a:solidFill>
                  <a:srgbClr val="33485D"/>
                </a:solidFill>
                <a:latin typeface="Helvetica Neue"/>
                <a:ea typeface="Helvetica Neue"/>
                <a:cs typeface="Helvetica Neue"/>
              </a:defRPr>
            </a:lvl6pPr>
            <a:lvl7pPr algn="ctr">
              <a:buNone/>
              <a:defRPr sz="1200" b="0">
                <a:solidFill>
                  <a:srgbClr val="33485D"/>
                </a:solidFill>
                <a:latin typeface="Helvetica Neue"/>
                <a:ea typeface="Helvetica Neue"/>
                <a:cs typeface="Helvetica Neue"/>
              </a:defRPr>
            </a:lvl7pPr>
            <a:lvl8pPr algn="ctr">
              <a:buNone/>
              <a:defRPr sz="1200" b="0">
                <a:solidFill>
                  <a:srgbClr val="33485D"/>
                </a:solidFill>
                <a:latin typeface="Helvetica Neue"/>
                <a:ea typeface="Helvetica Neue"/>
                <a:cs typeface="Helvetica Neue"/>
              </a:defRPr>
            </a:lvl8pPr>
            <a:lvl9pPr algn="ctr">
              <a:buNone/>
              <a:defRPr sz="1200" b="0">
                <a:solidFill>
                  <a:srgbClr val="33485D"/>
                </a:solidFill>
                <a:latin typeface="Helvetica Neue"/>
                <a:ea typeface="Helvetica Neue"/>
                <a:cs typeface="Helvetica Neue"/>
              </a:defRPr>
            </a:lvl9pPr>
          </a:lstStyle>
          <a:p xmlns:a="http://schemas.openxmlformats.org/drawingml/2006/main">
            <a:pPr algn="ctr">
              <a:buNone/>
              <a:defRPr sz="1200" b="0">
                <a:solidFill>
                  <a:srgbClr val="33485D"/>
                </a:solidFill>
                <a:latin typeface="Helvetica Neue"/>
                <a:ea typeface="Helvetica Neue"/>
                <a:cs typeface="Helvetica Neue"/>
              </a:defRPr>
            </a:pPr>
            <a:r>
              <a:rPr sz="1200" b="0">
                <a:solidFill>
                  <a:srgbClr val="33485D"/>
                </a:solidFill>
                <a:latin typeface="Helvetica Neue"/>
                <a:ea typeface="Helvetica Neue"/>
                <a:cs typeface="Helvetica Neue"/>
              </a:rPr>
              <a:t>row coverage</a:t>
            </a:r>
          </a:p>
          <a:p xmlns:a="http://schemas.openxmlformats.org/drawingml/2006/main">
            <a:pPr algn="ctr">
              <a:buNone/>
              <a:defRPr sz="1200" b="0">
                <a:solidFill>
                  <a:srgbClr val="33485D"/>
                </a:solidFill>
                <a:latin typeface="Helvetica Neue"/>
                <a:ea typeface="Helvetica Neue"/>
                <a:cs typeface="Helvetica Neue"/>
              </a:defRPr>
            </a:pPr>
            <a:r>
              <a:rPr sz="1200" b="0">
                <a:solidFill>
                  <a:srgbClr val="33485D"/>
                </a:solidFill>
                <a:latin typeface="Helvetica Neue"/>
                <a:ea typeface="Helvetica Neue"/>
                <a:cs typeface="Helvetica Neue"/>
              </a:rPr>
              <a:t>true labels</a:t>
            </a:r>
          </a:p>
          <a:p xmlns:a="http://schemas.openxmlformats.org/drawingml/2006/main">
            <a:pPr algn="ctr">
              <a:buNone/>
              <a:defRPr sz="1200" b="0">
                <a:solidFill>
                  <a:srgbClr val="33485D"/>
                </a:solidFill>
                <a:latin typeface="Helvetica Neue"/>
                <a:ea typeface="Helvetica Neue"/>
                <a:cs typeface="Helvetica Neue"/>
              </a:defRPr>
            </a:pPr>
            <a:r>
              <a:rPr sz="1200" b="0">
                <a:solidFill>
                  <a:srgbClr val="33485D"/>
                </a:solidFill>
                <a:latin typeface="Helvetica Neue"/>
                <a:ea typeface="Helvetica Neue"/>
                <a:cs typeface="Helvetica Neue"/>
              </a:rPr>
              <a:t>duplicates / gaps</a:t>
            </a:r>
          </a:p>
        </p:txBody>
      </p:sp>
      <p:sp>
        <p:nvSpPr>
          <p:cNvPr id="17" name="Right Arrow 16">
            <a:extLst xmlns:a="http://schemas.openxmlformats.org/drawingml/2006/main">
              <a:ext uri="{FF2B5EF4-FFF2-40B4-BE49-F238E27FC236}">
                <a16:creationId xmlns:a16="http://schemas.microsoft.com/office/drawing/2014/main" id="{C97866ED-2BB7-4F08-AD53-FE2330020C41}"/>
              </a:ext>
            </a:extLst>
          </p:cNvPr>
          <p:cNvSpPr>
            <a:spLocks xmlns:a="http://schemas.openxmlformats.org/drawingml/2006/main" noGrp="1"/>
          </p:cNvSpPr>
          <p:nvPr/>
        </p:nvSpPr>
        <p:spPr>
          <a:xfrm xmlns:a="http://schemas.openxmlformats.org/drawingml/2006/main">
            <a:off x="8039100" y="2657475"/>
            <a:ext cx="323850" cy="152400"/>
          </a:xfrm>
          <a:prstGeom xmlns:a="http://schemas.openxmlformats.org/drawingml/2006/main" prst="rightArrow">
            <a:avLst/>
          </a:prstGeom>
          <a:solidFill xmlns:a="http://schemas.openxmlformats.org/drawingml/2006/main">
            <a:srgbClr val="64877F"/>
          </a:solidFill>
          <a:ln xmlns:a="http://schemas.openxmlformats.org/drawingml/2006/main" w="0">
            <a:noFill/>
            <a:prstDash val="solid"/>
          </a:ln>
        </p:spPr>
      </p:sp>
      <p:sp>
        <p:nvSpPr>
          <p:cNvPr id="18" name="Rounded Rectangle 17">
            <a:extLst xmlns:a="http://schemas.openxmlformats.org/drawingml/2006/main">
              <a:ext uri="{FF2B5EF4-FFF2-40B4-BE49-F238E27FC236}">
                <a16:creationId xmlns:a16="http://schemas.microsoft.com/office/drawing/2014/main" id="{38461AAC-F44D-43BE-9D47-6A368214F058}"/>
              </a:ext>
            </a:extLst>
          </p:cNvPr>
          <p:cNvSpPr>
            <a:spLocks xmlns:a="http://schemas.openxmlformats.org/drawingml/2006/main" noGrp="1"/>
          </p:cNvSpPr>
          <p:nvPr/>
        </p:nvSpPr>
        <p:spPr>
          <a:xfrm xmlns:a="http://schemas.openxmlformats.org/drawingml/2006/main">
            <a:off x="8477250" y="1952625"/>
            <a:ext cx="3048000" cy="1571625"/>
          </a:xfrm>
          <a:prstGeom xmlns:a="http://schemas.openxmlformats.org/drawingml/2006/main" prst="roundRect">
            <a:avLst>
              <a:gd name="adj" fmla="val 4848"/>
            </a:avLst>
          </a:prstGeom>
          <a:solidFill xmlns:a="http://schemas.openxmlformats.org/drawingml/2006/main">
            <a:srgbClr val="DCE7ED"/>
          </a:solidFill>
          <a:ln xmlns:a="http://schemas.openxmlformats.org/drawingml/2006/main" w="9525">
            <a:solidFill>
              <a:srgbClr val="CBD5DA"/>
            </a:solidFill>
            <a:prstDash val="solid"/>
          </a:ln>
        </p:spPr>
      </p:sp>
      <p:sp>
        <p:nvSpPr>
          <p:cNvPr id="19" name="Rectangle 18">
            <a:extLst xmlns:a="http://schemas.openxmlformats.org/drawingml/2006/main">
              <a:ext uri="{FF2B5EF4-FFF2-40B4-BE49-F238E27FC236}">
                <a16:creationId xmlns:a16="http://schemas.microsoft.com/office/drawing/2014/main" id="{050F47E2-3588-455B-A47C-C538D7210D81}"/>
              </a:ext>
            </a:extLst>
          </p:cNvPr>
          <p:cNvSpPr>
            <a:spLocks xmlns:a="http://schemas.openxmlformats.org/drawingml/2006/main" noGrp="1"/>
          </p:cNvSpPr>
          <p:nvPr/>
        </p:nvSpPr>
        <p:spPr>
          <a:xfrm xmlns:a="http://schemas.openxmlformats.org/drawingml/2006/main">
            <a:off x="8591550" y="2066925"/>
            <a:ext cx="2819400" cy="3333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a:bodyPr>
          <a:lstStyle xmlns:a="http://schemas.openxmlformats.org/drawingml/2006/main">
            <a:defPPr algn="ctr">
              <a:defRPr sz="1500" b="1">
                <a:solidFill>
                  <a:srgbClr val="243A50"/>
                </a:solidFill>
                <a:latin typeface="Helvetica Neue"/>
                <a:ea typeface="Helvetica Neue"/>
                <a:cs typeface="Helvetica Neue"/>
              </a:defRPr>
            </a:defPPr>
            <a:lvl1pPr algn="ctr">
              <a:buNone/>
              <a:defRPr sz="1500" b="1">
                <a:solidFill>
                  <a:srgbClr val="243A50"/>
                </a:solidFill>
                <a:latin typeface="Helvetica Neue"/>
                <a:ea typeface="Helvetica Neue"/>
                <a:cs typeface="Helvetica Neue"/>
              </a:defRPr>
            </a:lvl1pPr>
            <a:lvl2pPr algn="ctr">
              <a:buNone/>
              <a:defRPr sz="1500" b="1">
                <a:solidFill>
                  <a:srgbClr val="243A50"/>
                </a:solidFill>
                <a:latin typeface="Helvetica Neue"/>
                <a:ea typeface="Helvetica Neue"/>
                <a:cs typeface="Helvetica Neue"/>
              </a:defRPr>
            </a:lvl2pPr>
            <a:lvl3pPr algn="ctr">
              <a:buNone/>
              <a:defRPr sz="1500" b="1">
                <a:solidFill>
                  <a:srgbClr val="243A50"/>
                </a:solidFill>
                <a:latin typeface="Helvetica Neue"/>
                <a:ea typeface="Helvetica Neue"/>
                <a:cs typeface="Helvetica Neue"/>
              </a:defRPr>
            </a:lvl3pPr>
            <a:lvl4pPr algn="ctr">
              <a:buNone/>
              <a:defRPr sz="1500" b="1">
                <a:solidFill>
                  <a:srgbClr val="243A50"/>
                </a:solidFill>
                <a:latin typeface="Helvetica Neue"/>
                <a:ea typeface="Helvetica Neue"/>
                <a:cs typeface="Helvetica Neue"/>
              </a:defRPr>
            </a:lvl4pPr>
            <a:lvl5pPr algn="ctr">
              <a:buNone/>
              <a:defRPr sz="1500" b="1">
                <a:solidFill>
                  <a:srgbClr val="243A50"/>
                </a:solidFill>
                <a:latin typeface="Helvetica Neue"/>
                <a:ea typeface="Helvetica Neue"/>
                <a:cs typeface="Helvetica Neue"/>
              </a:defRPr>
            </a:lvl5pPr>
            <a:lvl6pPr algn="ctr">
              <a:buNone/>
              <a:defRPr sz="1500" b="1">
                <a:solidFill>
                  <a:srgbClr val="243A50"/>
                </a:solidFill>
                <a:latin typeface="Helvetica Neue"/>
                <a:ea typeface="Helvetica Neue"/>
                <a:cs typeface="Helvetica Neue"/>
              </a:defRPr>
            </a:lvl6pPr>
            <a:lvl7pPr algn="ctr">
              <a:buNone/>
              <a:defRPr sz="1500" b="1">
                <a:solidFill>
                  <a:srgbClr val="243A50"/>
                </a:solidFill>
                <a:latin typeface="Helvetica Neue"/>
                <a:ea typeface="Helvetica Neue"/>
                <a:cs typeface="Helvetica Neue"/>
              </a:defRPr>
            </a:lvl7pPr>
            <a:lvl8pPr algn="ctr">
              <a:buNone/>
              <a:defRPr sz="1500" b="1">
                <a:solidFill>
                  <a:srgbClr val="243A50"/>
                </a:solidFill>
                <a:latin typeface="Helvetica Neue"/>
                <a:ea typeface="Helvetica Neue"/>
                <a:cs typeface="Helvetica Neue"/>
              </a:defRPr>
            </a:lvl8pPr>
            <a:lvl9pPr algn="ctr">
              <a:buNone/>
              <a:defRPr sz="1500" b="1">
                <a:solidFill>
                  <a:srgbClr val="243A50"/>
                </a:solidFill>
                <a:latin typeface="Helvetica Neue"/>
                <a:ea typeface="Helvetica Neue"/>
                <a:cs typeface="Helvetica Neue"/>
              </a:defRPr>
            </a:lvl9pPr>
          </a:lstStyle>
          <a:p xmlns:a="http://schemas.openxmlformats.org/drawingml/2006/main">
            <a:pPr algn="ctr">
              <a:buNone/>
              <a:defRPr sz="1500" b="1">
                <a:solidFill>
                  <a:srgbClr val="243A50"/>
                </a:solidFill>
                <a:latin typeface="Helvetica Neue"/>
                <a:ea typeface="Helvetica Neue"/>
                <a:cs typeface="Helvetica Neue"/>
              </a:defRPr>
            </a:pPr>
            <a:r>
              <a:rPr sz="1500" b="1">
                <a:solidFill>
                  <a:srgbClr val="243A50"/>
                </a:solidFill>
                <a:latin typeface="Helvetica Neue"/>
                <a:ea typeface="Helvetica Neue"/>
                <a:cs typeface="Helvetica Neue"/>
              </a:rPr>
              <a:t>Integrated evaluation</a:t>
            </a:r>
          </a:p>
        </p:txBody>
      </p:sp>
      <p:sp>
        <p:nvSpPr>
          <p:cNvPr id="20" name="Rectangle 19">
            <a:extLst xmlns:a="http://schemas.openxmlformats.org/drawingml/2006/main">
              <a:ext uri="{FF2B5EF4-FFF2-40B4-BE49-F238E27FC236}">
                <a16:creationId xmlns:a16="http://schemas.microsoft.com/office/drawing/2014/main" id="{857643C6-7FA7-4F61-9526-23A336CF1D24}"/>
              </a:ext>
            </a:extLst>
          </p:cNvPr>
          <p:cNvSpPr>
            <a:spLocks xmlns:a="http://schemas.openxmlformats.org/drawingml/2006/main" noGrp="1"/>
          </p:cNvSpPr>
          <p:nvPr/>
        </p:nvSpPr>
        <p:spPr>
          <a:xfrm xmlns:a="http://schemas.openxmlformats.org/drawingml/2006/main">
            <a:off x="8610600" y="2466975"/>
            <a:ext cx="2781300" cy="9620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a:bodyPr>
          <a:lstStyle xmlns:a="http://schemas.openxmlformats.org/drawingml/2006/main">
            <a:defPPr algn="ctr">
              <a:defRPr sz="1200" b="0">
                <a:solidFill>
                  <a:srgbClr val="33485D"/>
                </a:solidFill>
                <a:latin typeface="Helvetica Neue"/>
                <a:ea typeface="Helvetica Neue"/>
                <a:cs typeface="Helvetica Neue"/>
              </a:defRPr>
            </a:defPPr>
            <a:lvl1pPr algn="ctr">
              <a:buNone/>
              <a:defRPr sz="1200" b="0">
                <a:solidFill>
                  <a:srgbClr val="33485D"/>
                </a:solidFill>
                <a:latin typeface="Helvetica Neue"/>
                <a:ea typeface="Helvetica Neue"/>
                <a:cs typeface="Helvetica Neue"/>
              </a:defRPr>
            </a:lvl1pPr>
            <a:lvl2pPr algn="ctr">
              <a:buNone/>
              <a:defRPr sz="1200" b="0">
                <a:solidFill>
                  <a:srgbClr val="33485D"/>
                </a:solidFill>
                <a:latin typeface="Helvetica Neue"/>
                <a:ea typeface="Helvetica Neue"/>
                <a:cs typeface="Helvetica Neue"/>
              </a:defRPr>
            </a:lvl2pPr>
            <a:lvl3pPr algn="ctr">
              <a:buNone/>
              <a:defRPr sz="1200" b="0">
                <a:solidFill>
                  <a:srgbClr val="33485D"/>
                </a:solidFill>
                <a:latin typeface="Helvetica Neue"/>
                <a:ea typeface="Helvetica Neue"/>
                <a:cs typeface="Helvetica Neue"/>
              </a:defRPr>
            </a:lvl3pPr>
            <a:lvl4pPr algn="ctr">
              <a:buNone/>
              <a:defRPr sz="1200" b="0">
                <a:solidFill>
                  <a:srgbClr val="33485D"/>
                </a:solidFill>
                <a:latin typeface="Helvetica Neue"/>
                <a:ea typeface="Helvetica Neue"/>
                <a:cs typeface="Helvetica Neue"/>
              </a:defRPr>
            </a:lvl4pPr>
            <a:lvl5pPr algn="ctr">
              <a:buNone/>
              <a:defRPr sz="1200" b="0">
                <a:solidFill>
                  <a:srgbClr val="33485D"/>
                </a:solidFill>
                <a:latin typeface="Helvetica Neue"/>
                <a:ea typeface="Helvetica Neue"/>
                <a:cs typeface="Helvetica Neue"/>
              </a:defRPr>
            </a:lvl5pPr>
            <a:lvl6pPr algn="ctr">
              <a:buNone/>
              <a:defRPr sz="1200" b="0">
                <a:solidFill>
                  <a:srgbClr val="33485D"/>
                </a:solidFill>
                <a:latin typeface="Helvetica Neue"/>
                <a:ea typeface="Helvetica Neue"/>
                <a:cs typeface="Helvetica Neue"/>
              </a:defRPr>
            </a:lvl6pPr>
            <a:lvl7pPr algn="ctr">
              <a:buNone/>
              <a:defRPr sz="1200" b="0">
                <a:solidFill>
                  <a:srgbClr val="33485D"/>
                </a:solidFill>
                <a:latin typeface="Helvetica Neue"/>
                <a:ea typeface="Helvetica Neue"/>
                <a:cs typeface="Helvetica Neue"/>
              </a:defRPr>
            </a:lvl7pPr>
            <a:lvl8pPr algn="ctr">
              <a:buNone/>
              <a:defRPr sz="1200" b="0">
                <a:solidFill>
                  <a:srgbClr val="33485D"/>
                </a:solidFill>
                <a:latin typeface="Helvetica Neue"/>
                <a:ea typeface="Helvetica Neue"/>
                <a:cs typeface="Helvetica Neue"/>
              </a:defRPr>
            </a:lvl8pPr>
            <a:lvl9pPr algn="ctr">
              <a:buNone/>
              <a:defRPr sz="1200" b="0">
                <a:solidFill>
                  <a:srgbClr val="33485D"/>
                </a:solidFill>
                <a:latin typeface="Helvetica Neue"/>
                <a:ea typeface="Helvetica Neue"/>
                <a:cs typeface="Helvetica Neue"/>
              </a:defRPr>
            </a:lvl9pPr>
          </a:lstStyle>
          <a:p xmlns:a="http://schemas.openxmlformats.org/drawingml/2006/main">
            <a:pPr algn="ctr">
              <a:buNone/>
              <a:defRPr sz="1200" b="0">
                <a:solidFill>
                  <a:srgbClr val="33485D"/>
                </a:solidFill>
                <a:latin typeface="Helvetica Neue"/>
                <a:ea typeface="Helvetica Neue"/>
                <a:cs typeface="Helvetica Neue"/>
              </a:defRPr>
            </a:pPr>
            <a:r>
              <a:rPr sz="1200" b="0">
                <a:solidFill>
                  <a:srgbClr val="33485D"/>
                </a:solidFill>
                <a:latin typeface="Helvetica Neue"/>
                <a:ea typeface="Helvetica Neue"/>
                <a:cs typeface="Helvetica Neue"/>
              </a:rPr>
              <a:t>task metrics</a:t>
            </a:r>
          </a:p>
          <a:p xmlns:a="http://schemas.openxmlformats.org/drawingml/2006/main">
            <a:pPr algn="ctr">
              <a:buNone/>
              <a:defRPr sz="1200" b="0">
                <a:solidFill>
                  <a:srgbClr val="33485D"/>
                </a:solidFill>
                <a:latin typeface="Helvetica Neue"/>
                <a:ea typeface="Helvetica Neue"/>
                <a:cs typeface="Helvetica Neue"/>
              </a:defRPr>
            </a:pPr>
            <a:r>
              <a:rPr sz="1200" b="0">
                <a:solidFill>
                  <a:srgbClr val="33485D"/>
                </a:solidFill>
                <a:latin typeface="Helvetica Neue"/>
                <a:ea typeface="Helvetica Neue"/>
                <a:cs typeface="Helvetica Neue"/>
              </a:rPr>
              <a:t>confusion matrices</a:t>
            </a:r>
          </a:p>
          <a:p xmlns:a="http://schemas.openxmlformats.org/drawingml/2006/main">
            <a:pPr algn="ctr">
              <a:buNone/>
              <a:defRPr sz="1200" b="0">
                <a:solidFill>
                  <a:srgbClr val="33485D"/>
                </a:solidFill>
                <a:latin typeface="Helvetica Neue"/>
                <a:ea typeface="Helvetica Neue"/>
                <a:cs typeface="Helvetica Neue"/>
              </a:defRPr>
            </a:pPr>
            <a:r>
              <a:rPr sz="1200" b="0">
                <a:solidFill>
                  <a:srgbClr val="33485D"/>
                </a:solidFill>
                <a:latin typeface="Helvetica Neue"/>
                <a:ea typeface="Helvetica Neue"/>
                <a:cs typeface="Helvetica Neue"/>
              </a:rPr>
              <a:t>hierarchical coordinate error</a:t>
            </a:r>
          </a:p>
        </p:txBody>
      </p:sp>
      <p:sp>
        <p:nvSpPr>
          <p:cNvPr id="21" name="Rectangle 20">
            <a:extLst xmlns:a="http://schemas.openxmlformats.org/drawingml/2006/main">
              <a:ext uri="{FF2B5EF4-FFF2-40B4-BE49-F238E27FC236}">
                <a16:creationId xmlns:a16="http://schemas.microsoft.com/office/drawing/2014/main" id="{6DCDA64F-65A9-4AA4-BF6F-9142615A5A5B}"/>
              </a:ext>
            </a:extLst>
          </p:cNvPr>
          <p:cNvSpPr>
            <a:spLocks xmlns:a="http://schemas.openxmlformats.org/drawingml/2006/main" noGrp="1"/>
          </p:cNvSpPr>
          <p:nvPr/>
        </p:nvSpPr>
        <p:spPr>
          <a:xfrm xmlns:a="http://schemas.openxmlformats.org/drawingml/2006/main">
            <a:off x="742950" y="4410075"/>
            <a:ext cx="1057275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a:bodyPr>
          <a:lstStyle xmlns:a="http://schemas.openxmlformats.org/drawingml/2006/main">
            <a:defPPr algn="l">
              <a:defRPr sz="1575" b="1">
                <a:solidFill>
                  <a:srgbClr val="243A50"/>
                </a:solidFill>
                <a:latin typeface="Helvetica Neue"/>
                <a:ea typeface="Helvetica Neue"/>
                <a:cs typeface="Helvetica Neue"/>
              </a:defRPr>
            </a:defPPr>
            <a:lvl1pPr algn="l">
              <a:buNone/>
              <a:defRPr sz="1575" b="1">
                <a:solidFill>
                  <a:srgbClr val="243A50"/>
                </a:solidFill>
                <a:latin typeface="Helvetica Neue"/>
                <a:ea typeface="Helvetica Neue"/>
                <a:cs typeface="Helvetica Neue"/>
              </a:defRPr>
            </a:lvl1pPr>
            <a:lvl2pPr algn="l">
              <a:buNone/>
              <a:defRPr sz="1575" b="1">
                <a:solidFill>
                  <a:srgbClr val="243A50"/>
                </a:solidFill>
                <a:latin typeface="Helvetica Neue"/>
                <a:ea typeface="Helvetica Neue"/>
                <a:cs typeface="Helvetica Neue"/>
              </a:defRPr>
            </a:lvl2pPr>
            <a:lvl3pPr algn="l">
              <a:buNone/>
              <a:defRPr sz="1575" b="1">
                <a:solidFill>
                  <a:srgbClr val="243A50"/>
                </a:solidFill>
                <a:latin typeface="Helvetica Neue"/>
                <a:ea typeface="Helvetica Neue"/>
                <a:cs typeface="Helvetica Neue"/>
              </a:defRPr>
            </a:lvl3pPr>
            <a:lvl4pPr algn="l">
              <a:buNone/>
              <a:defRPr sz="1575" b="1">
                <a:solidFill>
                  <a:srgbClr val="243A50"/>
                </a:solidFill>
                <a:latin typeface="Helvetica Neue"/>
                <a:ea typeface="Helvetica Neue"/>
                <a:cs typeface="Helvetica Neue"/>
              </a:defRPr>
            </a:lvl4pPr>
            <a:lvl5pPr algn="l">
              <a:buNone/>
              <a:defRPr sz="1575" b="1">
                <a:solidFill>
                  <a:srgbClr val="243A50"/>
                </a:solidFill>
                <a:latin typeface="Helvetica Neue"/>
                <a:ea typeface="Helvetica Neue"/>
                <a:cs typeface="Helvetica Neue"/>
              </a:defRPr>
            </a:lvl5pPr>
            <a:lvl6pPr algn="l">
              <a:buNone/>
              <a:defRPr sz="1575" b="1">
                <a:solidFill>
                  <a:srgbClr val="243A50"/>
                </a:solidFill>
                <a:latin typeface="Helvetica Neue"/>
                <a:ea typeface="Helvetica Neue"/>
                <a:cs typeface="Helvetica Neue"/>
              </a:defRPr>
            </a:lvl6pPr>
            <a:lvl7pPr algn="l">
              <a:buNone/>
              <a:defRPr sz="1575" b="1">
                <a:solidFill>
                  <a:srgbClr val="243A50"/>
                </a:solidFill>
                <a:latin typeface="Helvetica Neue"/>
                <a:ea typeface="Helvetica Neue"/>
                <a:cs typeface="Helvetica Neue"/>
              </a:defRPr>
            </a:lvl7pPr>
            <a:lvl8pPr algn="l">
              <a:buNone/>
              <a:defRPr sz="1575" b="1">
                <a:solidFill>
                  <a:srgbClr val="243A50"/>
                </a:solidFill>
                <a:latin typeface="Helvetica Neue"/>
                <a:ea typeface="Helvetica Neue"/>
                <a:cs typeface="Helvetica Neue"/>
              </a:defRPr>
            </a:lvl8pPr>
            <a:lvl9pPr algn="l">
              <a:buNone/>
              <a:defRPr sz="1575" b="1">
                <a:solidFill>
                  <a:srgbClr val="243A50"/>
                </a:solidFill>
                <a:latin typeface="Helvetica Neue"/>
                <a:ea typeface="Helvetica Neue"/>
                <a:cs typeface="Helvetica Neue"/>
              </a:defRPr>
            </a:lvl9pPr>
          </a:lstStyle>
          <a:p xmlns:a="http://schemas.openxmlformats.org/drawingml/2006/main">
            <a:pPr algn="l">
              <a:buNone/>
              <a:defRPr sz="1575" b="1">
                <a:solidFill>
                  <a:srgbClr val="243A50"/>
                </a:solidFill>
                <a:latin typeface="Helvetica Neue"/>
                <a:ea typeface="Helvetica Neue"/>
                <a:cs typeface="Helvetica Neue"/>
              </a:defRPr>
            </a:pPr>
            <a:r>
              <a:rPr sz="1575" b="1">
                <a:solidFill>
                  <a:srgbClr val="243A50"/>
                </a:solidFill>
                <a:latin typeface="Helvetica Neue"/>
                <a:ea typeface="Helvetica Neue"/>
                <a:cs typeface="Helvetica Neue"/>
              </a:rPr>
              <a:t>This step confirms every result refers to the same held-out observation.</a:t>
            </a:r>
          </a:p>
        </p:txBody>
      </p:sp>
      <p:sp>
        <p:nvSpPr>
          <p:cNvPr id="22" name="Rectangle 21">
            <a:extLst xmlns:a="http://schemas.openxmlformats.org/drawingml/2006/main">
              <a:ext uri="{FF2B5EF4-FFF2-40B4-BE49-F238E27FC236}">
                <a16:creationId xmlns:a16="http://schemas.microsoft.com/office/drawing/2014/main" id="{9B23C9F5-EF82-4A61-9ADE-C2398500BF4A}"/>
              </a:ext>
            </a:extLst>
          </p:cNvPr>
          <p:cNvSpPr>
            <a:spLocks xmlns:a="http://schemas.openxmlformats.org/drawingml/2006/main" noGrp="1"/>
          </p:cNvSpPr>
          <p:nvPr/>
        </p:nvSpPr>
        <p:spPr>
          <a:xfrm xmlns:a="http://schemas.openxmlformats.org/drawingml/2006/main">
            <a:off x="742950" y="4953000"/>
            <a:ext cx="1057275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a:bodyPr>
          <a:lstStyle xmlns:a="http://schemas.openxmlformats.org/drawingml/2006/main">
            <a:defPPr algn="l">
              <a:defRPr sz="1350" b="0">
                <a:solidFill>
                  <a:srgbClr val="33485D"/>
                </a:solidFill>
                <a:latin typeface="Helvetica Neue"/>
                <a:ea typeface="Helvetica Neue"/>
                <a:cs typeface="Helvetica Neue"/>
              </a:defRPr>
            </a:defPPr>
            <a:lvl1pPr algn="l">
              <a:buNone/>
              <a:defRPr sz="1350" b="0">
                <a:solidFill>
                  <a:srgbClr val="33485D"/>
                </a:solidFill>
                <a:latin typeface="Helvetica Neue"/>
                <a:ea typeface="Helvetica Neue"/>
                <a:cs typeface="Helvetica Neue"/>
              </a:defRPr>
            </a:lvl1pPr>
            <a:lvl2pPr algn="l">
              <a:buNone/>
              <a:defRPr sz="1350" b="0">
                <a:solidFill>
                  <a:srgbClr val="33485D"/>
                </a:solidFill>
                <a:latin typeface="Helvetica Neue"/>
                <a:ea typeface="Helvetica Neue"/>
                <a:cs typeface="Helvetica Neue"/>
              </a:defRPr>
            </a:lvl2pPr>
            <a:lvl3pPr algn="l">
              <a:buNone/>
              <a:defRPr sz="1350" b="0">
                <a:solidFill>
                  <a:srgbClr val="33485D"/>
                </a:solidFill>
                <a:latin typeface="Helvetica Neue"/>
                <a:ea typeface="Helvetica Neue"/>
                <a:cs typeface="Helvetica Neue"/>
              </a:defRPr>
            </a:lvl3pPr>
            <a:lvl4pPr algn="l">
              <a:buNone/>
              <a:defRPr sz="1350" b="0">
                <a:solidFill>
                  <a:srgbClr val="33485D"/>
                </a:solidFill>
                <a:latin typeface="Helvetica Neue"/>
                <a:ea typeface="Helvetica Neue"/>
                <a:cs typeface="Helvetica Neue"/>
              </a:defRPr>
            </a:lvl4pPr>
            <a:lvl5pPr algn="l">
              <a:buNone/>
              <a:defRPr sz="1350" b="0">
                <a:solidFill>
                  <a:srgbClr val="33485D"/>
                </a:solidFill>
                <a:latin typeface="Helvetica Neue"/>
                <a:ea typeface="Helvetica Neue"/>
                <a:cs typeface="Helvetica Neue"/>
              </a:defRPr>
            </a:lvl5pPr>
            <a:lvl6pPr algn="l">
              <a:buNone/>
              <a:defRPr sz="1350" b="0">
                <a:solidFill>
                  <a:srgbClr val="33485D"/>
                </a:solidFill>
                <a:latin typeface="Helvetica Neue"/>
                <a:ea typeface="Helvetica Neue"/>
                <a:cs typeface="Helvetica Neue"/>
              </a:defRPr>
            </a:lvl6pPr>
            <a:lvl7pPr algn="l">
              <a:buNone/>
              <a:defRPr sz="1350" b="0">
                <a:solidFill>
                  <a:srgbClr val="33485D"/>
                </a:solidFill>
                <a:latin typeface="Helvetica Neue"/>
                <a:ea typeface="Helvetica Neue"/>
                <a:cs typeface="Helvetica Neue"/>
              </a:defRPr>
            </a:lvl7pPr>
            <a:lvl8pPr algn="l">
              <a:buNone/>
              <a:defRPr sz="1350" b="0">
                <a:solidFill>
                  <a:srgbClr val="33485D"/>
                </a:solidFill>
                <a:latin typeface="Helvetica Neue"/>
                <a:ea typeface="Helvetica Neue"/>
                <a:cs typeface="Helvetica Neue"/>
              </a:defRPr>
            </a:lvl8pPr>
            <a:lvl9pPr algn="l">
              <a:buNone/>
              <a:defRPr sz="1350" b="0">
                <a:solidFill>
                  <a:srgbClr val="33485D"/>
                </a:solidFill>
                <a:latin typeface="Helvetica Neue"/>
                <a:ea typeface="Helvetica Neue"/>
                <a:cs typeface="Helvetica Neue"/>
              </a:defRPr>
            </a:lvl9pPr>
          </a:lstStyle>
          <a:p xmlns:a="http://schemas.openxmlformats.org/drawingml/2006/main">
            <a:pPr algn="l">
              <a:buNone/>
              <a:defRPr sz="1350" b="0">
                <a:solidFill>
                  <a:srgbClr val="33485D"/>
                </a:solidFill>
                <a:latin typeface="Helvetica Neue"/>
                <a:ea typeface="Helvetica Neue"/>
                <a:cs typeface="Helvetica Neue"/>
              </a:defRPr>
            </a:pPr>
            <a:r>
              <a:rPr sz="1350" b="0">
                <a:solidFill>
                  <a:srgbClr val="33485D"/>
                </a:solidFill>
                <a:latin typeface="Helvetica Neue"/>
                <a:ea typeface="Helvetica Neue"/>
                <a:cs typeface="Helvetica Neue"/>
              </a:rPr>
              <a:t>Groups: both classes correct · building correct / floor wrong · building wrong / floor correct · both wrong</a:t>
            </a:r>
          </a:p>
        </p:txBody>
      </p:sp>
    </p:spTree>
    <p:extLst>
      <p:ext uri="{BB962C8B-B14F-4D97-AF65-F5344CB8AC3E}">
        <p14:creationId xmlns:p14="http://schemas.microsoft.com/office/powerpoint/2010/main" val="947383823"/>
      </p:ext>
    </p:extLst>
  </p:cSld>
</p:sld>
</file>

<file path=ppt/slides/slide18.xml><?xml version="1.0" encoding="utf-8"?>
<p:sld xmlns:p="http://schemas.openxmlformats.org/presentationml/2006/main">
  <p:cSld>
    <p:bg>
      <p:bgPr>
        <a:solidFill xmlns:a="http://schemas.openxmlformats.org/drawingml/2006/main">
          <a:srgbClr val="FAF9F6"/>
        </a:solidFill>
      </p:bgPr>
    </p:bg>
    <p:spTree>
      <p:nvGrpSpPr>
        <p:cNvPr id="1" name=""/>
        <p:cNvGrpSpPr/>
        <p:nvPr/>
      </p:nvGrpSpPr>
      <p:grpSpPr>
        <a:xfrm xmlns:a="http://schemas.openxmlformats.org/drawingml/2006/main"/>
      </p:grpSpPr>
      <p:sp>
        <p:nvSpPr>
          <p:cNvPr id="13" name="Rectangle 12">
            <a:extLst xmlns:a="http://schemas.openxmlformats.org/drawingml/2006/main">
              <a:ext uri="{FF2B5EF4-FFF2-40B4-BE49-F238E27FC236}">
                <a16:creationId xmlns:a16="http://schemas.microsoft.com/office/drawing/2014/main" id="{8EE0B640-2E24-4267-957A-51ADDC7D8DCD}"/>
              </a:ext>
            </a:extLst>
          </p:cNvPr>
          <p:cNvSpPr>
            <a:spLocks xmlns:a="http://schemas.openxmlformats.org/drawingml/2006/main" noGrp="1"/>
          </p:cNvSpPr>
          <p:nvPr/>
        </p:nvSpPr>
        <p:spPr>
          <a:xfrm xmlns:a="http://schemas.openxmlformats.org/drawingml/2006/main">
            <a:off x="0" y="0"/>
            <a:ext cx="12192000" cy="104775"/>
          </a:xfrm>
          <a:prstGeom xmlns:a="http://schemas.openxmlformats.org/drawingml/2006/main" prst="rect">
            <a:avLst/>
          </a:prstGeom>
          <a:solidFill xmlns:a="http://schemas.openxmlformats.org/drawingml/2006/main">
            <a:srgbClr val="C7DBD1"/>
          </a:solidFill>
          <a:ln xmlns:a="http://schemas.openxmlformats.org/drawingml/2006/main" w="0">
            <a:noFill/>
            <a:prstDash val="solid"/>
          </a:ln>
        </p:spPr>
      </p:sp>
      <p:sp>
        <p:nvSpPr>
          <p:cNvPr id="2" name="Rectangle 1">
            <a:extLst xmlns:a="http://schemas.openxmlformats.org/drawingml/2006/main">
              <a:ext uri="{FF2B5EF4-FFF2-40B4-BE49-F238E27FC236}">
                <a16:creationId xmlns:a16="http://schemas.microsoft.com/office/drawing/2014/main" id="{A26AFD51-9CD8-4EED-92C3-57FB77294A01}"/>
              </a:ext>
            </a:extLst>
          </p:cNvPr>
          <p:cNvSpPr>
            <a:spLocks xmlns:a="http://schemas.openxmlformats.org/drawingml/2006/main" noGrp="1"/>
          </p:cNvSpPr>
          <p:nvPr/>
        </p:nvSpPr>
        <p:spPr>
          <a:xfrm xmlns:a="http://schemas.openxmlformats.org/drawingml/2006/main">
            <a:off x="609600" y="371475"/>
            <a:ext cx="1097280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a:bodyPr>
          <a:lstStyle xmlns:a="http://schemas.openxmlformats.org/drawingml/2006/main">
            <a:defPPr algn="l">
              <a:defRPr sz="2625" b="1">
                <a:solidFill>
                  <a:srgbClr val="243A50"/>
                </a:solidFill>
                <a:latin typeface="Helvetica Neue"/>
                <a:ea typeface="Helvetica Neue"/>
                <a:cs typeface="Helvetica Neue"/>
              </a:defRPr>
            </a:defPPr>
            <a:lvl1pPr algn="l">
              <a:buNone/>
              <a:defRPr sz="2625" b="1">
                <a:solidFill>
                  <a:srgbClr val="243A50"/>
                </a:solidFill>
                <a:latin typeface="Helvetica Neue"/>
                <a:ea typeface="Helvetica Neue"/>
                <a:cs typeface="Helvetica Neue"/>
              </a:defRPr>
            </a:lvl1pPr>
            <a:lvl2pPr algn="l">
              <a:buNone/>
              <a:defRPr sz="2625" b="1">
                <a:solidFill>
                  <a:srgbClr val="243A50"/>
                </a:solidFill>
                <a:latin typeface="Helvetica Neue"/>
                <a:ea typeface="Helvetica Neue"/>
                <a:cs typeface="Helvetica Neue"/>
              </a:defRPr>
            </a:lvl2pPr>
            <a:lvl3pPr algn="l">
              <a:buNone/>
              <a:defRPr sz="2625" b="1">
                <a:solidFill>
                  <a:srgbClr val="243A50"/>
                </a:solidFill>
                <a:latin typeface="Helvetica Neue"/>
                <a:ea typeface="Helvetica Neue"/>
                <a:cs typeface="Helvetica Neue"/>
              </a:defRPr>
            </a:lvl3pPr>
            <a:lvl4pPr algn="l">
              <a:buNone/>
              <a:defRPr sz="2625" b="1">
                <a:solidFill>
                  <a:srgbClr val="243A50"/>
                </a:solidFill>
                <a:latin typeface="Helvetica Neue"/>
                <a:ea typeface="Helvetica Neue"/>
                <a:cs typeface="Helvetica Neue"/>
              </a:defRPr>
            </a:lvl4pPr>
            <a:lvl5pPr algn="l">
              <a:buNone/>
              <a:defRPr sz="2625" b="1">
                <a:solidFill>
                  <a:srgbClr val="243A50"/>
                </a:solidFill>
                <a:latin typeface="Helvetica Neue"/>
                <a:ea typeface="Helvetica Neue"/>
                <a:cs typeface="Helvetica Neue"/>
              </a:defRPr>
            </a:lvl5pPr>
            <a:lvl6pPr algn="l">
              <a:buNone/>
              <a:defRPr sz="2625" b="1">
                <a:solidFill>
                  <a:srgbClr val="243A50"/>
                </a:solidFill>
                <a:latin typeface="Helvetica Neue"/>
                <a:ea typeface="Helvetica Neue"/>
                <a:cs typeface="Helvetica Neue"/>
              </a:defRPr>
            </a:lvl6pPr>
            <a:lvl7pPr algn="l">
              <a:buNone/>
              <a:defRPr sz="2625" b="1">
                <a:solidFill>
                  <a:srgbClr val="243A50"/>
                </a:solidFill>
                <a:latin typeface="Helvetica Neue"/>
                <a:ea typeface="Helvetica Neue"/>
                <a:cs typeface="Helvetica Neue"/>
              </a:defRPr>
            </a:lvl7pPr>
            <a:lvl8pPr algn="l">
              <a:buNone/>
              <a:defRPr sz="2625" b="1">
                <a:solidFill>
                  <a:srgbClr val="243A50"/>
                </a:solidFill>
                <a:latin typeface="Helvetica Neue"/>
                <a:ea typeface="Helvetica Neue"/>
                <a:cs typeface="Helvetica Neue"/>
              </a:defRPr>
            </a:lvl8pPr>
            <a:lvl9pPr algn="l">
              <a:buNone/>
              <a:defRPr sz="2625" b="1">
                <a:solidFill>
                  <a:srgbClr val="243A50"/>
                </a:solidFill>
                <a:latin typeface="Helvetica Neue"/>
                <a:ea typeface="Helvetica Neue"/>
                <a:cs typeface="Helvetica Neue"/>
              </a:defRPr>
            </a:lvl9pPr>
          </a:lstStyle>
          <a:p xmlns:a="http://schemas.openxmlformats.org/drawingml/2006/main">
            <a:pPr algn="l">
              <a:buNone/>
              <a:defRPr sz="2625" b="1">
                <a:solidFill>
                  <a:srgbClr val="243A50"/>
                </a:solidFill>
                <a:latin typeface="Helvetica Neue"/>
                <a:ea typeface="Helvetica Neue"/>
                <a:cs typeface="Helvetica Neue"/>
              </a:defRPr>
            </a:pPr>
            <a:r>
              <a:rPr sz="2625" b="1">
                <a:solidFill>
                  <a:srgbClr val="243A50"/>
                </a:solidFill>
                <a:latin typeface="Helvetica Neue"/>
                <a:ea typeface="Helvetica Neue"/>
                <a:cs typeface="Helvetica Neue"/>
              </a:rPr>
              <a:t>Workstream 5 · Integrated held-out metrics</a:t>
            </a:r>
          </a:p>
        </p:txBody>
      </p:sp>
      <p:sp>
        <p:nvSpPr>
          <p:cNvPr id="3" name="Rectangle 2">
            <a:extLst xmlns:a="http://schemas.openxmlformats.org/drawingml/2006/main">
              <a:ext uri="{FF2B5EF4-FFF2-40B4-BE49-F238E27FC236}">
                <a16:creationId xmlns:a16="http://schemas.microsoft.com/office/drawing/2014/main" id="{D5FE5797-71EA-4293-8EF5-856D68A09A80}"/>
              </a:ext>
            </a:extLst>
          </p:cNvPr>
          <p:cNvSpPr>
            <a:spLocks xmlns:a="http://schemas.openxmlformats.org/drawingml/2006/main" noGrp="1"/>
          </p:cNvSpPr>
          <p:nvPr/>
        </p:nvSpPr>
        <p:spPr>
          <a:xfrm xmlns:a="http://schemas.openxmlformats.org/drawingml/2006/main">
            <a:off x="628650" y="904875"/>
            <a:ext cx="108394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a:bodyPr>
          <a:lstStyle xmlns:a="http://schemas.openxmlformats.org/drawingml/2006/main">
            <a:defPPr algn="l">
              <a:defRPr sz="1350" b="0">
                <a:solidFill>
                  <a:srgbClr val="63788A"/>
                </a:solidFill>
                <a:latin typeface="Helvetica Neue"/>
                <a:ea typeface="Helvetica Neue"/>
                <a:cs typeface="Helvetica Neue"/>
              </a:defRPr>
            </a:defPPr>
            <a:lvl1pPr algn="l">
              <a:buNone/>
              <a:defRPr sz="1350" b="0">
                <a:solidFill>
                  <a:srgbClr val="63788A"/>
                </a:solidFill>
                <a:latin typeface="Helvetica Neue"/>
                <a:ea typeface="Helvetica Neue"/>
                <a:cs typeface="Helvetica Neue"/>
              </a:defRPr>
            </a:lvl1pPr>
            <a:lvl2pPr algn="l">
              <a:buNone/>
              <a:defRPr sz="1350" b="0">
                <a:solidFill>
                  <a:srgbClr val="63788A"/>
                </a:solidFill>
                <a:latin typeface="Helvetica Neue"/>
                <a:ea typeface="Helvetica Neue"/>
                <a:cs typeface="Helvetica Neue"/>
              </a:defRPr>
            </a:lvl2pPr>
            <a:lvl3pPr algn="l">
              <a:buNone/>
              <a:defRPr sz="1350" b="0">
                <a:solidFill>
                  <a:srgbClr val="63788A"/>
                </a:solidFill>
                <a:latin typeface="Helvetica Neue"/>
                <a:ea typeface="Helvetica Neue"/>
                <a:cs typeface="Helvetica Neue"/>
              </a:defRPr>
            </a:lvl3pPr>
            <a:lvl4pPr algn="l">
              <a:buNone/>
              <a:defRPr sz="1350" b="0">
                <a:solidFill>
                  <a:srgbClr val="63788A"/>
                </a:solidFill>
                <a:latin typeface="Helvetica Neue"/>
                <a:ea typeface="Helvetica Neue"/>
                <a:cs typeface="Helvetica Neue"/>
              </a:defRPr>
            </a:lvl4pPr>
            <a:lvl5pPr algn="l">
              <a:buNone/>
              <a:defRPr sz="1350" b="0">
                <a:solidFill>
                  <a:srgbClr val="63788A"/>
                </a:solidFill>
                <a:latin typeface="Helvetica Neue"/>
                <a:ea typeface="Helvetica Neue"/>
                <a:cs typeface="Helvetica Neue"/>
              </a:defRPr>
            </a:lvl5pPr>
            <a:lvl6pPr algn="l">
              <a:buNone/>
              <a:defRPr sz="1350" b="0">
                <a:solidFill>
                  <a:srgbClr val="63788A"/>
                </a:solidFill>
                <a:latin typeface="Helvetica Neue"/>
                <a:ea typeface="Helvetica Neue"/>
                <a:cs typeface="Helvetica Neue"/>
              </a:defRPr>
            </a:lvl6pPr>
            <a:lvl7pPr algn="l">
              <a:buNone/>
              <a:defRPr sz="1350" b="0">
                <a:solidFill>
                  <a:srgbClr val="63788A"/>
                </a:solidFill>
                <a:latin typeface="Helvetica Neue"/>
                <a:ea typeface="Helvetica Neue"/>
                <a:cs typeface="Helvetica Neue"/>
              </a:defRPr>
            </a:lvl7pPr>
            <a:lvl8pPr algn="l">
              <a:buNone/>
              <a:defRPr sz="1350" b="0">
                <a:solidFill>
                  <a:srgbClr val="63788A"/>
                </a:solidFill>
                <a:latin typeface="Helvetica Neue"/>
                <a:ea typeface="Helvetica Neue"/>
                <a:cs typeface="Helvetica Neue"/>
              </a:defRPr>
            </a:lvl8pPr>
            <a:lvl9pPr algn="l">
              <a:buNone/>
              <a:defRPr sz="1350" b="0">
                <a:solidFill>
                  <a:srgbClr val="63788A"/>
                </a:solidFill>
                <a:latin typeface="Helvetica Neue"/>
                <a:ea typeface="Helvetica Neue"/>
                <a:cs typeface="Helvetica Neue"/>
              </a:defRPr>
            </a:lvl9pPr>
          </a:lstStyle>
          <a:p xmlns:a="http://schemas.openxmlformats.org/drawingml/2006/main">
            <a:pPr algn="l">
              <a:buNone/>
              <a:defRPr sz="1350" b="0">
                <a:solidFill>
                  <a:srgbClr val="63788A"/>
                </a:solidFill>
                <a:latin typeface="Helvetica Neue"/>
                <a:ea typeface="Helvetica Neue"/>
                <a:cs typeface="Helvetica Neue"/>
              </a:defRPr>
            </a:pPr>
            <a:r>
              <a:rPr sz="1350" b="0">
                <a:solidFill>
                  <a:srgbClr val="63788A"/>
                </a:solidFill>
                <a:latin typeface="Helvetica Neue"/>
                <a:ea typeface="Helvetica Neue"/>
                <a:cs typeface="Helvetica Neue"/>
              </a:rPr>
              <a:t>Classification accuracy and coordinate error use different scales and meanings.</a:t>
            </a:r>
          </a:p>
        </p:txBody>
      </p:sp>
      <p:sp>
        <p:nvSpPr>
          <p:cNvPr id="4" name="Straight Connector 3">
            <a:extLst xmlns:a="http://schemas.openxmlformats.org/drawingml/2006/main">
              <a:ext uri="{FF2B5EF4-FFF2-40B4-BE49-F238E27FC236}">
                <a16:creationId xmlns:a16="http://schemas.microsoft.com/office/drawing/2014/main" id="{FDD0676E-0B3B-4069-BD6D-B6129B5DCEB5}"/>
              </a:ext>
            </a:extLst>
          </p:cNvPr>
          <p:cNvSpPr>
            <a:spLocks xmlns:a="http://schemas.openxmlformats.org/drawingml/2006/main" noGrp="1"/>
          </p:cNvSpPr>
          <p:nvPr/>
        </p:nvSpPr>
        <p:spPr>
          <a:xfrm xmlns:a="http://schemas.openxmlformats.org/drawingml/2006/main">
            <a:off x="609600" y="6381750"/>
            <a:ext cx="10972800" cy="0"/>
          </a:xfrm>
          <a:prstGeom xmlns:a="http://schemas.openxmlformats.org/drawingml/2006/main" prst="line">
            <a:avLst/>
          </a:prstGeom>
          <a:noFill xmlns:a="http://schemas.openxmlformats.org/drawingml/2006/main"/>
          <a:ln xmlns:a="http://schemas.openxmlformats.org/drawingml/2006/main" w="9525">
            <a:solidFill>
              <a:srgbClr val="CBD5DA"/>
            </a:solidFill>
            <a:prstDash val="solid"/>
          </a:ln>
        </p:spPr>
      </p:sp>
      <p:sp>
        <p:nvSpPr>
          <p:cNvPr id="5" name="Rectangle 4">
            <a:extLst xmlns:a="http://schemas.openxmlformats.org/drawingml/2006/main">
              <a:ext uri="{FF2B5EF4-FFF2-40B4-BE49-F238E27FC236}">
                <a16:creationId xmlns:a16="http://schemas.microsoft.com/office/drawing/2014/main" id="{F52EA584-A18A-4327-837C-52226D1806C9}"/>
              </a:ext>
            </a:extLst>
          </p:cNvPr>
          <p:cNvSpPr>
            <a:spLocks xmlns:a="http://schemas.openxmlformats.org/drawingml/2006/main" noGrp="1"/>
          </p:cNvSpPr>
          <p:nvPr/>
        </p:nvSpPr>
        <p:spPr>
          <a:xfrm xmlns:a="http://schemas.openxmlformats.org/drawingml/2006/main">
            <a:off x="609600" y="6477000"/>
            <a:ext cx="109728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a:bodyPr>
          <a:lstStyle xmlns:a="http://schemas.openxmlformats.org/drawingml/2006/main">
            <a:defPPr algn="r">
              <a:defRPr sz="900" b="0">
                <a:solidFill>
                  <a:srgbClr val="63788A"/>
                </a:solidFill>
                <a:latin typeface="Helvetica Neue"/>
                <a:ea typeface="Helvetica Neue"/>
                <a:cs typeface="Helvetica Neue"/>
              </a:defRPr>
            </a:defPPr>
            <a:lvl1pPr algn="r">
              <a:buNone/>
              <a:defRPr sz="900" b="0">
                <a:solidFill>
                  <a:srgbClr val="63788A"/>
                </a:solidFill>
                <a:latin typeface="Helvetica Neue"/>
                <a:ea typeface="Helvetica Neue"/>
                <a:cs typeface="Helvetica Neue"/>
              </a:defRPr>
            </a:lvl1pPr>
            <a:lvl2pPr algn="r">
              <a:buNone/>
              <a:defRPr sz="900" b="0">
                <a:solidFill>
                  <a:srgbClr val="63788A"/>
                </a:solidFill>
                <a:latin typeface="Helvetica Neue"/>
                <a:ea typeface="Helvetica Neue"/>
                <a:cs typeface="Helvetica Neue"/>
              </a:defRPr>
            </a:lvl2pPr>
            <a:lvl3pPr algn="r">
              <a:buNone/>
              <a:defRPr sz="900" b="0">
                <a:solidFill>
                  <a:srgbClr val="63788A"/>
                </a:solidFill>
                <a:latin typeface="Helvetica Neue"/>
                <a:ea typeface="Helvetica Neue"/>
                <a:cs typeface="Helvetica Neue"/>
              </a:defRPr>
            </a:lvl3pPr>
            <a:lvl4pPr algn="r">
              <a:buNone/>
              <a:defRPr sz="900" b="0">
                <a:solidFill>
                  <a:srgbClr val="63788A"/>
                </a:solidFill>
                <a:latin typeface="Helvetica Neue"/>
                <a:ea typeface="Helvetica Neue"/>
                <a:cs typeface="Helvetica Neue"/>
              </a:defRPr>
            </a:lvl4pPr>
            <a:lvl5pPr algn="r">
              <a:buNone/>
              <a:defRPr sz="900" b="0">
                <a:solidFill>
                  <a:srgbClr val="63788A"/>
                </a:solidFill>
                <a:latin typeface="Helvetica Neue"/>
                <a:ea typeface="Helvetica Neue"/>
                <a:cs typeface="Helvetica Neue"/>
              </a:defRPr>
            </a:lvl5pPr>
            <a:lvl6pPr algn="r">
              <a:buNone/>
              <a:defRPr sz="900" b="0">
                <a:solidFill>
                  <a:srgbClr val="63788A"/>
                </a:solidFill>
                <a:latin typeface="Helvetica Neue"/>
                <a:ea typeface="Helvetica Neue"/>
                <a:cs typeface="Helvetica Neue"/>
              </a:defRPr>
            </a:lvl6pPr>
            <a:lvl7pPr algn="r">
              <a:buNone/>
              <a:defRPr sz="900" b="0">
                <a:solidFill>
                  <a:srgbClr val="63788A"/>
                </a:solidFill>
                <a:latin typeface="Helvetica Neue"/>
                <a:ea typeface="Helvetica Neue"/>
                <a:cs typeface="Helvetica Neue"/>
              </a:defRPr>
            </a:lvl7pPr>
            <a:lvl8pPr algn="r">
              <a:buNone/>
              <a:defRPr sz="900" b="0">
                <a:solidFill>
                  <a:srgbClr val="63788A"/>
                </a:solidFill>
                <a:latin typeface="Helvetica Neue"/>
                <a:ea typeface="Helvetica Neue"/>
                <a:cs typeface="Helvetica Neue"/>
              </a:defRPr>
            </a:lvl8pPr>
            <a:lvl9pPr algn="r">
              <a:buNone/>
              <a:defRPr sz="900" b="0">
                <a:solidFill>
                  <a:srgbClr val="63788A"/>
                </a:solidFill>
                <a:latin typeface="Helvetica Neue"/>
                <a:ea typeface="Helvetica Neue"/>
                <a:cs typeface="Helvetica Neue"/>
              </a:defRPr>
            </a:lvl9pPr>
          </a:lstStyle>
          <a:p xmlns:a="http://schemas.openxmlformats.org/drawingml/2006/main">
            <a:pPr algn="r">
              <a:buNone/>
              <a:defRPr sz="900" b="0">
                <a:solidFill>
                  <a:srgbClr val="63788A"/>
                </a:solidFill>
                <a:latin typeface="Helvetica Neue"/>
                <a:ea typeface="Helvetica Neue"/>
                <a:cs typeface="Helvetica Neue"/>
              </a:defRPr>
            </a:pPr>
            <a:r>
              <a:rPr sz="900" b="0">
                <a:solidFill>
                  <a:srgbClr val="63788A"/>
                </a:solidFill>
                <a:latin typeface="Helvetica Neue"/>
                <a:ea typeface="Helvetica Neue"/>
                <a:cs typeface="Helvetica Neue"/>
              </a:rPr>
              <a:t>PROJECT 9  •  AML VIVA  •  18</a:t>
            </a:r>
          </a:p>
        </p:txBody>
      </p:sp>
      <p:pic>
        <p:nvPicPr>
          <p:cNvPr id="6" name="Picture 5">
            <a:extLst xmlns:a="http://schemas.openxmlformats.org/drawingml/2006/main">
              <a:ext uri="{FF2B5EF4-FFF2-40B4-BE49-F238E27FC236}">
                <a16:creationId xmlns:a16="http://schemas.microsoft.com/office/drawing/2014/main" id="{955CFF77-EAD7-484F-8248-DE645AE3D99A}"/>
              </a:ext>
            </a:extLst>
          </p:cNvPr>
          <p:cNvPicPr>
            <a:picLocks xmlns:a="http://schemas.openxmlformats.org/drawingml/2006/main" noChangeAspect="1"/>
          </p:cNvPicPr>
          <p:nvPr/>
        </p:nvPicPr>
        <p:blipFill>
          <a:blip xmlns:r="http://schemas.openxmlformats.org/officeDocument/2006/relationships" xmlns:a="http://schemas.openxmlformats.org/drawingml/2006/main" r:embed="Rb24e1f51caca4fd8"/>
          <a:stretch xmlns:a="http://schemas.openxmlformats.org/drawingml/2006/main"/>
        </p:blipFill>
        <p:spPr>
          <a:xfrm xmlns:a="http://schemas.openxmlformats.org/drawingml/2006/main">
            <a:off x="495300" y="2145188"/>
            <a:ext cx="8096250" cy="2996250"/>
          </a:xfrm>
          <a:prstGeom xmlns:a="http://schemas.openxmlformats.org/drawingml/2006/main" prst="rect">
            <a:avLst/>
          </a:prstGeom>
        </p:spPr>
      </p:pic>
      <p:sp>
        <p:nvSpPr>
          <p:cNvPr id="7" name="Rectangle 6">
            <a:extLst xmlns:a="http://schemas.openxmlformats.org/drawingml/2006/main">
              <a:ext uri="{FF2B5EF4-FFF2-40B4-BE49-F238E27FC236}">
                <a16:creationId xmlns:a16="http://schemas.microsoft.com/office/drawing/2014/main" id="{C3830BBF-A84D-4996-8ABD-3DB4A4274BB5}"/>
              </a:ext>
            </a:extLst>
          </p:cNvPr>
          <p:cNvSpPr>
            <a:spLocks xmlns:a="http://schemas.openxmlformats.org/drawingml/2006/main" noGrp="1"/>
          </p:cNvSpPr>
          <p:nvPr/>
        </p:nvSpPr>
        <p:spPr>
          <a:xfrm xmlns:a="http://schemas.openxmlformats.org/drawingml/2006/main">
            <a:off x="9048750" y="2000250"/>
            <a:ext cx="2333625"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a:bodyPr>
          <a:lstStyle xmlns:a="http://schemas.openxmlformats.org/drawingml/2006/main">
            <a:defPPr algn="l">
              <a:defRPr sz="1425" b="1">
                <a:solidFill>
                  <a:srgbClr val="63788A"/>
                </a:solidFill>
                <a:latin typeface="Helvetica Neue"/>
                <a:ea typeface="Helvetica Neue"/>
                <a:cs typeface="Helvetica Neue"/>
              </a:defRPr>
            </a:defPPr>
            <a:lvl1pPr algn="l">
              <a:buNone/>
              <a:defRPr sz="1425" b="1">
                <a:solidFill>
                  <a:srgbClr val="63788A"/>
                </a:solidFill>
                <a:latin typeface="Helvetica Neue"/>
                <a:ea typeface="Helvetica Neue"/>
                <a:cs typeface="Helvetica Neue"/>
              </a:defRPr>
            </a:lvl1pPr>
            <a:lvl2pPr algn="l">
              <a:buNone/>
              <a:defRPr sz="1425" b="1">
                <a:solidFill>
                  <a:srgbClr val="63788A"/>
                </a:solidFill>
                <a:latin typeface="Helvetica Neue"/>
                <a:ea typeface="Helvetica Neue"/>
                <a:cs typeface="Helvetica Neue"/>
              </a:defRPr>
            </a:lvl2pPr>
            <a:lvl3pPr algn="l">
              <a:buNone/>
              <a:defRPr sz="1425" b="1">
                <a:solidFill>
                  <a:srgbClr val="63788A"/>
                </a:solidFill>
                <a:latin typeface="Helvetica Neue"/>
                <a:ea typeface="Helvetica Neue"/>
                <a:cs typeface="Helvetica Neue"/>
              </a:defRPr>
            </a:lvl3pPr>
            <a:lvl4pPr algn="l">
              <a:buNone/>
              <a:defRPr sz="1425" b="1">
                <a:solidFill>
                  <a:srgbClr val="63788A"/>
                </a:solidFill>
                <a:latin typeface="Helvetica Neue"/>
                <a:ea typeface="Helvetica Neue"/>
                <a:cs typeface="Helvetica Neue"/>
              </a:defRPr>
            </a:lvl4pPr>
            <a:lvl5pPr algn="l">
              <a:buNone/>
              <a:defRPr sz="1425" b="1">
                <a:solidFill>
                  <a:srgbClr val="63788A"/>
                </a:solidFill>
                <a:latin typeface="Helvetica Neue"/>
                <a:ea typeface="Helvetica Neue"/>
                <a:cs typeface="Helvetica Neue"/>
              </a:defRPr>
            </a:lvl5pPr>
            <a:lvl6pPr algn="l">
              <a:buNone/>
              <a:defRPr sz="1425" b="1">
                <a:solidFill>
                  <a:srgbClr val="63788A"/>
                </a:solidFill>
                <a:latin typeface="Helvetica Neue"/>
                <a:ea typeface="Helvetica Neue"/>
                <a:cs typeface="Helvetica Neue"/>
              </a:defRPr>
            </a:lvl6pPr>
            <a:lvl7pPr algn="l">
              <a:buNone/>
              <a:defRPr sz="1425" b="1">
                <a:solidFill>
                  <a:srgbClr val="63788A"/>
                </a:solidFill>
                <a:latin typeface="Helvetica Neue"/>
                <a:ea typeface="Helvetica Neue"/>
                <a:cs typeface="Helvetica Neue"/>
              </a:defRPr>
            </a:lvl7pPr>
            <a:lvl8pPr algn="l">
              <a:buNone/>
              <a:defRPr sz="1425" b="1">
                <a:solidFill>
                  <a:srgbClr val="63788A"/>
                </a:solidFill>
                <a:latin typeface="Helvetica Neue"/>
                <a:ea typeface="Helvetica Neue"/>
                <a:cs typeface="Helvetica Neue"/>
              </a:defRPr>
            </a:lvl8pPr>
            <a:lvl9pPr algn="l">
              <a:buNone/>
              <a:defRPr sz="1425" b="1">
                <a:solidFill>
                  <a:srgbClr val="63788A"/>
                </a:solidFill>
                <a:latin typeface="Helvetica Neue"/>
                <a:ea typeface="Helvetica Neue"/>
                <a:cs typeface="Helvetica Neue"/>
              </a:defRPr>
            </a:lvl9pPr>
          </a:lstStyle>
          <a:p xmlns:a="http://schemas.openxmlformats.org/drawingml/2006/main">
            <a:pPr algn="l">
              <a:buNone/>
              <a:defRPr sz="1425" b="1">
                <a:solidFill>
                  <a:srgbClr val="63788A"/>
                </a:solidFill>
                <a:latin typeface="Helvetica Neue"/>
                <a:ea typeface="Helvetica Neue"/>
                <a:cs typeface="Helvetica Neue"/>
              </a:defRPr>
            </a:pPr>
            <a:r>
              <a:rPr sz="1425" b="1">
                <a:solidFill>
                  <a:srgbClr val="63788A"/>
                </a:solidFill>
                <a:latin typeface="Helvetica Neue"/>
                <a:ea typeface="Helvetica Neue"/>
                <a:cs typeface="Helvetica Neue"/>
              </a:rPr>
              <a:t>Classification</a:t>
            </a:r>
          </a:p>
        </p:txBody>
      </p:sp>
      <p:sp>
        <p:nvSpPr>
          <p:cNvPr id="8" name="Rectangle 7">
            <a:extLst xmlns:a="http://schemas.openxmlformats.org/drawingml/2006/main">
              <a:ext uri="{FF2B5EF4-FFF2-40B4-BE49-F238E27FC236}">
                <a16:creationId xmlns:a16="http://schemas.microsoft.com/office/drawing/2014/main" id="{DC1F5839-D472-4459-81B3-980F4C6BE61F}"/>
              </a:ext>
            </a:extLst>
          </p:cNvPr>
          <p:cNvSpPr>
            <a:spLocks xmlns:a="http://schemas.openxmlformats.org/drawingml/2006/main" noGrp="1"/>
          </p:cNvSpPr>
          <p:nvPr/>
        </p:nvSpPr>
        <p:spPr>
          <a:xfrm xmlns:a="http://schemas.openxmlformats.org/drawingml/2006/main">
            <a:off x="9048750" y="2428875"/>
            <a:ext cx="2333625"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a:bodyPr>
          <a:lstStyle xmlns:a="http://schemas.openxmlformats.org/drawingml/2006/main">
            <a:defPPr algn="l">
              <a:defRPr sz="1875" b="1">
                <a:solidFill>
                  <a:srgbClr val="243A50"/>
                </a:solidFill>
                <a:latin typeface="Helvetica Neue"/>
                <a:ea typeface="Helvetica Neue"/>
                <a:cs typeface="Helvetica Neue"/>
              </a:defRPr>
            </a:defPPr>
            <a:lvl1pPr algn="l">
              <a:buNone/>
              <a:defRPr sz="1875" b="1">
                <a:solidFill>
                  <a:srgbClr val="243A50"/>
                </a:solidFill>
                <a:latin typeface="Helvetica Neue"/>
                <a:ea typeface="Helvetica Neue"/>
                <a:cs typeface="Helvetica Neue"/>
              </a:defRPr>
            </a:lvl1pPr>
            <a:lvl2pPr algn="l">
              <a:buNone/>
              <a:defRPr sz="1875" b="1">
                <a:solidFill>
                  <a:srgbClr val="243A50"/>
                </a:solidFill>
                <a:latin typeface="Helvetica Neue"/>
                <a:ea typeface="Helvetica Neue"/>
                <a:cs typeface="Helvetica Neue"/>
              </a:defRPr>
            </a:lvl2pPr>
            <a:lvl3pPr algn="l">
              <a:buNone/>
              <a:defRPr sz="1875" b="1">
                <a:solidFill>
                  <a:srgbClr val="243A50"/>
                </a:solidFill>
                <a:latin typeface="Helvetica Neue"/>
                <a:ea typeface="Helvetica Neue"/>
                <a:cs typeface="Helvetica Neue"/>
              </a:defRPr>
            </a:lvl3pPr>
            <a:lvl4pPr algn="l">
              <a:buNone/>
              <a:defRPr sz="1875" b="1">
                <a:solidFill>
                  <a:srgbClr val="243A50"/>
                </a:solidFill>
                <a:latin typeface="Helvetica Neue"/>
                <a:ea typeface="Helvetica Neue"/>
                <a:cs typeface="Helvetica Neue"/>
              </a:defRPr>
            </a:lvl4pPr>
            <a:lvl5pPr algn="l">
              <a:buNone/>
              <a:defRPr sz="1875" b="1">
                <a:solidFill>
                  <a:srgbClr val="243A50"/>
                </a:solidFill>
                <a:latin typeface="Helvetica Neue"/>
                <a:ea typeface="Helvetica Neue"/>
                <a:cs typeface="Helvetica Neue"/>
              </a:defRPr>
            </a:lvl5pPr>
            <a:lvl6pPr algn="l">
              <a:buNone/>
              <a:defRPr sz="1875" b="1">
                <a:solidFill>
                  <a:srgbClr val="243A50"/>
                </a:solidFill>
                <a:latin typeface="Helvetica Neue"/>
                <a:ea typeface="Helvetica Neue"/>
                <a:cs typeface="Helvetica Neue"/>
              </a:defRPr>
            </a:lvl6pPr>
            <a:lvl7pPr algn="l">
              <a:buNone/>
              <a:defRPr sz="1875" b="1">
                <a:solidFill>
                  <a:srgbClr val="243A50"/>
                </a:solidFill>
                <a:latin typeface="Helvetica Neue"/>
                <a:ea typeface="Helvetica Neue"/>
                <a:cs typeface="Helvetica Neue"/>
              </a:defRPr>
            </a:lvl7pPr>
            <a:lvl8pPr algn="l">
              <a:buNone/>
              <a:defRPr sz="1875" b="1">
                <a:solidFill>
                  <a:srgbClr val="243A50"/>
                </a:solidFill>
                <a:latin typeface="Helvetica Neue"/>
                <a:ea typeface="Helvetica Neue"/>
                <a:cs typeface="Helvetica Neue"/>
              </a:defRPr>
            </a:lvl8pPr>
            <a:lvl9pPr algn="l">
              <a:buNone/>
              <a:defRPr sz="1875" b="1">
                <a:solidFill>
                  <a:srgbClr val="243A50"/>
                </a:solidFill>
                <a:latin typeface="Helvetica Neue"/>
                <a:ea typeface="Helvetica Neue"/>
                <a:cs typeface="Helvetica Neue"/>
              </a:defRPr>
            </a:lvl9pPr>
          </a:lstStyle>
          <a:p xmlns:a="http://schemas.openxmlformats.org/drawingml/2006/main">
            <a:pPr algn="l">
              <a:buNone/>
              <a:defRPr sz="1875" b="1">
                <a:solidFill>
                  <a:srgbClr val="243A50"/>
                </a:solidFill>
                <a:latin typeface="Helvetica Neue"/>
                <a:ea typeface="Helvetica Neue"/>
                <a:cs typeface="Helvetica Neue"/>
              </a:defRPr>
            </a:pPr>
            <a:r>
              <a:rPr sz="1875" b="1">
                <a:solidFill>
                  <a:srgbClr val="243A50"/>
                </a:solidFill>
                <a:latin typeface="Helvetica Neue"/>
                <a:ea typeface="Helvetica Neue"/>
                <a:cs typeface="Helvetica Neue"/>
              </a:rPr>
              <a:t>Building 99.73%</a:t>
            </a:r>
          </a:p>
        </p:txBody>
      </p:sp>
      <p:sp>
        <p:nvSpPr>
          <p:cNvPr id="9" name="Rectangle 8">
            <a:extLst xmlns:a="http://schemas.openxmlformats.org/drawingml/2006/main">
              <a:ext uri="{FF2B5EF4-FFF2-40B4-BE49-F238E27FC236}">
                <a16:creationId xmlns:a16="http://schemas.microsoft.com/office/drawing/2014/main" id="{5C0B2C22-F7F4-49D8-9492-B2455DD51652}"/>
              </a:ext>
            </a:extLst>
          </p:cNvPr>
          <p:cNvSpPr>
            <a:spLocks xmlns:a="http://schemas.openxmlformats.org/drawingml/2006/main" noGrp="1"/>
          </p:cNvSpPr>
          <p:nvPr/>
        </p:nvSpPr>
        <p:spPr>
          <a:xfrm xmlns:a="http://schemas.openxmlformats.org/drawingml/2006/main">
            <a:off x="9048750" y="2876550"/>
            <a:ext cx="2333625"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a:bodyPr>
          <a:lstStyle xmlns:a="http://schemas.openxmlformats.org/drawingml/2006/main">
            <a:defPPr algn="l">
              <a:defRPr sz="1875" b="1">
                <a:solidFill>
                  <a:srgbClr val="64877F"/>
                </a:solidFill>
                <a:latin typeface="Helvetica Neue"/>
                <a:ea typeface="Helvetica Neue"/>
                <a:cs typeface="Helvetica Neue"/>
              </a:defRPr>
            </a:defPPr>
            <a:lvl1pPr algn="l">
              <a:buNone/>
              <a:defRPr sz="1875" b="1">
                <a:solidFill>
                  <a:srgbClr val="64877F"/>
                </a:solidFill>
                <a:latin typeface="Helvetica Neue"/>
                <a:ea typeface="Helvetica Neue"/>
                <a:cs typeface="Helvetica Neue"/>
              </a:defRPr>
            </a:lvl1pPr>
            <a:lvl2pPr algn="l">
              <a:buNone/>
              <a:defRPr sz="1875" b="1">
                <a:solidFill>
                  <a:srgbClr val="64877F"/>
                </a:solidFill>
                <a:latin typeface="Helvetica Neue"/>
                <a:ea typeface="Helvetica Neue"/>
                <a:cs typeface="Helvetica Neue"/>
              </a:defRPr>
            </a:lvl2pPr>
            <a:lvl3pPr algn="l">
              <a:buNone/>
              <a:defRPr sz="1875" b="1">
                <a:solidFill>
                  <a:srgbClr val="64877F"/>
                </a:solidFill>
                <a:latin typeface="Helvetica Neue"/>
                <a:ea typeface="Helvetica Neue"/>
                <a:cs typeface="Helvetica Neue"/>
              </a:defRPr>
            </a:lvl3pPr>
            <a:lvl4pPr algn="l">
              <a:buNone/>
              <a:defRPr sz="1875" b="1">
                <a:solidFill>
                  <a:srgbClr val="64877F"/>
                </a:solidFill>
                <a:latin typeface="Helvetica Neue"/>
                <a:ea typeface="Helvetica Neue"/>
                <a:cs typeface="Helvetica Neue"/>
              </a:defRPr>
            </a:lvl4pPr>
            <a:lvl5pPr algn="l">
              <a:buNone/>
              <a:defRPr sz="1875" b="1">
                <a:solidFill>
                  <a:srgbClr val="64877F"/>
                </a:solidFill>
                <a:latin typeface="Helvetica Neue"/>
                <a:ea typeface="Helvetica Neue"/>
                <a:cs typeface="Helvetica Neue"/>
              </a:defRPr>
            </a:lvl5pPr>
            <a:lvl6pPr algn="l">
              <a:buNone/>
              <a:defRPr sz="1875" b="1">
                <a:solidFill>
                  <a:srgbClr val="64877F"/>
                </a:solidFill>
                <a:latin typeface="Helvetica Neue"/>
                <a:ea typeface="Helvetica Neue"/>
                <a:cs typeface="Helvetica Neue"/>
              </a:defRPr>
            </a:lvl6pPr>
            <a:lvl7pPr algn="l">
              <a:buNone/>
              <a:defRPr sz="1875" b="1">
                <a:solidFill>
                  <a:srgbClr val="64877F"/>
                </a:solidFill>
                <a:latin typeface="Helvetica Neue"/>
                <a:ea typeface="Helvetica Neue"/>
                <a:cs typeface="Helvetica Neue"/>
              </a:defRPr>
            </a:lvl7pPr>
            <a:lvl8pPr algn="l">
              <a:buNone/>
              <a:defRPr sz="1875" b="1">
                <a:solidFill>
                  <a:srgbClr val="64877F"/>
                </a:solidFill>
                <a:latin typeface="Helvetica Neue"/>
                <a:ea typeface="Helvetica Neue"/>
                <a:cs typeface="Helvetica Neue"/>
              </a:defRPr>
            </a:lvl8pPr>
            <a:lvl9pPr algn="l">
              <a:buNone/>
              <a:defRPr sz="1875" b="1">
                <a:solidFill>
                  <a:srgbClr val="64877F"/>
                </a:solidFill>
                <a:latin typeface="Helvetica Neue"/>
                <a:ea typeface="Helvetica Neue"/>
                <a:cs typeface="Helvetica Neue"/>
              </a:defRPr>
            </a:lvl9pPr>
          </a:lstStyle>
          <a:p xmlns:a="http://schemas.openxmlformats.org/drawingml/2006/main">
            <a:pPr algn="l">
              <a:buNone/>
              <a:defRPr sz="1875" b="1">
                <a:solidFill>
                  <a:srgbClr val="64877F"/>
                </a:solidFill>
                <a:latin typeface="Helvetica Neue"/>
                <a:ea typeface="Helvetica Neue"/>
                <a:cs typeface="Helvetica Neue"/>
              </a:defRPr>
            </a:pPr>
            <a:r>
              <a:rPr sz="1875" b="1">
                <a:solidFill>
                  <a:srgbClr val="64877F"/>
                </a:solidFill>
                <a:latin typeface="Helvetica Neue"/>
                <a:ea typeface="Helvetica Neue"/>
                <a:cs typeface="Helvetica Neue"/>
              </a:rPr>
              <a:t>Floor 88.93%</a:t>
            </a:r>
          </a:p>
        </p:txBody>
      </p:sp>
      <p:sp>
        <p:nvSpPr>
          <p:cNvPr id="10" name="Rectangle 9">
            <a:extLst xmlns:a="http://schemas.openxmlformats.org/drawingml/2006/main">
              <a:ext uri="{FF2B5EF4-FFF2-40B4-BE49-F238E27FC236}">
                <a16:creationId xmlns:a16="http://schemas.microsoft.com/office/drawing/2014/main" id="{F9C0DD23-A4C3-41B2-B434-B5093F9DD845}"/>
              </a:ext>
            </a:extLst>
          </p:cNvPr>
          <p:cNvSpPr>
            <a:spLocks xmlns:a="http://schemas.openxmlformats.org/drawingml/2006/main" noGrp="1"/>
          </p:cNvSpPr>
          <p:nvPr/>
        </p:nvSpPr>
        <p:spPr>
          <a:xfrm xmlns:a="http://schemas.openxmlformats.org/drawingml/2006/main">
            <a:off x="9048750" y="3762375"/>
            <a:ext cx="24765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a:bodyPr>
          <a:lstStyle xmlns:a="http://schemas.openxmlformats.org/drawingml/2006/main">
            <a:defPPr algn="l">
              <a:defRPr sz="1425" b="1">
                <a:solidFill>
                  <a:srgbClr val="63788A"/>
                </a:solidFill>
                <a:latin typeface="Helvetica Neue"/>
                <a:ea typeface="Helvetica Neue"/>
                <a:cs typeface="Helvetica Neue"/>
              </a:defRPr>
            </a:defPPr>
            <a:lvl1pPr algn="l">
              <a:buNone/>
              <a:defRPr sz="1425" b="1">
                <a:solidFill>
                  <a:srgbClr val="63788A"/>
                </a:solidFill>
                <a:latin typeface="Helvetica Neue"/>
                <a:ea typeface="Helvetica Neue"/>
                <a:cs typeface="Helvetica Neue"/>
              </a:defRPr>
            </a:lvl1pPr>
            <a:lvl2pPr algn="l">
              <a:buNone/>
              <a:defRPr sz="1425" b="1">
                <a:solidFill>
                  <a:srgbClr val="63788A"/>
                </a:solidFill>
                <a:latin typeface="Helvetica Neue"/>
                <a:ea typeface="Helvetica Neue"/>
                <a:cs typeface="Helvetica Neue"/>
              </a:defRPr>
            </a:lvl2pPr>
            <a:lvl3pPr algn="l">
              <a:buNone/>
              <a:defRPr sz="1425" b="1">
                <a:solidFill>
                  <a:srgbClr val="63788A"/>
                </a:solidFill>
                <a:latin typeface="Helvetica Neue"/>
                <a:ea typeface="Helvetica Neue"/>
                <a:cs typeface="Helvetica Neue"/>
              </a:defRPr>
            </a:lvl3pPr>
            <a:lvl4pPr algn="l">
              <a:buNone/>
              <a:defRPr sz="1425" b="1">
                <a:solidFill>
                  <a:srgbClr val="63788A"/>
                </a:solidFill>
                <a:latin typeface="Helvetica Neue"/>
                <a:ea typeface="Helvetica Neue"/>
                <a:cs typeface="Helvetica Neue"/>
              </a:defRPr>
            </a:lvl4pPr>
            <a:lvl5pPr algn="l">
              <a:buNone/>
              <a:defRPr sz="1425" b="1">
                <a:solidFill>
                  <a:srgbClr val="63788A"/>
                </a:solidFill>
                <a:latin typeface="Helvetica Neue"/>
                <a:ea typeface="Helvetica Neue"/>
                <a:cs typeface="Helvetica Neue"/>
              </a:defRPr>
            </a:lvl5pPr>
            <a:lvl6pPr algn="l">
              <a:buNone/>
              <a:defRPr sz="1425" b="1">
                <a:solidFill>
                  <a:srgbClr val="63788A"/>
                </a:solidFill>
                <a:latin typeface="Helvetica Neue"/>
                <a:ea typeface="Helvetica Neue"/>
                <a:cs typeface="Helvetica Neue"/>
              </a:defRPr>
            </a:lvl6pPr>
            <a:lvl7pPr algn="l">
              <a:buNone/>
              <a:defRPr sz="1425" b="1">
                <a:solidFill>
                  <a:srgbClr val="63788A"/>
                </a:solidFill>
                <a:latin typeface="Helvetica Neue"/>
                <a:ea typeface="Helvetica Neue"/>
                <a:cs typeface="Helvetica Neue"/>
              </a:defRPr>
            </a:lvl7pPr>
            <a:lvl8pPr algn="l">
              <a:buNone/>
              <a:defRPr sz="1425" b="1">
                <a:solidFill>
                  <a:srgbClr val="63788A"/>
                </a:solidFill>
                <a:latin typeface="Helvetica Neue"/>
                <a:ea typeface="Helvetica Neue"/>
                <a:cs typeface="Helvetica Neue"/>
              </a:defRPr>
            </a:lvl8pPr>
            <a:lvl9pPr algn="l">
              <a:buNone/>
              <a:defRPr sz="1425" b="1">
                <a:solidFill>
                  <a:srgbClr val="63788A"/>
                </a:solidFill>
                <a:latin typeface="Helvetica Neue"/>
                <a:ea typeface="Helvetica Neue"/>
                <a:cs typeface="Helvetica Neue"/>
              </a:defRPr>
            </a:lvl9pPr>
          </a:lstStyle>
          <a:p xmlns:a="http://schemas.openxmlformats.org/drawingml/2006/main">
            <a:pPr algn="l">
              <a:buNone/>
              <a:defRPr sz="1425" b="1">
                <a:solidFill>
                  <a:srgbClr val="63788A"/>
                </a:solidFill>
                <a:latin typeface="Helvetica Neue"/>
                <a:ea typeface="Helvetica Neue"/>
                <a:cs typeface="Helvetica Neue"/>
              </a:defRPr>
            </a:pPr>
            <a:r>
              <a:rPr sz="1425" b="1">
                <a:solidFill>
                  <a:srgbClr val="63788A"/>
                </a:solidFill>
                <a:latin typeface="Helvetica Neue"/>
                <a:ea typeface="Helvetica Neue"/>
                <a:cs typeface="Helvetica Neue"/>
              </a:rPr>
              <a:t>Coordinate error*</a:t>
            </a:r>
          </a:p>
        </p:txBody>
      </p:sp>
      <p:sp>
        <p:nvSpPr>
          <p:cNvPr id="11" name="Rectangle 10">
            <a:extLst xmlns:a="http://schemas.openxmlformats.org/drawingml/2006/main">
              <a:ext uri="{FF2B5EF4-FFF2-40B4-BE49-F238E27FC236}">
                <a16:creationId xmlns:a16="http://schemas.microsoft.com/office/drawing/2014/main" id="{94C55105-6D77-49E6-A6A9-8E731D67342D}"/>
              </a:ext>
            </a:extLst>
          </p:cNvPr>
          <p:cNvSpPr>
            <a:spLocks xmlns:a="http://schemas.openxmlformats.org/drawingml/2006/main" noGrp="1"/>
          </p:cNvSpPr>
          <p:nvPr/>
        </p:nvSpPr>
        <p:spPr>
          <a:xfrm xmlns:a="http://schemas.openxmlformats.org/drawingml/2006/main">
            <a:off x="9048750" y="4191000"/>
            <a:ext cx="24765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a:bodyPr>
          <a:lstStyle xmlns:a="http://schemas.openxmlformats.org/drawingml/2006/main">
            <a:defPPr algn="l">
              <a:defRPr sz="1800" b="1">
                <a:solidFill>
                  <a:srgbClr val="243A50"/>
                </a:solidFill>
                <a:latin typeface="Helvetica Neue"/>
                <a:ea typeface="Helvetica Neue"/>
                <a:cs typeface="Helvetica Neue"/>
              </a:defRPr>
            </a:defPPr>
            <a:lvl1pPr algn="l">
              <a:buNone/>
              <a:defRPr sz="1800" b="1">
                <a:solidFill>
                  <a:srgbClr val="243A50"/>
                </a:solidFill>
                <a:latin typeface="Helvetica Neue"/>
                <a:ea typeface="Helvetica Neue"/>
                <a:cs typeface="Helvetica Neue"/>
              </a:defRPr>
            </a:lvl1pPr>
            <a:lvl2pPr algn="l">
              <a:buNone/>
              <a:defRPr sz="1800" b="1">
                <a:solidFill>
                  <a:srgbClr val="243A50"/>
                </a:solidFill>
                <a:latin typeface="Helvetica Neue"/>
                <a:ea typeface="Helvetica Neue"/>
                <a:cs typeface="Helvetica Neue"/>
              </a:defRPr>
            </a:lvl2pPr>
            <a:lvl3pPr algn="l">
              <a:buNone/>
              <a:defRPr sz="1800" b="1">
                <a:solidFill>
                  <a:srgbClr val="243A50"/>
                </a:solidFill>
                <a:latin typeface="Helvetica Neue"/>
                <a:ea typeface="Helvetica Neue"/>
                <a:cs typeface="Helvetica Neue"/>
              </a:defRPr>
            </a:lvl3pPr>
            <a:lvl4pPr algn="l">
              <a:buNone/>
              <a:defRPr sz="1800" b="1">
                <a:solidFill>
                  <a:srgbClr val="243A50"/>
                </a:solidFill>
                <a:latin typeface="Helvetica Neue"/>
                <a:ea typeface="Helvetica Neue"/>
                <a:cs typeface="Helvetica Neue"/>
              </a:defRPr>
            </a:lvl4pPr>
            <a:lvl5pPr algn="l">
              <a:buNone/>
              <a:defRPr sz="1800" b="1">
                <a:solidFill>
                  <a:srgbClr val="243A50"/>
                </a:solidFill>
                <a:latin typeface="Helvetica Neue"/>
                <a:ea typeface="Helvetica Neue"/>
                <a:cs typeface="Helvetica Neue"/>
              </a:defRPr>
            </a:lvl5pPr>
            <a:lvl6pPr algn="l">
              <a:buNone/>
              <a:defRPr sz="1800" b="1">
                <a:solidFill>
                  <a:srgbClr val="243A50"/>
                </a:solidFill>
                <a:latin typeface="Helvetica Neue"/>
                <a:ea typeface="Helvetica Neue"/>
                <a:cs typeface="Helvetica Neue"/>
              </a:defRPr>
            </a:lvl6pPr>
            <a:lvl7pPr algn="l">
              <a:buNone/>
              <a:defRPr sz="1800" b="1">
                <a:solidFill>
                  <a:srgbClr val="243A50"/>
                </a:solidFill>
                <a:latin typeface="Helvetica Neue"/>
                <a:ea typeface="Helvetica Neue"/>
                <a:cs typeface="Helvetica Neue"/>
              </a:defRPr>
            </a:lvl7pPr>
            <a:lvl8pPr algn="l">
              <a:buNone/>
              <a:defRPr sz="1800" b="1">
                <a:solidFill>
                  <a:srgbClr val="243A50"/>
                </a:solidFill>
                <a:latin typeface="Helvetica Neue"/>
                <a:ea typeface="Helvetica Neue"/>
                <a:cs typeface="Helvetica Neue"/>
              </a:defRPr>
            </a:lvl8pPr>
            <a:lvl9pPr algn="l">
              <a:buNone/>
              <a:defRPr sz="1800" b="1">
                <a:solidFill>
                  <a:srgbClr val="243A50"/>
                </a:solidFill>
                <a:latin typeface="Helvetica Neue"/>
                <a:ea typeface="Helvetica Neue"/>
                <a:cs typeface="Helvetica Neue"/>
              </a:defRPr>
            </a:lvl9pPr>
          </a:lstStyle>
          <a:p xmlns:a="http://schemas.openxmlformats.org/drawingml/2006/main">
            <a:pPr algn="l">
              <a:buNone/>
              <a:defRPr sz="1800" b="1">
                <a:solidFill>
                  <a:srgbClr val="243A50"/>
                </a:solidFill>
                <a:latin typeface="Helvetica Neue"/>
                <a:ea typeface="Helvetica Neue"/>
                <a:cs typeface="Helvetica Neue"/>
              </a:defRPr>
            </a:pPr>
            <a:r>
              <a:rPr sz="1800" b="1">
                <a:solidFill>
                  <a:srgbClr val="243A50"/>
                </a:solidFill>
                <a:latin typeface="Helvetica Neue"/>
                <a:ea typeface="Helvetica Neue"/>
                <a:cs typeface="Helvetica Neue"/>
              </a:rPr>
              <a:t>Mean Euclidean 11.58</a:t>
            </a:r>
          </a:p>
        </p:txBody>
      </p:sp>
      <p:sp>
        <p:nvSpPr>
          <p:cNvPr id="12" name="Rectangle 11">
            <a:extLst xmlns:a="http://schemas.openxmlformats.org/drawingml/2006/main">
              <a:ext uri="{FF2B5EF4-FFF2-40B4-BE49-F238E27FC236}">
                <a16:creationId xmlns:a16="http://schemas.microsoft.com/office/drawing/2014/main" id="{5DF05027-4B69-40ED-A9AA-FE04356E20A7}"/>
              </a:ext>
            </a:extLst>
          </p:cNvPr>
          <p:cNvSpPr>
            <a:spLocks xmlns:a="http://schemas.openxmlformats.org/drawingml/2006/main" noGrp="1"/>
          </p:cNvSpPr>
          <p:nvPr/>
        </p:nvSpPr>
        <p:spPr>
          <a:xfrm xmlns:a="http://schemas.openxmlformats.org/drawingml/2006/main">
            <a:off x="9048750" y="5029200"/>
            <a:ext cx="24765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a:bodyPr>
          <a:lstStyle xmlns:a="http://schemas.openxmlformats.org/drawingml/2006/main">
            <a:defPPr algn="l">
              <a:defRPr sz="1050" b="0">
                <a:solidFill>
                  <a:srgbClr val="63788A"/>
                </a:solidFill>
                <a:latin typeface="Helvetica Neue"/>
                <a:ea typeface="Helvetica Neue"/>
                <a:cs typeface="Helvetica Neue"/>
              </a:defRPr>
            </a:defPPr>
            <a:lvl1pPr algn="l">
              <a:buNone/>
              <a:defRPr sz="1050" b="0">
                <a:solidFill>
                  <a:srgbClr val="63788A"/>
                </a:solidFill>
                <a:latin typeface="Helvetica Neue"/>
                <a:ea typeface="Helvetica Neue"/>
                <a:cs typeface="Helvetica Neue"/>
              </a:defRPr>
            </a:lvl1pPr>
            <a:lvl2pPr algn="l">
              <a:buNone/>
              <a:defRPr sz="1050" b="0">
                <a:solidFill>
                  <a:srgbClr val="63788A"/>
                </a:solidFill>
                <a:latin typeface="Helvetica Neue"/>
                <a:ea typeface="Helvetica Neue"/>
                <a:cs typeface="Helvetica Neue"/>
              </a:defRPr>
            </a:lvl2pPr>
            <a:lvl3pPr algn="l">
              <a:buNone/>
              <a:defRPr sz="1050" b="0">
                <a:solidFill>
                  <a:srgbClr val="63788A"/>
                </a:solidFill>
                <a:latin typeface="Helvetica Neue"/>
                <a:ea typeface="Helvetica Neue"/>
                <a:cs typeface="Helvetica Neue"/>
              </a:defRPr>
            </a:lvl3pPr>
            <a:lvl4pPr algn="l">
              <a:buNone/>
              <a:defRPr sz="1050" b="0">
                <a:solidFill>
                  <a:srgbClr val="63788A"/>
                </a:solidFill>
                <a:latin typeface="Helvetica Neue"/>
                <a:ea typeface="Helvetica Neue"/>
                <a:cs typeface="Helvetica Neue"/>
              </a:defRPr>
            </a:lvl4pPr>
            <a:lvl5pPr algn="l">
              <a:buNone/>
              <a:defRPr sz="1050" b="0">
                <a:solidFill>
                  <a:srgbClr val="63788A"/>
                </a:solidFill>
                <a:latin typeface="Helvetica Neue"/>
                <a:ea typeface="Helvetica Neue"/>
                <a:cs typeface="Helvetica Neue"/>
              </a:defRPr>
            </a:lvl5pPr>
            <a:lvl6pPr algn="l">
              <a:buNone/>
              <a:defRPr sz="1050" b="0">
                <a:solidFill>
                  <a:srgbClr val="63788A"/>
                </a:solidFill>
                <a:latin typeface="Helvetica Neue"/>
                <a:ea typeface="Helvetica Neue"/>
                <a:cs typeface="Helvetica Neue"/>
              </a:defRPr>
            </a:lvl6pPr>
            <a:lvl7pPr algn="l">
              <a:buNone/>
              <a:defRPr sz="1050" b="0">
                <a:solidFill>
                  <a:srgbClr val="63788A"/>
                </a:solidFill>
                <a:latin typeface="Helvetica Neue"/>
                <a:ea typeface="Helvetica Neue"/>
                <a:cs typeface="Helvetica Neue"/>
              </a:defRPr>
            </a:lvl7pPr>
            <a:lvl8pPr algn="l">
              <a:buNone/>
              <a:defRPr sz="1050" b="0">
                <a:solidFill>
                  <a:srgbClr val="63788A"/>
                </a:solidFill>
                <a:latin typeface="Helvetica Neue"/>
                <a:ea typeface="Helvetica Neue"/>
                <a:cs typeface="Helvetica Neue"/>
              </a:defRPr>
            </a:lvl8pPr>
            <a:lvl9pPr algn="l">
              <a:buNone/>
              <a:defRPr sz="1050" b="0">
                <a:solidFill>
                  <a:srgbClr val="63788A"/>
                </a:solidFill>
                <a:latin typeface="Helvetica Neue"/>
                <a:ea typeface="Helvetica Neue"/>
                <a:cs typeface="Helvetica Neue"/>
              </a:defRPr>
            </a:lvl9pPr>
          </a:lstStyle>
          <a:p xmlns:a="http://schemas.openxmlformats.org/drawingml/2006/main">
            <a:pPr algn="l">
              <a:buNone/>
              <a:defRPr sz="1050" b="0">
                <a:solidFill>
                  <a:srgbClr val="63788A"/>
                </a:solidFill>
                <a:latin typeface="Helvetica Neue"/>
                <a:ea typeface="Helvetica Neue"/>
                <a:cs typeface="Helvetica Neue"/>
              </a:defRPr>
            </a:pPr>
            <a:r>
              <a:rPr sz="1050" b="0">
                <a:solidFill>
                  <a:srgbClr val="63788A"/>
                </a:solidFill>
                <a:latin typeface="Helvetica Neue"/>
                <a:ea typeface="Helvetica Neue"/>
                <a:cs typeface="Helvetica Neue"/>
              </a:rPr>
              <a:t>*reported coordinate units</a:t>
            </a:r>
          </a:p>
        </p:txBody>
      </p:sp>
    </p:spTree>
    <p:extLst>
      <p:ext uri="{BB962C8B-B14F-4D97-AF65-F5344CB8AC3E}">
        <p14:creationId xmlns:p14="http://schemas.microsoft.com/office/powerpoint/2010/main" val="536325734"/>
      </p:ext>
    </p:extLst>
  </p:cSld>
</p:sld>
</file>

<file path=ppt/slides/slide19.xml><?xml version="1.0" encoding="utf-8"?>
<p:sld xmlns:p="http://schemas.openxmlformats.org/presentationml/2006/main">
  <p:cSld>
    <p:bg>
      <p:bgPr>
        <a:solidFill xmlns:a="http://schemas.openxmlformats.org/drawingml/2006/main">
          <a:srgbClr val="FAF9F6"/>
        </a:solidFill>
      </p:bgPr>
    </p:bg>
    <p:spTree>
      <p:nvGrpSpPr>
        <p:cNvPr id="1" name=""/>
        <p:cNvGrpSpPr/>
        <p:nvPr/>
      </p:nvGrpSpPr>
      <p:grpSpPr>
        <a:xfrm xmlns:a="http://schemas.openxmlformats.org/drawingml/2006/main"/>
      </p:grpSpPr>
      <p:sp>
        <p:nvSpPr>
          <p:cNvPr id="13" name="Rectangle 12">
            <a:extLst xmlns:a="http://schemas.openxmlformats.org/drawingml/2006/main">
              <a:ext uri="{FF2B5EF4-FFF2-40B4-BE49-F238E27FC236}">
                <a16:creationId xmlns:a16="http://schemas.microsoft.com/office/drawing/2014/main" id="{8A9EED99-5086-4A6E-9E21-A6A740B7A5B8}"/>
              </a:ext>
            </a:extLst>
          </p:cNvPr>
          <p:cNvSpPr>
            <a:spLocks xmlns:a="http://schemas.openxmlformats.org/drawingml/2006/main" noGrp="1"/>
          </p:cNvSpPr>
          <p:nvPr/>
        </p:nvSpPr>
        <p:spPr>
          <a:xfrm xmlns:a="http://schemas.openxmlformats.org/drawingml/2006/main">
            <a:off x="0" y="0"/>
            <a:ext cx="12192000" cy="104775"/>
          </a:xfrm>
          <a:prstGeom xmlns:a="http://schemas.openxmlformats.org/drawingml/2006/main" prst="rect">
            <a:avLst/>
          </a:prstGeom>
          <a:solidFill xmlns:a="http://schemas.openxmlformats.org/drawingml/2006/main">
            <a:srgbClr val="C7DBD1"/>
          </a:solidFill>
          <a:ln xmlns:a="http://schemas.openxmlformats.org/drawingml/2006/main" w="0">
            <a:noFill/>
            <a:prstDash val="solid"/>
          </a:ln>
        </p:spPr>
      </p:sp>
      <p:sp>
        <p:nvSpPr>
          <p:cNvPr id="2" name="Rectangle 1">
            <a:extLst xmlns:a="http://schemas.openxmlformats.org/drawingml/2006/main">
              <a:ext uri="{FF2B5EF4-FFF2-40B4-BE49-F238E27FC236}">
                <a16:creationId xmlns:a16="http://schemas.microsoft.com/office/drawing/2014/main" id="{0FE0729E-99D7-4B54-8013-F7549FA9E724}"/>
              </a:ext>
            </a:extLst>
          </p:cNvPr>
          <p:cNvSpPr>
            <a:spLocks xmlns:a="http://schemas.openxmlformats.org/drawingml/2006/main" noGrp="1"/>
          </p:cNvSpPr>
          <p:nvPr/>
        </p:nvSpPr>
        <p:spPr>
          <a:xfrm xmlns:a="http://schemas.openxmlformats.org/drawingml/2006/main">
            <a:off x="609600" y="371475"/>
            <a:ext cx="1097280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a:bodyPr>
          <a:lstStyle xmlns:a="http://schemas.openxmlformats.org/drawingml/2006/main">
            <a:defPPr algn="l">
              <a:defRPr sz="2625" b="1">
                <a:solidFill>
                  <a:srgbClr val="243A50"/>
                </a:solidFill>
                <a:latin typeface="Helvetica Neue"/>
                <a:ea typeface="Helvetica Neue"/>
                <a:cs typeface="Helvetica Neue"/>
              </a:defRPr>
            </a:defPPr>
            <a:lvl1pPr algn="l">
              <a:buNone/>
              <a:defRPr sz="2625" b="1">
                <a:solidFill>
                  <a:srgbClr val="243A50"/>
                </a:solidFill>
                <a:latin typeface="Helvetica Neue"/>
                <a:ea typeface="Helvetica Neue"/>
                <a:cs typeface="Helvetica Neue"/>
              </a:defRPr>
            </a:lvl1pPr>
            <a:lvl2pPr algn="l">
              <a:buNone/>
              <a:defRPr sz="2625" b="1">
                <a:solidFill>
                  <a:srgbClr val="243A50"/>
                </a:solidFill>
                <a:latin typeface="Helvetica Neue"/>
                <a:ea typeface="Helvetica Neue"/>
                <a:cs typeface="Helvetica Neue"/>
              </a:defRPr>
            </a:lvl2pPr>
            <a:lvl3pPr algn="l">
              <a:buNone/>
              <a:defRPr sz="2625" b="1">
                <a:solidFill>
                  <a:srgbClr val="243A50"/>
                </a:solidFill>
                <a:latin typeface="Helvetica Neue"/>
                <a:ea typeface="Helvetica Neue"/>
                <a:cs typeface="Helvetica Neue"/>
              </a:defRPr>
            </a:lvl3pPr>
            <a:lvl4pPr algn="l">
              <a:buNone/>
              <a:defRPr sz="2625" b="1">
                <a:solidFill>
                  <a:srgbClr val="243A50"/>
                </a:solidFill>
                <a:latin typeface="Helvetica Neue"/>
                <a:ea typeface="Helvetica Neue"/>
                <a:cs typeface="Helvetica Neue"/>
              </a:defRPr>
            </a:lvl4pPr>
            <a:lvl5pPr algn="l">
              <a:buNone/>
              <a:defRPr sz="2625" b="1">
                <a:solidFill>
                  <a:srgbClr val="243A50"/>
                </a:solidFill>
                <a:latin typeface="Helvetica Neue"/>
                <a:ea typeface="Helvetica Neue"/>
                <a:cs typeface="Helvetica Neue"/>
              </a:defRPr>
            </a:lvl5pPr>
            <a:lvl6pPr algn="l">
              <a:buNone/>
              <a:defRPr sz="2625" b="1">
                <a:solidFill>
                  <a:srgbClr val="243A50"/>
                </a:solidFill>
                <a:latin typeface="Helvetica Neue"/>
                <a:ea typeface="Helvetica Neue"/>
                <a:cs typeface="Helvetica Neue"/>
              </a:defRPr>
            </a:lvl6pPr>
            <a:lvl7pPr algn="l">
              <a:buNone/>
              <a:defRPr sz="2625" b="1">
                <a:solidFill>
                  <a:srgbClr val="243A50"/>
                </a:solidFill>
                <a:latin typeface="Helvetica Neue"/>
                <a:ea typeface="Helvetica Neue"/>
                <a:cs typeface="Helvetica Neue"/>
              </a:defRPr>
            </a:lvl7pPr>
            <a:lvl8pPr algn="l">
              <a:buNone/>
              <a:defRPr sz="2625" b="1">
                <a:solidFill>
                  <a:srgbClr val="243A50"/>
                </a:solidFill>
                <a:latin typeface="Helvetica Neue"/>
                <a:ea typeface="Helvetica Neue"/>
                <a:cs typeface="Helvetica Neue"/>
              </a:defRPr>
            </a:lvl8pPr>
            <a:lvl9pPr algn="l">
              <a:buNone/>
              <a:defRPr sz="2625" b="1">
                <a:solidFill>
                  <a:srgbClr val="243A50"/>
                </a:solidFill>
                <a:latin typeface="Helvetica Neue"/>
                <a:ea typeface="Helvetica Neue"/>
                <a:cs typeface="Helvetica Neue"/>
              </a:defRPr>
            </a:lvl9pPr>
          </a:lstStyle>
          <a:p xmlns:a="http://schemas.openxmlformats.org/drawingml/2006/main">
            <a:pPr algn="l">
              <a:buNone/>
              <a:defRPr sz="2625" b="1">
                <a:solidFill>
                  <a:srgbClr val="243A50"/>
                </a:solidFill>
                <a:latin typeface="Helvetica Neue"/>
                <a:ea typeface="Helvetica Neue"/>
                <a:cs typeface="Helvetica Neue"/>
              </a:defRPr>
            </a:pPr>
            <a:r>
              <a:rPr sz="2625" b="1">
                <a:solidFill>
                  <a:srgbClr val="243A50"/>
                </a:solidFill>
                <a:latin typeface="Helvetica Neue"/>
                <a:ea typeface="Helvetica Neue"/>
                <a:cs typeface="Helvetica Neue"/>
              </a:rPr>
              <a:t>Workstream 5 · Hierarchical error analysis</a:t>
            </a:r>
          </a:p>
        </p:txBody>
      </p:sp>
      <p:sp>
        <p:nvSpPr>
          <p:cNvPr id="3" name="Rectangle 2">
            <a:extLst xmlns:a="http://schemas.openxmlformats.org/drawingml/2006/main">
              <a:ext uri="{FF2B5EF4-FFF2-40B4-BE49-F238E27FC236}">
                <a16:creationId xmlns:a16="http://schemas.microsoft.com/office/drawing/2014/main" id="{A08764EF-55F1-4548-9EB4-19380ACE7D34}"/>
              </a:ext>
            </a:extLst>
          </p:cNvPr>
          <p:cNvSpPr>
            <a:spLocks xmlns:a="http://schemas.openxmlformats.org/drawingml/2006/main" noGrp="1"/>
          </p:cNvSpPr>
          <p:nvPr/>
        </p:nvSpPr>
        <p:spPr>
          <a:xfrm xmlns:a="http://schemas.openxmlformats.org/drawingml/2006/main">
            <a:off x="628650" y="904875"/>
            <a:ext cx="108394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a:bodyPr>
          <a:lstStyle xmlns:a="http://schemas.openxmlformats.org/drawingml/2006/main">
            <a:defPPr algn="l">
              <a:defRPr sz="1350" b="0">
                <a:solidFill>
                  <a:srgbClr val="63788A"/>
                </a:solidFill>
                <a:latin typeface="Helvetica Neue"/>
                <a:ea typeface="Helvetica Neue"/>
                <a:cs typeface="Helvetica Neue"/>
              </a:defRPr>
            </a:defPPr>
            <a:lvl1pPr algn="l">
              <a:buNone/>
              <a:defRPr sz="1350" b="0">
                <a:solidFill>
                  <a:srgbClr val="63788A"/>
                </a:solidFill>
                <a:latin typeface="Helvetica Neue"/>
                <a:ea typeface="Helvetica Neue"/>
                <a:cs typeface="Helvetica Neue"/>
              </a:defRPr>
            </a:lvl1pPr>
            <a:lvl2pPr algn="l">
              <a:buNone/>
              <a:defRPr sz="1350" b="0">
                <a:solidFill>
                  <a:srgbClr val="63788A"/>
                </a:solidFill>
                <a:latin typeface="Helvetica Neue"/>
                <a:ea typeface="Helvetica Neue"/>
                <a:cs typeface="Helvetica Neue"/>
              </a:defRPr>
            </a:lvl2pPr>
            <a:lvl3pPr algn="l">
              <a:buNone/>
              <a:defRPr sz="1350" b="0">
                <a:solidFill>
                  <a:srgbClr val="63788A"/>
                </a:solidFill>
                <a:latin typeface="Helvetica Neue"/>
                <a:ea typeface="Helvetica Neue"/>
                <a:cs typeface="Helvetica Neue"/>
              </a:defRPr>
            </a:lvl3pPr>
            <a:lvl4pPr algn="l">
              <a:buNone/>
              <a:defRPr sz="1350" b="0">
                <a:solidFill>
                  <a:srgbClr val="63788A"/>
                </a:solidFill>
                <a:latin typeface="Helvetica Neue"/>
                <a:ea typeface="Helvetica Neue"/>
                <a:cs typeface="Helvetica Neue"/>
              </a:defRPr>
            </a:lvl4pPr>
            <a:lvl5pPr algn="l">
              <a:buNone/>
              <a:defRPr sz="1350" b="0">
                <a:solidFill>
                  <a:srgbClr val="63788A"/>
                </a:solidFill>
                <a:latin typeface="Helvetica Neue"/>
                <a:ea typeface="Helvetica Neue"/>
                <a:cs typeface="Helvetica Neue"/>
              </a:defRPr>
            </a:lvl5pPr>
            <a:lvl6pPr algn="l">
              <a:buNone/>
              <a:defRPr sz="1350" b="0">
                <a:solidFill>
                  <a:srgbClr val="63788A"/>
                </a:solidFill>
                <a:latin typeface="Helvetica Neue"/>
                <a:ea typeface="Helvetica Neue"/>
                <a:cs typeface="Helvetica Neue"/>
              </a:defRPr>
            </a:lvl6pPr>
            <a:lvl7pPr algn="l">
              <a:buNone/>
              <a:defRPr sz="1350" b="0">
                <a:solidFill>
                  <a:srgbClr val="63788A"/>
                </a:solidFill>
                <a:latin typeface="Helvetica Neue"/>
                <a:ea typeface="Helvetica Neue"/>
                <a:cs typeface="Helvetica Neue"/>
              </a:defRPr>
            </a:lvl7pPr>
            <a:lvl8pPr algn="l">
              <a:buNone/>
              <a:defRPr sz="1350" b="0">
                <a:solidFill>
                  <a:srgbClr val="63788A"/>
                </a:solidFill>
                <a:latin typeface="Helvetica Neue"/>
                <a:ea typeface="Helvetica Neue"/>
                <a:cs typeface="Helvetica Neue"/>
              </a:defRPr>
            </a:lvl8pPr>
            <a:lvl9pPr algn="l">
              <a:buNone/>
              <a:defRPr sz="1350" b="0">
                <a:solidFill>
                  <a:srgbClr val="63788A"/>
                </a:solidFill>
                <a:latin typeface="Helvetica Neue"/>
                <a:ea typeface="Helvetica Neue"/>
                <a:cs typeface="Helvetica Neue"/>
              </a:defRPr>
            </a:lvl9pPr>
          </a:lstStyle>
          <a:p xmlns:a="http://schemas.openxmlformats.org/drawingml/2006/main">
            <a:pPr algn="l">
              <a:buNone/>
              <a:defRPr sz="1350" b="0">
                <a:solidFill>
                  <a:srgbClr val="63788A"/>
                </a:solidFill>
                <a:latin typeface="Helvetica Neue"/>
                <a:ea typeface="Helvetica Neue"/>
                <a:cs typeface="Helvetica Neue"/>
              </a:defRPr>
            </a:pPr>
            <a:r>
              <a:rPr sz="1350" b="0">
                <a:solidFill>
                  <a:srgbClr val="63788A"/>
                </a:solidFill>
                <a:latin typeface="Helvetica Neue"/>
                <a:ea typeface="Helvetica Neue"/>
                <a:cs typeface="Helvetica Neue"/>
              </a:rPr>
              <a:t>Building and floor correctness provide context for coordinate error.</a:t>
            </a:r>
          </a:p>
        </p:txBody>
      </p:sp>
      <p:sp>
        <p:nvSpPr>
          <p:cNvPr id="4" name="Straight Connector 3">
            <a:extLst xmlns:a="http://schemas.openxmlformats.org/drawingml/2006/main">
              <a:ext uri="{FF2B5EF4-FFF2-40B4-BE49-F238E27FC236}">
                <a16:creationId xmlns:a16="http://schemas.microsoft.com/office/drawing/2014/main" id="{9599C72E-CADF-465D-A3B0-E7636D2734D4}"/>
              </a:ext>
            </a:extLst>
          </p:cNvPr>
          <p:cNvSpPr>
            <a:spLocks xmlns:a="http://schemas.openxmlformats.org/drawingml/2006/main" noGrp="1"/>
          </p:cNvSpPr>
          <p:nvPr/>
        </p:nvSpPr>
        <p:spPr>
          <a:xfrm xmlns:a="http://schemas.openxmlformats.org/drawingml/2006/main">
            <a:off x="609600" y="6381750"/>
            <a:ext cx="10972800" cy="0"/>
          </a:xfrm>
          <a:prstGeom xmlns:a="http://schemas.openxmlformats.org/drawingml/2006/main" prst="line">
            <a:avLst/>
          </a:prstGeom>
          <a:noFill xmlns:a="http://schemas.openxmlformats.org/drawingml/2006/main"/>
          <a:ln xmlns:a="http://schemas.openxmlformats.org/drawingml/2006/main" w="9525">
            <a:solidFill>
              <a:srgbClr val="CBD5DA"/>
            </a:solidFill>
            <a:prstDash val="solid"/>
          </a:ln>
        </p:spPr>
      </p:sp>
      <p:sp>
        <p:nvSpPr>
          <p:cNvPr id="5" name="Rectangle 4">
            <a:extLst xmlns:a="http://schemas.openxmlformats.org/drawingml/2006/main">
              <a:ext uri="{FF2B5EF4-FFF2-40B4-BE49-F238E27FC236}">
                <a16:creationId xmlns:a16="http://schemas.microsoft.com/office/drawing/2014/main" id="{3DC916FF-67EC-405E-A05B-C007BF9AB210}"/>
              </a:ext>
            </a:extLst>
          </p:cNvPr>
          <p:cNvSpPr>
            <a:spLocks xmlns:a="http://schemas.openxmlformats.org/drawingml/2006/main" noGrp="1"/>
          </p:cNvSpPr>
          <p:nvPr/>
        </p:nvSpPr>
        <p:spPr>
          <a:xfrm xmlns:a="http://schemas.openxmlformats.org/drawingml/2006/main">
            <a:off x="609600" y="6477000"/>
            <a:ext cx="109728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a:bodyPr>
          <a:lstStyle xmlns:a="http://schemas.openxmlformats.org/drawingml/2006/main">
            <a:defPPr algn="r">
              <a:defRPr sz="900" b="0">
                <a:solidFill>
                  <a:srgbClr val="63788A"/>
                </a:solidFill>
                <a:latin typeface="Helvetica Neue"/>
                <a:ea typeface="Helvetica Neue"/>
                <a:cs typeface="Helvetica Neue"/>
              </a:defRPr>
            </a:defPPr>
            <a:lvl1pPr algn="r">
              <a:buNone/>
              <a:defRPr sz="900" b="0">
                <a:solidFill>
                  <a:srgbClr val="63788A"/>
                </a:solidFill>
                <a:latin typeface="Helvetica Neue"/>
                <a:ea typeface="Helvetica Neue"/>
                <a:cs typeface="Helvetica Neue"/>
              </a:defRPr>
            </a:lvl1pPr>
            <a:lvl2pPr algn="r">
              <a:buNone/>
              <a:defRPr sz="900" b="0">
                <a:solidFill>
                  <a:srgbClr val="63788A"/>
                </a:solidFill>
                <a:latin typeface="Helvetica Neue"/>
                <a:ea typeface="Helvetica Neue"/>
                <a:cs typeface="Helvetica Neue"/>
              </a:defRPr>
            </a:lvl2pPr>
            <a:lvl3pPr algn="r">
              <a:buNone/>
              <a:defRPr sz="900" b="0">
                <a:solidFill>
                  <a:srgbClr val="63788A"/>
                </a:solidFill>
                <a:latin typeface="Helvetica Neue"/>
                <a:ea typeface="Helvetica Neue"/>
                <a:cs typeface="Helvetica Neue"/>
              </a:defRPr>
            </a:lvl3pPr>
            <a:lvl4pPr algn="r">
              <a:buNone/>
              <a:defRPr sz="900" b="0">
                <a:solidFill>
                  <a:srgbClr val="63788A"/>
                </a:solidFill>
                <a:latin typeface="Helvetica Neue"/>
                <a:ea typeface="Helvetica Neue"/>
                <a:cs typeface="Helvetica Neue"/>
              </a:defRPr>
            </a:lvl4pPr>
            <a:lvl5pPr algn="r">
              <a:buNone/>
              <a:defRPr sz="900" b="0">
                <a:solidFill>
                  <a:srgbClr val="63788A"/>
                </a:solidFill>
                <a:latin typeface="Helvetica Neue"/>
                <a:ea typeface="Helvetica Neue"/>
                <a:cs typeface="Helvetica Neue"/>
              </a:defRPr>
            </a:lvl5pPr>
            <a:lvl6pPr algn="r">
              <a:buNone/>
              <a:defRPr sz="900" b="0">
                <a:solidFill>
                  <a:srgbClr val="63788A"/>
                </a:solidFill>
                <a:latin typeface="Helvetica Neue"/>
                <a:ea typeface="Helvetica Neue"/>
                <a:cs typeface="Helvetica Neue"/>
              </a:defRPr>
            </a:lvl6pPr>
            <a:lvl7pPr algn="r">
              <a:buNone/>
              <a:defRPr sz="900" b="0">
                <a:solidFill>
                  <a:srgbClr val="63788A"/>
                </a:solidFill>
                <a:latin typeface="Helvetica Neue"/>
                <a:ea typeface="Helvetica Neue"/>
                <a:cs typeface="Helvetica Neue"/>
              </a:defRPr>
            </a:lvl7pPr>
            <a:lvl8pPr algn="r">
              <a:buNone/>
              <a:defRPr sz="900" b="0">
                <a:solidFill>
                  <a:srgbClr val="63788A"/>
                </a:solidFill>
                <a:latin typeface="Helvetica Neue"/>
                <a:ea typeface="Helvetica Neue"/>
                <a:cs typeface="Helvetica Neue"/>
              </a:defRPr>
            </a:lvl8pPr>
            <a:lvl9pPr algn="r">
              <a:buNone/>
              <a:defRPr sz="900" b="0">
                <a:solidFill>
                  <a:srgbClr val="63788A"/>
                </a:solidFill>
                <a:latin typeface="Helvetica Neue"/>
                <a:ea typeface="Helvetica Neue"/>
                <a:cs typeface="Helvetica Neue"/>
              </a:defRPr>
            </a:lvl9pPr>
          </a:lstStyle>
          <a:p xmlns:a="http://schemas.openxmlformats.org/drawingml/2006/main">
            <a:pPr algn="r">
              <a:buNone/>
              <a:defRPr sz="900" b="0">
                <a:solidFill>
                  <a:srgbClr val="63788A"/>
                </a:solidFill>
                <a:latin typeface="Helvetica Neue"/>
                <a:ea typeface="Helvetica Neue"/>
                <a:cs typeface="Helvetica Neue"/>
              </a:defRPr>
            </a:pPr>
            <a:r>
              <a:rPr sz="900" b="0">
                <a:solidFill>
                  <a:srgbClr val="63788A"/>
                </a:solidFill>
                <a:latin typeface="Helvetica Neue"/>
                <a:ea typeface="Helvetica Neue"/>
                <a:cs typeface="Helvetica Neue"/>
              </a:rPr>
              <a:t>PROJECT 9  •  AML VIVA  •  19</a:t>
            </a:r>
          </a:p>
        </p:txBody>
      </p:sp>
      <p:pic>
        <p:nvPicPr>
          <p:cNvPr id="6" name="Picture 5">
            <a:extLst xmlns:a="http://schemas.openxmlformats.org/drawingml/2006/main">
              <a:ext uri="{FF2B5EF4-FFF2-40B4-BE49-F238E27FC236}">
                <a16:creationId xmlns:a16="http://schemas.microsoft.com/office/drawing/2014/main" id="{E1A911FE-2656-4231-B5F3-A5DE540CBDA6}"/>
              </a:ext>
            </a:extLst>
          </p:cNvPr>
          <p:cNvPicPr>
            <a:picLocks xmlns:a="http://schemas.openxmlformats.org/drawingml/2006/main" noChangeAspect="1"/>
          </p:cNvPicPr>
          <p:nvPr/>
        </p:nvPicPr>
        <p:blipFill>
          <a:blip xmlns:r="http://schemas.openxmlformats.org/officeDocument/2006/relationships" xmlns:a="http://schemas.openxmlformats.org/drawingml/2006/main" r:embed="Rdfe0703bf34f4f92"/>
          <a:stretch xmlns:a="http://schemas.openxmlformats.org/drawingml/2006/main"/>
        </p:blipFill>
        <p:spPr>
          <a:xfrm xmlns:a="http://schemas.openxmlformats.org/drawingml/2006/main">
            <a:off x="495300" y="2058353"/>
            <a:ext cx="7715250" cy="3017520"/>
          </a:xfrm>
          <a:prstGeom xmlns:a="http://schemas.openxmlformats.org/drawingml/2006/main" prst="rect">
            <a:avLst/>
          </a:prstGeom>
        </p:spPr>
      </p:pic>
      <p:sp>
        <p:nvSpPr>
          <p:cNvPr id="7" name="Rectangle 6">
            <a:extLst xmlns:a="http://schemas.openxmlformats.org/drawingml/2006/main">
              <a:ext uri="{FF2B5EF4-FFF2-40B4-BE49-F238E27FC236}">
                <a16:creationId xmlns:a16="http://schemas.microsoft.com/office/drawing/2014/main" id="{8C7C07F3-E4A5-46AA-9CB1-4AA0F1AAF8F3}"/>
              </a:ext>
            </a:extLst>
          </p:cNvPr>
          <p:cNvSpPr>
            <a:spLocks xmlns:a="http://schemas.openxmlformats.org/drawingml/2006/main" noGrp="1"/>
          </p:cNvSpPr>
          <p:nvPr/>
        </p:nvSpPr>
        <p:spPr>
          <a:xfrm xmlns:a="http://schemas.openxmlformats.org/drawingml/2006/main">
            <a:off x="8572500" y="1790700"/>
            <a:ext cx="2238375"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a:bodyPr>
          <a:lstStyle xmlns:a="http://schemas.openxmlformats.org/drawingml/2006/main">
            <a:defPPr algn="l">
              <a:defRPr sz="1350" b="1">
                <a:solidFill>
                  <a:srgbClr val="63788A"/>
                </a:solidFill>
                <a:latin typeface="Helvetica Neue"/>
                <a:ea typeface="Helvetica Neue"/>
                <a:cs typeface="Helvetica Neue"/>
              </a:defRPr>
            </a:defPPr>
            <a:lvl1pPr algn="l">
              <a:buNone/>
              <a:defRPr sz="1350" b="1">
                <a:solidFill>
                  <a:srgbClr val="63788A"/>
                </a:solidFill>
                <a:latin typeface="Helvetica Neue"/>
                <a:ea typeface="Helvetica Neue"/>
                <a:cs typeface="Helvetica Neue"/>
              </a:defRPr>
            </a:lvl1pPr>
            <a:lvl2pPr algn="l">
              <a:buNone/>
              <a:defRPr sz="1350" b="1">
                <a:solidFill>
                  <a:srgbClr val="63788A"/>
                </a:solidFill>
                <a:latin typeface="Helvetica Neue"/>
                <a:ea typeface="Helvetica Neue"/>
                <a:cs typeface="Helvetica Neue"/>
              </a:defRPr>
            </a:lvl2pPr>
            <a:lvl3pPr algn="l">
              <a:buNone/>
              <a:defRPr sz="1350" b="1">
                <a:solidFill>
                  <a:srgbClr val="63788A"/>
                </a:solidFill>
                <a:latin typeface="Helvetica Neue"/>
                <a:ea typeface="Helvetica Neue"/>
                <a:cs typeface="Helvetica Neue"/>
              </a:defRPr>
            </a:lvl3pPr>
            <a:lvl4pPr algn="l">
              <a:buNone/>
              <a:defRPr sz="1350" b="1">
                <a:solidFill>
                  <a:srgbClr val="63788A"/>
                </a:solidFill>
                <a:latin typeface="Helvetica Neue"/>
                <a:ea typeface="Helvetica Neue"/>
                <a:cs typeface="Helvetica Neue"/>
              </a:defRPr>
            </a:lvl4pPr>
            <a:lvl5pPr algn="l">
              <a:buNone/>
              <a:defRPr sz="1350" b="1">
                <a:solidFill>
                  <a:srgbClr val="63788A"/>
                </a:solidFill>
                <a:latin typeface="Helvetica Neue"/>
                <a:ea typeface="Helvetica Neue"/>
                <a:cs typeface="Helvetica Neue"/>
              </a:defRPr>
            </a:lvl5pPr>
            <a:lvl6pPr algn="l">
              <a:buNone/>
              <a:defRPr sz="1350" b="1">
                <a:solidFill>
                  <a:srgbClr val="63788A"/>
                </a:solidFill>
                <a:latin typeface="Helvetica Neue"/>
                <a:ea typeface="Helvetica Neue"/>
                <a:cs typeface="Helvetica Neue"/>
              </a:defRPr>
            </a:lvl6pPr>
            <a:lvl7pPr algn="l">
              <a:buNone/>
              <a:defRPr sz="1350" b="1">
                <a:solidFill>
                  <a:srgbClr val="63788A"/>
                </a:solidFill>
                <a:latin typeface="Helvetica Neue"/>
                <a:ea typeface="Helvetica Neue"/>
                <a:cs typeface="Helvetica Neue"/>
              </a:defRPr>
            </a:lvl7pPr>
            <a:lvl8pPr algn="l">
              <a:buNone/>
              <a:defRPr sz="1350" b="1">
                <a:solidFill>
                  <a:srgbClr val="63788A"/>
                </a:solidFill>
                <a:latin typeface="Helvetica Neue"/>
                <a:ea typeface="Helvetica Neue"/>
                <a:cs typeface="Helvetica Neue"/>
              </a:defRPr>
            </a:lvl8pPr>
            <a:lvl9pPr algn="l">
              <a:buNone/>
              <a:defRPr sz="1350" b="1">
                <a:solidFill>
                  <a:srgbClr val="63788A"/>
                </a:solidFill>
                <a:latin typeface="Helvetica Neue"/>
                <a:ea typeface="Helvetica Neue"/>
                <a:cs typeface="Helvetica Neue"/>
              </a:defRPr>
            </a:lvl9pPr>
          </a:lstStyle>
          <a:p xmlns:a="http://schemas.openxmlformats.org/drawingml/2006/main">
            <a:pPr algn="l">
              <a:buNone/>
              <a:defRPr sz="1350" b="1">
                <a:solidFill>
                  <a:srgbClr val="63788A"/>
                </a:solidFill>
                <a:latin typeface="Helvetica Neue"/>
                <a:ea typeface="Helvetica Neue"/>
                <a:cs typeface="Helvetica Neue"/>
              </a:defRPr>
            </a:pPr>
            <a:r>
              <a:rPr sz="1350" b="1">
                <a:solidFill>
                  <a:srgbClr val="63788A"/>
                </a:solidFill>
                <a:latin typeface="Helvetica Neue"/>
                <a:ea typeface="Helvetica Neue"/>
                <a:cs typeface="Helvetica Neue"/>
              </a:rPr>
              <a:t>Held-out</a:t>
            </a:r>
          </a:p>
        </p:txBody>
      </p:sp>
      <p:sp>
        <p:nvSpPr>
          <p:cNvPr id="8" name="Rectangle 7">
            <a:extLst xmlns:a="http://schemas.openxmlformats.org/drawingml/2006/main">
              <a:ext uri="{FF2B5EF4-FFF2-40B4-BE49-F238E27FC236}">
                <a16:creationId xmlns:a16="http://schemas.microsoft.com/office/drawing/2014/main" id="{B180BE00-2619-4DEA-9D52-4179DBF1AE8D}"/>
              </a:ext>
            </a:extLst>
          </p:cNvPr>
          <p:cNvSpPr>
            <a:spLocks xmlns:a="http://schemas.openxmlformats.org/drawingml/2006/main" noGrp="1"/>
          </p:cNvSpPr>
          <p:nvPr/>
        </p:nvSpPr>
        <p:spPr>
          <a:xfrm xmlns:a="http://schemas.openxmlformats.org/drawingml/2006/main">
            <a:off x="8572500" y="2133600"/>
            <a:ext cx="27622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a:bodyPr>
          <a:lstStyle xmlns:a="http://schemas.openxmlformats.org/drawingml/2006/main">
            <a:defPPr algn="l">
              <a:defRPr sz="2700" b="1">
                <a:solidFill>
                  <a:srgbClr val="243A50"/>
                </a:solidFill>
                <a:latin typeface="Helvetica Neue"/>
                <a:ea typeface="Helvetica Neue"/>
                <a:cs typeface="Helvetica Neue"/>
              </a:defRPr>
            </a:defPPr>
            <a:lvl1pPr algn="l">
              <a:buNone/>
              <a:defRPr sz="2700" b="1">
                <a:solidFill>
                  <a:srgbClr val="243A50"/>
                </a:solidFill>
                <a:latin typeface="Helvetica Neue"/>
                <a:ea typeface="Helvetica Neue"/>
                <a:cs typeface="Helvetica Neue"/>
              </a:defRPr>
            </a:lvl1pPr>
            <a:lvl2pPr algn="l">
              <a:buNone/>
              <a:defRPr sz="2700" b="1">
                <a:solidFill>
                  <a:srgbClr val="243A50"/>
                </a:solidFill>
                <a:latin typeface="Helvetica Neue"/>
                <a:ea typeface="Helvetica Neue"/>
                <a:cs typeface="Helvetica Neue"/>
              </a:defRPr>
            </a:lvl2pPr>
            <a:lvl3pPr algn="l">
              <a:buNone/>
              <a:defRPr sz="2700" b="1">
                <a:solidFill>
                  <a:srgbClr val="243A50"/>
                </a:solidFill>
                <a:latin typeface="Helvetica Neue"/>
                <a:ea typeface="Helvetica Neue"/>
                <a:cs typeface="Helvetica Neue"/>
              </a:defRPr>
            </a:lvl3pPr>
            <a:lvl4pPr algn="l">
              <a:buNone/>
              <a:defRPr sz="2700" b="1">
                <a:solidFill>
                  <a:srgbClr val="243A50"/>
                </a:solidFill>
                <a:latin typeface="Helvetica Neue"/>
                <a:ea typeface="Helvetica Neue"/>
                <a:cs typeface="Helvetica Neue"/>
              </a:defRPr>
            </a:lvl4pPr>
            <a:lvl5pPr algn="l">
              <a:buNone/>
              <a:defRPr sz="2700" b="1">
                <a:solidFill>
                  <a:srgbClr val="243A50"/>
                </a:solidFill>
                <a:latin typeface="Helvetica Neue"/>
                <a:ea typeface="Helvetica Neue"/>
                <a:cs typeface="Helvetica Neue"/>
              </a:defRPr>
            </a:lvl5pPr>
            <a:lvl6pPr algn="l">
              <a:buNone/>
              <a:defRPr sz="2700" b="1">
                <a:solidFill>
                  <a:srgbClr val="243A50"/>
                </a:solidFill>
                <a:latin typeface="Helvetica Neue"/>
                <a:ea typeface="Helvetica Neue"/>
                <a:cs typeface="Helvetica Neue"/>
              </a:defRPr>
            </a:lvl6pPr>
            <a:lvl7pPr algn="l">
              <a:buNone/>
              <a:defRPr sz="2700" b="1">
                <a:solidFill>
                  <a:srgbClr val="243A50"/>
                </a:solidFill>
                <a:latin typeface="Helvetica Neue"/>
                <a:ea typeface="Helvetica Neue"/>
                <a:cs typeface="Helvetica Neue"/>
              </a:defRPr>
            </a:lvl7pPr>
            <a:lvl8pPr algn="l">
              <a:buNone/>
              <a:defRPr sz="2700" b="1">
                <a:solidFill>
                  <a:srgbClr val="243A50"/>
                </a:solidFill>
                <a:latin typeface="Helvetica Neue"/>
                <a:ea typeface="Helvetica Neue"/>
                <a:cs typeface="Helvetica Neue"/>
              </a:defRPr>
            </a:lvl8pPr>
            <a:lvl9pPr algn="l">
              <a:buNone/>
              <a:defRPr sz="2700" b="1">
                <a:solidFill>
                  <a:srgbClr val="243A50"/>
                </a:solidFill>
                <a:latin typeface="Helvetica Neue"/>
                <a:ea typeface="Helvetica Neue"/>
                <a:cs typeface="Helvetica Neue"/>
              </a:defRPr>
            </a:lvl9pPr>
          </a:lstStyle>
          <a:p xmlns:a="http://schemas.openxmlformats.org/drawingml/2006/main">
            <a:pPr algn="l">
              <a:buNone/>
              <a:defRPr sz="2700" b="1">
                <a:solidFill>
                  <a:srgbClr val="243A50"/>
                </a:solidFill>
                <a:latin typeface="Helvetica Neue"/>
                <a:ea typeface="Helvetica Neue"/>
                <a:cs typeface="Helvetica Neue"/>
              </a:defRPr>
            </a:pPr>
            <a:r>
              <a:rPr sz="2700" b="1">
                <a:solidFill>
                  <a:srgbClr val="243A50"/>
                </a:solidFill>
                <a:latin typeface="Helvetica Neue"/>
                <a:ea typeface="Helvetica Neue"/>
                <a:cs typeface="Helvetica Neue"/>
              </a:rPr>
              <a:t>986 / 1,111</a:t>
            </a:r>
          </a:p>
        </p:txBody>
      </p:sp>
      <p:sp>
        <p:nvSpPr>
          <p:cNvPr id="9" name="Rectangle 8">
            <a:extLst xmlns:a="http://schemas.openxmlformats.org/drawingml/2006/main">
              <a:ext uri="{FF2B5EF4-FFF2-40B4-BE49-F238E27FC236}">
                <a16:creationId xmlns:a16="http://schemas.microsoft.com/office/drawing/2014/main" id="{3F5C75E7-9F16-4FCD-AC59-5FF9DB7168C5}"/>
              </a:ext>
            </a:extLst>
          </p:cNvPr>
          <p:cNvSpPr>
            <a:spLocks xmlns:a="http://schemas.openxmlformats.org/drawingml/2006/main" noGrp="1"/>
          </p:cNvSpPr>
          <p:nvPr/>
        </p:nvSpPr>
        <p:spPr>
          <a:xfrm xmlns:a="http://schemas.openxmlformats.org/drawingml/2006/main">
            <a:off x="8591550" y="2647950"/>
            <a:ext cx="285750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a:bodyPr>
          <a:lstStyle xmlns:a="http://schemas.openxmlformats.org/drawingml/2006/main">
            <a:defPPr algn="l">
              <a:defRPr sz="1275" b="0">
                <a:solidFill>
                  <a:srgbClr val="33485D"/>
                </a:solidFill>
                <a:latin typeface="Helvetica Neue"/>
                <a:ea typeface="Helvetica Neue"/>
                <a:cs typeface="Helvetica Neue"/>
              </a:defRPr>
            </a:defPPr>
            <a:lvl1pPr algn="l">
              <a:buNone/>
              <a:defRPr sz="1275" b="0">
                <a:solidFill>
                  <a:srgbClr val="33485D"/>
                </a:solidFill>
                <a:latin typeface="Helvetica Neue"/>
                <a:ea typeface="Helvetica Neue"/>
                <a:cs typeface="Helvetica Neue"/>
              </a:defRPr>
            </a:lvl1pPr>
            <a:lvl2pPr algn="l">
              <a:buNone/>
              <a:defRPr sz="1275" b="0">
                <a:solidFill>
                  <a:srgbClr val="33485D"/>
                </a:solidFill>
                <a:latin typeface="Helvetica Neue"/>
                <a:ea typeface="Helvetica Neue"/>
                <a:cs typeface="Helvetica Neue"/>
              </a:defRPr>
            </a:lvl2pPr>
            <a:lvl3pPr algn="l">
              <a:buNone/>
              <a:defRPr sz="1275" b="0">
                <a:solidFill>
                  <a:srgbClr val="33485D"/>
                </a:solidFill>
                <a:latin typeface="Helvetica Neue"/>
                <a:ea typeface="Helvetica Neue"/>
                <a:cs typeface="Helvetica Neue"/>
              </a:defRPr>
            </a:lvl3pPr>
            <a:lvl4pPr algn="l">
              <a:buNone/>
              <a:defRPr sz="1275" b="0">
                <a:solidFill>
                  <a:srgbClr val="33485D"/>
                </a:solidFill>
                <a:latin typeface="Helvetica Neue"/>
                <a:ea typeface="Helvetica Neue"/>
                <a:cs typeface="Helvetica Neue"/>
              </a:defRPr>
            </a:lvl4pPr>
            <a:lvl5pPr algn="l">
              <a:buNone/>
              <a:defRPr sz="1275" b="0">
                <a:solidFill>
                  <a:srgbClr val="33485D"/>
                </a:solidFill>
                <a:latin typeface="Helvetica Neue"/>
                <a:ea typeface="Helvetica Neue"/>
                <a:cs typeface="Helvetica Neue"/>
              </a:defRPr>
            </a:lvl5pPr>
            <a:lvl6pPr algn="l">
              <a:buNone/>
              <a:defRPr sz="1275" b="0">
                <a:solidFill>
                  <a:srgbClr val="33485D"/>
                </a:solidFill>
                <a:latin typeface="Helvetica Neue"/>
                <a:ea typeface="Helvetica Neue"/>
                <a:cs typeface="Helvetica Neue"/>
              </a:defRPr>
            </a:lvl6pPr>
            <a:lvl7pPr algn="l">
              <a:buNone/>
              <a:defRPr sz="1275" b="0">
                <a:solidFill>
                  <a:srgbClr val="33485D"/>
                </a:solidFill>
                <a:latin typeface="Helvetica Neue"/>
                <a:ea typeface="Helvetica Neue"/>
                <a:cs typeface="Helvetica Neue"/>
              </a:defRPr>
            </a:lvl7pPr>
            <a:lvl8pPr algn="l">
              <a:buNone/>
              <a:defRPr sz="1275" b="0">
                <a:solidFill>
                  <a:srgbClr val="33485D"/>
                </a:solidFill>
                <a:latin typeface="Helvetica Neue"/>
                <a:ea typeface="Helvetica Neue"/>
                <a:cs typeface="Helvetica Neue"/>
              </a:defRPr>
            </a:lvl8pPr>
            <a:lvl9pPr algn="l">
              <a:buNone/>
              <a:defRPr sz="1275" b="0">
                <a:solidFill>
                  <a:srgbClr val="33485D"/>
                </a:solidFill>
                <a:latin typeface="Helvetica Neue"/>
                <a:ea typeface="Helvetica Neue"/>
                <a:cs typeface="Helvetica Neue"/>
              </a:defRPr>
            </a:lvl9pPr>
          </a:lstStyle>
          <a:p xmlns:a="http://schemas.openxmlformats.org/drawingml/2006/main">
            <a:pPr algn="l">
              <a:buNone/>
              <a:defRPr sz="1275" b="0">
                <a:solidFill>
                  <a:srgbClr val="33485D"/>
                </a:solidFill>
                <a:latin typeface="Helvetica Neue"/>
                <a:ea typeface="Helvetica Neue"/>
                <a:cs typeface="Helvetica Neue"/>
              </a:defRPr>
            </a:pPr>
            <a:r>
              <a:rPr sz="1275" b="0">
                <a:solidFill>
                  <a:srgbClr val="33485D"/>
                </a:solidFill>
                <a:latin typeface="Helvetica Neue"/>
                <a:ea typeface="Helvetica Neue"/>
                <a:cs typeface="Helvetica Neue"/>
              </a:rPr>
              <a:t>both building + floor correct · 88.75%</a:t>
            </a:r>
          </a:p>
        </p:txBody>
      </p:sp>
      <p:sp>
        <p:nvSpPr>
          <p:cNvPr id="10" name="Rectangle 9">
            <a:extLst xmlns:a="http://schemas.openxmlformats.org/drawingml/2006/main">
              <a:ext uri="{FF2B5EF4-FFF2-40B4-BE49-F238E27FC236}">
                <a16:creationId xmlns:a16="http://schemas.microsoft.com/office/drawing/2014/main" id="{071788A8-5EE7-4A15-8827-7D664439634D}"/>
              </a:ext>
            </a:extLst>
          </p:cNvPr>
          <p:cNvSpPr>
            <a:spLocks xmlns:a="http://schemas.openxmlformats.org/drawingml/2006/main" noGrp="1"/>
          </p:cNvSpPr>
          <p:nvPr/>
        </p:nvSpPr>
        <p:spPr>
          <a:xfrm xmlns:a="http://schemas.openxmlformats.org/drawingml/2006/main">
            <a:off x="8572500" y="3476625"/>
            <a:ext cx="27622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a:bodyPr>
          <a:lstStyle xmlns:a="http://schemas.openxmlformats.org/drawingml/2006/main">
            <a:defPPr algn="l">
              <a:defRPr sz="3150" b="1">
                <a:solidFill>
                  <a:srgbClr val="64877F"/>
                </a:solidFill>
                <a:latin typeface="Helvetica Neue"/>
                <a:ea typeface="Helvetica Neue"/>
                <a:cs typeface="Helvetica Neue"/>
              </a:defRPr>
            </a:defPPr>
            <a:lvl1pPr algn="l">
              <a:buNone/>
              <a:defRPr sz="3150" b="1">
                <a:solidFill>
                  <a:srgbClr val="64877F"/>
                </a:solidFill>
                <a:latin typeface="Helvetica Neue"/>
                <a:ea typeface="Helvetica Neue"/>
                <a:cs typeface="Helvetica Neue"/>
              </a:defRPr>
            </a:lvl1pPr>
            <a:lvl2pPr algn="l">
              <a:buNone/>
              <a:defRPr sz="3150" b="1">
                <a:solidFill>
                  <a:srgbClr val="64877F"/>
                </a:solidFill>
                <a:latin typeface="Helvetica Neue"/>
                <a:ea typeface="Helvetica Neue"/>
                <a:cs typeface="Helvetica Neue"/>
              </a:defRPr>
            </a:lvl2pPr>
            <a:lvl3pPr algn="l">
              <a:buNone/>
              <a:defRPr sz="3150" b="1">
                <a:solidFill>
                  <a:srgbClr val="64877F"/>
                </a:solidFill>
                <a:latin typeface="Helvetica Neue"/>
                <a:ea typeface="Helvetica Neue"/>
                <a:cs typeface="Helvetica Neue"/>
              </a:defRPr>
            </a:lvl3pPr>
            <a:lvl4pPr algn="l">
              <a:buNone/>
              <a:defRPr sz="3150" b="1">
                <a:solidFill>
                  <a:srgbClr val="64877F"/>
                </a:solidFill>
                <a:latin typeface="Helvetica Neue"/>
                <a:ea typeface="Helvetica Neue"/>
                <a:cs typeface="Helvetica Neue"/>
              </a:defRPr>
            </a:lvl4pPr>
            <a:lvl5pPr algn="l">
              <a:buNone/>
              <a:defRPr sz="3150" b="1">
                <a:solidFill>
                  <a:srgbClr val="64877F"/>
                </a:solidFill>
                <a:latin typeface="Helvetica Neue"/>
                <a:ea typeface="Helvetica Neue"/>
                <a:cs typeface="Helvetica Neue"/>
              </a:defRPr>
            </a:lvl5pPr>
            <a:lvl6pPr algn="l">
              <a:buNone/>
              <a:defRPr sz="3150" b="1">
                <a:solidFill>
                  <a:srgbClr val="64877F"/>
                </a:solidFill>
                <a:latin typeface="Helvetica Neue"/>
                <a:ea typeface="Helvetica Neue"/>
                <a:cs typeface="Helvetica Neue"/>
              </a:defRPr>
            </a:lvl6pPr>
            <a:lvl7pPr algn="l">
              <a:buNone/>
              <a:defRPr sz="3150" b="1">
                <a:solidFill>
                  <a:srgbClr val="64877F"/>
                </a:solidFill>
                <a:latin typeface="Helvetica Neue"/>
                <a:ea typeface="Helvetica Neue"/>
                <a:cs typeface="Helvetica Neue"/>
              </a:defRPr>
            </a:lvl7pPr>
            <a:lvl8pPr algn="l">
              <a:buNone/>
              <a:defRPr sz="3150" b="1">
                <a:solidFill>
                  <a:srgbClr val="64877F"/>
                </a:solidFill>
                <a:latin typeface="Helvetica Neue"/>
                <a:ea typeface="Helvetica Neue"/>
                <a:cs typeface="Helvetica Neue"/>
              </a:defRPr>
            </a:lvl8pPr>
            <a:lvl9pPr algn="l">
              <a:buNone/>
              <a:defRPr sz="3150" b="1">
                <a:solidFill>
                  <a:srgbClr val="64877F"/>
                </a:solidFill>
                <a:latin typeface="Helvetica Neue"/>
                <a:ea typeface="Helvetica Neue"/>
                <a:cs typeface="Helvetica Neue"/>
              </a:defRPr>
            </a:lvl9pPr>
          </a:lstStyle>
          <a:p xmlns:a="http://schemas.openxmlformats.org/drawingml/2006/main">
            <a:pPr algn="l">
              <a:buNone/>
              <a:defRPr sz="3150" b="1">
                <a:solidFill>
                  <a:srgbClr val="64877F"/>
                </a:solidFill>
                <a:latin typeface="Helvetica Neue"/>
                <a:ea typeface="Helvetica Neue"/>
                <a:cs typeface="Helvetica Neue"/>
              </a:defRPr>
            </a:pPr>
            <a:r>
              <a:rPr sz="3150" b="1">
                <a:solidFill>
                  <a:srgbClr val="64877F"/>
                </a:solidFill>
                <a:latin typeface="Helvetica Neue"/>
                <a:ea typeface="Helvetica Neue"/>
                <a:cs typeface="Helvetica Neue"/>
              </a:rPr>
              <a:t>10.00</a:t>
            </a:r>
          </a:p>
        </p:txBody>
      </p:sp>
      <p:sp>
        <p:nvSpPr>
          <p:cNvPr id="11" name="Rectangle 10">
            <a:extLst xmlns:a="http://schemas.openxmlformats.org/drawingml/2006/main">
              <a:ext uri="{FF2B5EF4-FFF2-40B4-BE49-F238E27FC236}">
                <a16:creationId xmlns:a16="http://schemas.microsoft.com/office/drawing/2014/main" id="{248D0436-8124-4D40-9413-9CC8A36C68D8}"/>
              </a:ext>
            </a:extLst>
          </p:cNvPr>
          <p:cNvSpPr>
            <a:spLocks xmlns:a="http://schemas.openxmlformats.org/drawingml/2006/main" noGrp="1"/>
          </p:cNvSpPr>
          <p:nvPr/>
        </p:nvSpPr>
        <p:spPr>
          <a:xfrm xmlns:a="http://schemas.openxmlformats.org/drawingml/2006/main">
            <a:off x="8591550" y="4000500"/>
            <a:ext cx="285750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a:bodyPr>
          <a:lstStyle xmlns:a="http://schemas.openxmlformats.org/drawingml/2006/main">
            <a:defPPr algn="l">
              <a:defRPr sz="1275" b="0">
                <a:solidFill>
                  <a:srgbClr val="33485D"/>
                </a:solidFill>
                <a:latin typeface="Helvetica Neue"/>
                <a:ea typeface="Helvetica Neue"/>
                <a:cs typeface="Helvetica Neue"/>
              </a:defRPr>
            </a:defPPr>
            <a:lvl1pPr algn="l">
              <a:buNone/>
              <a:defRPr sz="1275" b="0">
                <a:solidFill>
                  <a:srgbClr val="33485D"/>
                </a:solidFill>
                <a:latin typeface="Helvetica Neue"/>
                <a:ea typeface="Helvetica Neue"/>
                <a:cs typeface="Helvetica Neue"/>
              </a:defRPr>
            </a:lvl1pPr>
            <a:lvl2pPr algn="l">
              <a:buNone/>
              <a:defRPr sz="1275" b="0">
                <a:solidFill>
                  <a:srgbClr val="33485D"/>
                </a:solidFill>
                <a:latin typeface="Helvetica Neue"/>
                <a:ea typeface="Helvetica Neue"/>
                <a:cs typeface="Helvetica Neue"/>
              </a:defRPr>
            </a:lvl2pPr>
            <a:lvl3pPr algn="l">
              <a:buNone/>
              <a:defRPr sz="1275" b="0">
                <a:solidFill>
                  <a:srgbClr val="33485D"/>
                </a:solidFill>
                <a:latin typeface="Helvetica Neue"/>
                <a:ea typeface="Helvetica Neue"/>
                <a:cs typeface="Helvetica Neue"/>
              </a:defRPr>
            </a:lvl3pPr>
            <a:lvl4pPr algn="l">
              <a:buNone/>
              <a:defRPr sz="1275" b="0">
                <a:solidFill>
                  <a:srgbClr val="33485D"/>
                </a:solidFill>
                <a:latin typeface="Helvetica Neue"/>
                <a:ea typeface="Helvetica Neue"/>
                <a:cs typeface="Helvetica Neue"/>
              </a:defRPr>
            </a:lvl4pPr>
            <a:lvl5pPr algn="l">
              <a:buNone/>
              <a:defRPr sz="1275" b="0">
                <a:solidFill>
                  <a:srgbClr val="33485D"/>
                </a:solidFill>
                <a:latin typeface="Helvetica Neue"/>
                <a:ea typeface="Helvetica Neue"/>
                <a:cs typeface="Helvetica Neue"/>
              </a:defRPr>
            </a:lvl5pPr>
            <a:lvl6pPr algn="l">
              <a:buNone/>
              <a:defRPr sz="1275" b="0">
                <a:solidFill>
                  <a:srgbClr val="33485D"/>
                </a:solidFill>
                <a:latin typeface="Helvetica Neue"/>
                <a:ea typeface="Helvetica Neue"/>
                <a:cs typeface="Helvetica Neue"/>
              </a:defRPr>
            </a:lvl6pPr>
            <a:lvl7pPr algn="l">
              <a:buNone/>
              <a:defRPr sz="1275" b="0">
                <a:solidFill>
                  <a:srgbClr val="33485D"/>
                </a:solidFill>
                <a:latin typeface="Helvetica Neue"/>
                <a:ea typeface="Helvetica Neue"/>
                <a:cs typeface="Helvetica Neue"/>
              </a:defRPr>
            </a:lvl7pPr>
            <a:lvl8pPr algn="l">
              <a:buNone/>
              <a:defRPr sz="1275" b="0">
                <a:solidFill>
                  <a:srgbClr val="33485D"/>
                </a:solidFill>
                <a:latin typeface="Helvetica Neue"/>
                <a:ea typeface="Helvetica Neue"/>
                <a:cs typeface="Helvetica Neue"/>
              </a:defRPr>
            </a:lvl8pPr>
            <a:lvl9pPr algn="l">
              <a:buNone/>
              <a:defRPr sz="1275" b="0">
                <a:solidFill>
                  <a:srgbClr val="33485D"/>
                </a:solidFill>
                <a:latin typeface="Helvetica Neue"/>
                <a:ea typeface="Helvetica Neue"/>
                <a:cs typeface="Helvetica Neue"/>
              </a:defRPr>
            </a:lvl9pPr>
          </a:lstStyle>
          <a:p xmlns:a="http://schemas.openxmlformats.org/drawingml/2006/main">
            <a:pPr algn="l">
              <a:buNone/>
              <a:defRPr sz="1275" b="0">
                <a:solidFill>
                  <a:srgbClr val="33485D"/>
                </a:solidFill>
                <a:latin typeface="Helvetica Neue"/>
                <a:ea typeface="Helvetica Neue"/>
                <a:cs typeface="Helvetica Neue"/>
              </a:defRPr>
            </a:pPr>
            <a:r>
              <a:rPr sz="1275" b="0">
                <a:solidFill>
                  <a:srgbClr val="33485D"/>
                </a:solidFill>
                <a:latin typeface="Helvetica Neue"/>
                <a:ea typeface="Helvetica Neue"/>
                <a:cs typeface="Helvetica Neue"/>
              </a:rPr>
              <a:t>mean coordinate error in that group</a:t>
            </a:r>
          </a:p>
        </p:txBody>
      </p:sp>
      <p:sp>
        <p:nvSpPr>
          <p:cNvPr id="12" name="Rectangle 11">
            <a:extLst xmlns:a="http://schemas.openxmlformats.org/drawingml/2006/main">
              <a:ext uri="{FF2B5EF4-FFF2-40B4-BE49-F238E27FC236}">
                <a16:creationId xmlns:a16="http://schemas.microsoft.com/office/drawing/2014/main" id="{225E0115-BD6F-465E-AC04-219C7BD36EAC}"/>
              </a:ext>
            </a:extLst>
          </p:cNvPr>
          <p:cNvSpPr>
            <a:spLocks xmlns:a="http://schemas.openxmlformats.org/drawingml/2006/main" noGrp="1"/>
          </p:cNvSpPr>
          <p:nvPr/>
        </p:nvSpPr>
        <p:spPr>
          <a:xfrm xmlns:a="http://schemas.openxmlformats.org/drawingml/2006/main">
            <a:off x="8591550" y="4810125"/>
            <a:ext cx="2781300"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a:bodyPr>
          <a:lstStyle xmlns:a="http://schemas.openxmlformats.org/drawingml/2006/main">
            <a:defPPr algn="l">
              <a:defRPr sz="1350" b="1">
                <a:solidFill>
                  <a:srgbClr val="A76F61"/>
                </a:solidFill>
                <a:latin typeface="Helvetica Neue"/>
                <a:ea typeface="Helvetica Neue"/>
                <a:cs typeface="Helvetica Neue"/>
              </a:defRPr>
            </a:defPPr>
            <a:lvl1pPr algn="l">
              <a:buNone/>
              <a:defRPr sz="1350" b="1">
                <a:solidFill>
                  <a:srgbClr val="A76F61"/>
                </a:solidFill>
                <a:latin typeface="Helvetica Neue"/>
                <a:ea typeface="Helvetica Neue"/>
                <a:cs typeface="Helvetica Neue"/>
              </a:defRPr>
            </a:lvl1pPr>
            <a:lvl2pPr algn="l">
              <a:buNone/>
              <a:defRPr sz="1350" b="1">
                <a:solidFill>
                  <a:srgbClr val="A76F61"/>
                </a:solidFill>
                <a:latin typeface="Helvetica Neue"/>
                <a:ea typeface="Helvetica Neue"/>
                <a:cs typeface="Helvetica Neue"/>
              </a:defRPr>
            </a:lvl2pPr>
            <a:lvl3pPr algn="l">
              <a:buNone/>
              <a:defRPr sz="1350" b="1">
                <a:solidFill>
                  <a:srgbClr val="A76F61"/>
                </a:solidFill>
                <a:latin typeface="Helvetica Neue"/>
                <a:ea typeface="Helvetica Neue"/>
                <a:cs typeface="Helvetica Neue"/>
              </a:defRPr>
            </a:lvl3pPr>
            <a:lvl4pPr algn="l">
              <a:buNone/>
              <a:defRPr sz="1350" b="1">
                <a:solidFill>
                  <a:srgbClr val="A76F61"/>
                </a:solidFill>
                <a:latin typeface="Helvetica Neue"/>
                <a:ea typeface="Helvetica Neue"/>
                <a:cs typeface="Helvetica Neue"/>
              </a:defRPr>
            </a:lvl4pPr>
            <a:lvl5pPr algn="l">
              <a:buNone/>
              <a:defRPr sz="1350" b="1">
                <a:solidFill>
                  <a:srgbClr val="A76F61"/>
                </a:solidFill>
                <a:latin typeface="Helvetica Neue"/>
                <a:ea typeface="Helvetica Neue"/>
                <a:cs typeface="Helvetica Neue"/>
              </a:defRPr>
            </a:lvl5pPr>
            <a:lvl6pPr algn="l">
              <a:buNone/>
              <a:defRPr sz="1350" b="1">
                <a:solidFill>
                  <a:srgbClr val="A76F61"/>
                </a:solidFill>
                <a:latin typeface="Helvetica Neue"/>
                <a:ea typeface="Helvetica Neue"/>
                <a:cs typeface="Helvetica Neue"/>
              </a:defRPr>
            </a:lvl6pPr>
            <a:lvl7pPr algn="l">
              <a:buNone/>
              <a:defRPr sz="1350" b="1">
                <a:solidFill>
                  <a:srgbClr val="A76F61"/>
                </a:solidFill>
                <a:latin typeface="Helvetica Neue"/>
                <a:ea typeface="Helvetica Neue"/>
                <a:cs typeface="Helvetica Neue"/>
              </a:defRPr>
            </a:lvl7pPr>
            <a:lvl8pPr algn="l">
              <a:buNone/>
              <a:defRPr sz="1350" b="1">
                <a:solidFill>
                  <a:srgbClr val="A76F61"/>
                </a:solidFill>
                <a:latin typeface="Helvetica Neue"/>
                <a:ea typeface="Helvetica Neue"/>
                <a:cs typeface="Helvetica Neue"/>
              </a:defRPr>
            </a:lvl8pPr>
            <a:lvl9pPr algn="l">
              <a:buNone/>
              <a:defRPr sz="1350" b="1">
                <a:solidFill>
                  <a:srgbClr val="A76F61"/>
                </a:solidFill>
                <a:latin typeface="Helvetica Neue"/>
                <a:ea typeface="Helvetica Neue"/>
                <a:cs typeface="Helvetica Neue"/>
              </a:defRPr>
            </a:lvl9pPr>
          </a:lstStyle>
          <a:p xmlns:a="http://schemas.openxmlformats.org/drawingml/2006/main">
            <a:pPr algn="l">
              <a:buNone/>
              <a:defRPr sz="1350" b="1">
                <a:solidFill>
                  <a:srgbClr val="A76F61"/>
                </a:solidFill>
                <a:latin typeface="Helvetica Neue"/>
                <a:ea typeface="Helvetica Neue"/>
                <a:cs typeface="Helvetica Neue"/>
              </a:defRPr>
            </a:pPr>
            <a:r>
              <a:rPr sz="1350" b="1">
                <a:solidFill>
                  <a:srgbClr val="A76F61"/>
                </a:solidFill>
                <a:latin typeface="Helvetica Neue"/>
                <a:ea typeface="Helvetica Neue"/>
                <a:cs typeface="Helvetica Neue"/>
              </a:rPr>
              <a:t>Only 3 records have a building error.</a:t>
            </a:r>
          </a:p>
        </p:txBody>
      </p:sp>
    </p:spTree>
    <p:extLst>
      <p:ext uri="{BB962C8B-B14F-4D97-AF65-F5344CB8AC3E}">
        <p14:creationId xmlns:p14="http://schemas.microsoft.com/office/powerpoint/2010/main" val="1033489715"/>
      </p:ext>
    </p:extLst>
  </p:cSld>
</p:sld>
</file>

<file path=ppt/slides/slide20.xml><?xml version="1.0" encoding="utf-8"?>
<p:sld xmlns:p="http://schemas.openxmlformats.org/presentationml/2006/main">
  <p:cSld>
    <p:bg>
      <p:bgPr>
        <a:solidFill xmlns:a="http://schemas.openxmlformats.org/drawingml/2006/main">
          <a:srgbClr val="FAF9F6"/>
        </a:solidFill>
      </p:bgPr>
    </p:bg>
    <p:spTree>
      <p:nvGrpSpPr>
        <p:cNvPr id="1" name=""/>
        <p:cNvGrpSpPr/>
        <p:nvPr/>
      </p:nvGrpSpPr>
      <p:grpSpPr>
        <a:xfrm xmlns:a="http://schemas.openxmlformats.org/drawingml/2006/main"/>
      </p:grpSpPr>
      <p:sp>
        <p:nvSpPr>
          <p:cNvPr id="21" name="Rectangle 20">
            <a:extLst xmlns:a="http://schemas.openxmlformats.org/drawingml/2006/main">
              <a:ext uri="{FF2B5EF4-FFF2-40B4-BE49-F238E27FC236}">
                <a16:creationId xmlns:a16="http://schemas.microsoft.com/office/drawing/2014/main" id="{E1210A58-2AE5-4D52-A041-C6F23715A126}"/>
              </a:ext>
            </a:extLst>
          </p:cNvPr>
          <p:cNvSpPr>
            <a:spLocks xmlns:a="http://schemas.openxmlformats.org/drawingml/2006/main" noGrp="1"/>
          </p:cNvSpPr>
          <p:nvPr/>
        </p:nvSpPr>
        <p:spPr>
          <a:xfrm xmlns:a="http://schemas.openxmlformats.org/drawingml/2006/main">
            <a:off x="0" y="0"/>
            <a:ext cx="12192000" cy="104775"/>
          </a:xfrm>
          <a:prstGeom xmlns:a="http://schemas.openxmlformats.org/drawingml/2006/main" prst="rect">
            <a:avLst/>
          </a:prstGeom>
          <a:solidFill xmlns:a="http://schemas.openxmlformats.org/drawingml/2006/main">
            <a:srgbClr val="C7DBD1"/>
          </a:solidFill>
          <a:ln xmlns:a="http://schemas.openxmlformats.org/drawingml/2006/main" w="0">
            <a:noFill/>
            <a:prstDash val="solid"/>
          </a:ln>
        </p:spPr>
      </p:sp>
      <p:sp>
        <p:nvSpPr>
          <p:cNvPr id="2" name="Rectangle 1">
            <a:extLst xmlns:a="http://schemas.openxmlformats.org/drawingml/2006/main">
              <a:ext uri="{FF2B5EF4-FFF2-40B4-BE49-F238E27FC236}">
                <a16:creationId xmlns:a16="http://schemas.microsoft.com/office/drawing/2014/main" id="{57952E39-AEFE-48B9-8BAD-30183C1547E9}"/>
              </a:ext>
            </a:extLst>
          </p:cNvPr>
          <p:cNvSpPr>
            <a:spLocks xmlns:a="http://schemas.openxmlformats.org/drawingml/2006/main" noGrp="1"/>
          </p:cNvSpPr>
          <p:nvPr/>
        </p:nvSpPr>
        <p:spPr>
          <a:xfrm xmlns:a="http://schemas.openxmlformats.org/drawingml/2006/main">
            <a:off x="609600" y="371475"/>
            <a:ext cx="1097280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a:bodyPr>
          <a:lstStyle xmlns:a="http://schemas.openxmlformats.org/drawingml/2006/main">
            <a:defPPr algn="l">
              <a:defRPr sz="2625" b="1">
                <a:solidFill>
                  <a:srgbClr val="243A50"/>
                </a:solidFill>
                <a:latin typeface="Helvetica Neue"/>
                <a:ea typeface="Helvetica Neue"/>
                <a:cs typeface="Helvetica Neue"/>
              </a:defRPr>
            </a:defPPr>
            <a:lvl1pPr algn="l">
              <a:buNone/>
              <a:defRPr sz="2625" b="1">
                <a:solidFill>
                  <a:srgbClr val="243A50"/>
                </a:solidFill>
                <a:latin typeface="Helvetica Neue"/>
                <a:ea typeface="Helvetica Neue"/>
                <a:cs typeface="Helvetica Neue"/>
              </a:defRPr>
            </a:lvl1pPr>
            <a:lvl2pPr algn="l">
              <a:buNone/>
              <a:defRPr sz="2625" b="1">
                <a:solidFill>
                  <a:srgbClr val="243A50"/>
                </a:solidFill>
                <a:latin typeface="Helvetica Neue"/>
                <a:ea typeface="Helvetica Neue"/>
                <a:cs typeface="Helvetica Neue"/>
              </a:defRPr>
            </a:lvl2pPr>
            <a:lvl3pPr algn="l">
              <a:buNone/>
              <a:defRPr sz="2625" b="1">
                <a:solidFill>
                  <a:srgbClr val="243A50"/>
                </a:solidFill>
                <a:latin typeface="Helvetica Neue"/>
                <a:ea typeface="Helvetica Neue"/>
                <a:cs typeface="Helvetica Neue"/>
              </a:defRPr>
            </a:lvl3pPr>
            <a:lvl4pPr algn="l">
              <a:buNone/>
              <a:defRPr sz="2625" b="1">
                <a:solidFill>
                  <a:srgbClr val="243A50"/>
                </a:solidFill>
                <a:latin typeface="Helvetica Neue"/>
                <a:ea typeface="Helvetica Neue"/>
                <a:cs typeface="Helvetica Neue"/>
              </a:defRPr>
            </a:lvl4pPr>
            <a:lvl5pPr algn="l">
              <a:buNone/>
              <a:defRPr sz="2625" b="1">
                <a:solidFill>
                  <a:srgbClr val="243A50"/>
                </a:solidFill>
                <a:latin typeface="Helvetica Neue"/>
                <a:ea typeface="Helvetica Neue"/>
                <a:cs typeface="Helvetica Neue"/>
              </a:defRPr>
            </a:lvl5pPr>
            <a:lvl6pPr algn="l">
              <a:buNone/>
              <a:defRPr sz="2625" b="1">
                <a:solidFill>
                  <a:srgbClr val="243A50"/>
                </a:solidFill>
                <a:latin typeface="Helvetica Neue"/>
                <a:ea typeface="Helvetica Neue"/>
                <a:cs typeface="Helvetica Neue"/>
              </a:defRPr>
            </a:lvl6pPr>
            <a:lvl7pPr algn="l">
              <a:buNone/>
              <a:defRPr sz="2625" b="1">
                <a:solidFill>
                  <a:srgbClr val="243A50"/>
                </a:solidFill>
                <a:latin typeface="Helvetica Neue"/>
                <a:ea typeface="Helvetica Neue"/>
                <a:cs typeface="Helvetica Neue"/>
              </a:defRPr>
            </a:lvl7pPr>
            <a:lvl8pPr algn="l">
              <a:buNone/>
              <a:defRPr sz="2625" b="1">
                <a:solidFill>
                  <a:srgbClr val="243A50"/>
                </a:solidFill>
                <a:latin typeface="Helvetica Neue"/>
                <a:ea typeface="Helvetica Neue"/>
                <a:cs typeface="Helvetica Neue"/>
              </a:defRPr>
            </a:lvl8pPr>
            <a:lvl9pPr algn="l">
              <a:buNone/>
              <a:defRPr sz="2625" b="1">
                <a:solidFill>
                  <a:srgbClr val="243A50"/>
                </a:solidFill>
                <a:latin typeface="Helvetica Neue"/>
                <a:ea typeface="Helvetica Neue"/>
                <a:cs typeface="Helvetica Neue"/>
              </a:defRPr>
            </a:lvl9pPr>
          </a:lstStyle>
          <a:p xmlns:a="http://schemas.openxmlformats.org/drawingml/2006/main">
            <a:pPr algn="l">
              <a:buNone/>
              <a:defRPr sz="2625" b="1">
                <a:solidFill>
                  <a:srgbClr val="243A50"/>
                </a:solidFill>
                <a:latin typeface="Helvetica Neue"/>
                <a:ea typeface="Helvetica Neue"/>
                <a:cs typeface="Helvetica Neue"/>
              </a:defRPr>
            </a:pPr>
            <a:r>
              <a:rPr sz="2625" b="1">
                <a:solidFill>
                  <a:srgbClr val="243A50"/>
                </a:solidFill>
                <a:latin typeface="Helvetica Neue"/>
                <a:ea typeface="Helvetica Neue"/>
                <a:cs typeface="Helvetica Neue"/>
              </a:rPr>
              <a:t>Conclusion</a:t>
            </a:r>
          </a:p>
        </p:txBody>
      </p:sp>
      <p:sp>
        <p:nvSpPr>
          <p:cNvPr id="3" name="Rectangle 2">
            <a:extLst xmlns:a="http://schemas.openxmlformats.org/drawingml/2006/main">
              <a:ext uri="{FF2B5EF4-FFF2-40B4-BE49-F238E27FC236}">
                <a16:creationId xmlns:a16="http://schemas.microsoft.com/office/drawing/2014/main" id="{EC7D043D-A080-442F-92D2-931C12CFC94A}"/>
              </a:ext>
            </a:extLst>
          </p:cNvPr>
          <p:cNvSpPr>
            <a:spLocks xmlns:a="http://schemas.openxmlformats.org/drawingml/2006/main" noGrp="1"/>
          </p:cNvSpPr>
          <p:nvPr/>
        </p:nvSpPr>
        <p:spPr>
          <a:xfrm xmlns:a="http://schemas.openxmlformats.org/drawingml/2006/main">
            <a:off x="628650" y="904875"/>
            <a:ext cx="108394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a:bodyPr>
          <a:lstStyle xmlns:a="http://schemas.openxmlformats.org/drawingml/2006/main">
            <a:defPPr algn="l">
              <a:defRPr sz="1350" b="0">
                <a:solidFill>
                  <a:srgbClr val="63788A"/>
                </a:solidFill>
                <a:latin typeface="Helvetica Neue"/>
                <a:ea typeface="Helvetica Neue"/>
                <a:cs typeface="Helvetica Neue"/>
              </a:defRPr>
            </a:defPPr>
            <a:lvl1pPr algn="l">
              <a:buNone/>
              <a:defRPr sz="1350" b="0">
                <a:solidFill>
                  <a:srgbClr val="63788A"/>
                </a:solidFill>
                <a:latin typeface="Helvetica Neue"/>
                <a:ea typeface="Helvetica Neue"/>
                <a:cs typeface="Helvetica Neue"/>
              </a:defRPr>
            </a:lvl1pPr>
            <a:lvl2pPr algn="l">
              <a:buNone/>
              <a:defRPr sz="1350" b="0">
                <a:solidFill>
                  <a:srgbClr val="63788A"/>
                </a:solidFill>
                <a:latin typeface="Helvetica Neue"/>
                <a:ea typeface="Helvetica Neue"/>
                <a:cs typeface="Helvetica Neue"/>
              </a:defRPr>
            </a:lvl2pPr>
            <a:lvl3pPr algn="l">
              <a:buNone/>
              <a:defRPr sz="1350" b="0">
                <a:solidFill>
                  <a:srgbClr val="63788A"/>
                </a:solidFill>
                <a:latin typeface="Helvetica Neue"/>
                <a:ea typeface="Helvetica Neue"/>
                <a:cs typeface="Helvetica Neue"/>
              </a:defRPr>
            </a:lvl3pPr>
            <a:lvl4pPr algn="l">
              <a:buNone/>
              <a:defRPr sz="1350" b="0">
                <a:solidFill>
                  <a:srgbClr val="63788A"/>
                </a:solidFill>
                <a:latin typeface="Helvetica Neue"/>
                <a:ea typeface="Helvetica Neue"/>
                <a:cs typeface="Helvetica Neue"/>
              </a:defRPr>
            </a:lvl4pPr>
            <a:lvl5pPr algn="l">
              <a:buNone/>
              <a:defRPr sz="1350" b="0">
                <a:solidFill>
                  <a:srgbClr val="63788A"/>
                </a:solidFill>
                <a:latin typeface="Helvetica Neue"/>
                <a:ea typeface="Helvetica Neue"/>
                <a:cs typeface="Helvetica Neue"/>
              </a:defRPr>
            </a:lvl5pPr>
            <a:lvl6pPr algn="l">
              <a:buNone/>
              <a:defRPr sz="1350" b="0">
                <a:solidFill>
                  <a:srgbClr val="63788A"/>
                </a:solidFill>
                <a:latin typeface="Helvetica Neue"/>
                <a:ea typeface="Helvetica Neue"/>
                <a:cs typeface="Helvetica Neue"/>
              </a:defRPr>
            </a:lvl6pPr>
            <a:lvl7pPr algn="l">
              <a:buNone/>
              <a:defRPr sz="1350" b="0">
                <a:solidFill>
                  <a:srgbClr val="63788A"/>
                </a:solidFill>
                <a:latin typeface="Helvetica Neue"/>
                <a:ea typeface="Helvetica Neue"/>
                <a:cs typeface="Helvetica Neue"/>
              </a:defRPr>
            </a:lvl7pPr>
            <a:lvl8pPr algn="l">
              <a:buNone/>
              <a:defRPr sz="1350" b="0">
                <a:solidFill>
                  <a:srgbClr val="63788A"/>
                </a:solidFill>
                <a:latin typeface="Helvetica Neue"/>
                <a:ea typeface="Helvetica Neue"/>
                <a:cs typeface="Helvetica Neue"/>
              </a:defRPr>
            </a:lvl8pPr>
            <a:lvl9pPr algn="l">
              <a:buNone/>
              <a:defRPr sz="1350" b="0">
                <a:solidFill>
                  <a:srgbClr val="63788A"/>
                </a:solidFill>
                <a:latin typeface="Helvetica Neue"/>
                <a:ea typeface="Helvetica Neue"/>
                <a:cs typeface="Helvetica Neue"/>
              </a:defRPr>
            </a:lvl9pPr>
          </a:lstStyle>
          <a:p xmlns:a="http://schemas.openxmlformats.org/drawingml/2006/main">
            <a:pPr algn="l">
              <a:buNone/>
              <a:defRPr sz="1350" b="0">
                <a:solidFill>
                  <a:srgbClr val="63788A"/>
                </a:solidFill>
                <a:latin typeface="Helvetica Neue"/>
                <a:ea typeface="Helvetica Neue"/>
                <a:cs typeface="Helvetica Neue"/>
              </a:defRPr>
            </a:pPr>
            <a:r>
              <a:rPr sz="1350" b="0">
                <a:solidFill>
                  <a:srgbClr val="63788A"/>
                </a:solidFill>
                <a:latin typeface="Helvetica Neue"/>
                <a:ea typeface="Helvetica Neue"/>
                <a:cs typeface="Helvetica Neue"/>
              </a:rPr>
              <a:t>The finished AML pipeline produces three task-specific estimates from a shared signal representation.</a:t>
            </a:r>
          </a:p>
        </p:txBody>
      </p:sp>
      <p:sp>
        <p:nvSpPr>
          <p:cNvPr id="4" name="Straight Connector 3">
            <a:extLst xmlns:a="http://schemas.openxmlformats.org/drawingml/2006/main">
              <a:ext uri="{FF2B5EF4-FFF2-40B4-BE49-F238E27FC236}">
                <a16:creationId xmlns:a16="http://schemas.microsoft.com/office/drawing/2014/main" id="{53B0D37A-C39B-463A-B9D2-D9D3C53336CD}"/>
              </a:ext>
            </a:extLst>
          </p:cNvPr>
          <p:cNvSpPr>
            <a:spLocks xmlns:a="http://schemas.openxmlformats.org/drawingml/2006/main" noGrp="1"/>
          </p:cNvSpPr>
          <p:nvPr/>
        </p:nvSpPr>
        <p:spPr>
          <a:xfrm xmlns:a="http://schemas.openxmlformats.org/drawingml/2006/main">
            <a:off x="609600" y="6381750"/>
            <a:ext cx="10972800" cy="0"/>
          </a:xfrm>
          <a:prstGeom xmlns:a="http://schemas.openxmlformats.org/drawingml/2006/main" prst="line">
            <a:avLst/>
          </a:prstGeom>
          <a:noFill xmlns:a="http://schemas.openxmlformats.org/drawingml/2006/main"/>
          <a:ln xmlns:a="http://schemas.openxmlformats.org/drawingml/2006/main" w="9525">
            <a:solidFill>
              <a:srgbClr val="CBD5DA"/>
            </a:solidFill>
            <a:prstDash val="solid"/>
          </a:ln>
        </p:spPr>
      </p:sp>
      <p:sp>
        <p:nvSpPr>
          <p:cNvPr id="5" name="Rectangle 4">
            <a:extLst xmlns:a="http://schemas.openxmlformats.org/drawingml/2006/main">
              <a:ext uri="{FF2B5EF4-FFF2-40B4-BE49-F238E27FC236}">
                <a16:creationId xmlns:a16="http://schemas.microsoft.com/office/drawing/2014/main" id="{FED056F1-25AE-4EEB-B198-EEAED24A8464}"/>
              </a:ext>
            </a:extLst>
          </p:cNvPr>
          <p:cNvSpPr>
            <a:spLocks xmlns:a="http://schemas.openxmlformats.org/drawingml/2006/main" noGrp="1"/>
          </p:cNvSpPr>
          <p:nvPr/>
        </p:nvSpPr>
        <p:spPr>
          <a:xfrm xmlns:a="http://schemas.openxmlformats.org/drawingml/2006/main">
            <a:off x="609600" y="6477000"/>
            <a:ext cx="109728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a:bodyPr>
          <a:lstStyle xmlns:a="http://schemas.openxmlformats.org/drawingml/2006/main">
            <a:defPPr algn="r">
              <a:defRPr sz="900" b="0">
                <a:solidFill>
                  <a:srgbClr val="63788A"/>
                </a:solidFill>
                <a:latin typeface="Helvetica Neue"/>
                <a:ea typeface="Helvetica Neue"/>
                <a:cs typeface="Helvetica Neue"/>
              </a:defRPr>
            </a:defPPr>
            <a:lvl1pPr algn="r">
              <a:buNone/>
              <a:defRPr sz="900" b="0">
                <a:solidFill>
                  <a:srgbClr val="63788A"/>
                </a:solidFill>
                <a:latin typeface="Helvetica Neue"/>
                <a:ea typeface="Helvetica Neue"/>
                <a:cs typeface="Helvetica Neue"/>
              </a:defRPr>
            </a:lvl1pPr>
            <a:lvl2pPr algn="r">
              <a:buNone/>
              <a:defRPr sz="900" b="0">
                <a:solidFill>
                  <a:srgbClr val="63788A"/>
                </a:solidFill>
                <a:latin typeface="Helvetica Neue"/>
                <a:ea typeface="Helvetica Neue"/>
                <a:cs typeface="Helvetica Neue"/>
              </a:defRPr>
            </a:lvl2pPr>
            <a:lvl3pPr algn="r">
              <a:buNone/>
              <a:defRPr sz="900" b="0">
                <a:solidFill>
                  <a:srgbClr val="63788A"/>
                </a:solidFill>
                <a:latin typeface="Helvetica Neue"/>
                <a:ea typeface="Helvetica Neue"/>
                <a:cs typeface="Helvetica Neue"/>
              </a:defRPr>
            </a:lvl3pPr>
            <a:lvl4pPr algn="r">
              <a:buNone/>
              <a:defRPr sz="900" b="0">
                <a:solidFill>
                  <a:srgbClr val="63788A"/>
                </a:solidFill>
                <a:latin typeface="Helvetica Neue"/>
                <a:ea typeface="Helvetica Neue"/>
                <a:cs typeface="Helvetica Neue"/>
              </a:defRPr>
            </a:lvl4pPr>
            <a:lvl5pPr algn="r">
              <a:buNone/>
              <a:defRPr sz="900" b="0">
                <a:solidFill>
                  <a:srgbClr val="63788A"/>
                </a:solidFill>
                <a:latin typeface="Helvetica Neue"/>
                <a:ea typeface="Helvetica Neue"/>
                <a:cs typeface="Helvetica Neue"/>
              </a:defRPr>
            </a:lvl5pPr>
            <a:lvl6pPr algn="r">
              <a:buNone/>
              <a:defRPr sz="900" b="0">
                <a:solidFill>
                  <a:srgbClr val="63788A"/>
                </a:solidFill>
                <a:latin typeface="Helvetica Neue"/>
                <a:ea typeface="Helvetica Neue"/>
                <a:cs typeface="Helvetica Neue"/>
              </a:defRPr>
            </a:lvl6pPr>
            <a:lvl7pPr algn="r">
              <a:buNone/>
              <a:defRPr sz="900" b="0">
                <a:solidFill>
                  <a:srgbClr val="63788A"/>
                </a:solidFill>
                <a:latin typeface="Helvetica Neue"/>
                <a:ea typeface="Helvetica Neue"/>
                <a:cs typeface="Helvetica Neue"/>
              </a:defRPr>
            </a:lvl7pPr>
            <a:lvl8pPr algn="r">
              <a:buNone/>
              <a:defRPr sz="900" b="0">
                <a:solidFill>
                  <a:srgbClr val="63788A"/>
                </a:solidFill>
                <a:latin typeface="Helvetica Neue"/>
                <a:ea typeface="Helvetica Neue"/>
                <a:cs typeface="Helvetica Neue"/>
              </a:defRPr>
            </a:lvl8pPr>
            <a:lvl9pPr algn="r">
              <a:buNone/>
              <a:defRPr sz="900" b="0">
                <a:solidFill>
                  <a:srgbClr val="63788A"/>
                </a:solidFill>
                <a:latin typeface="Helvetica Neue"/>
                <a:ea typeface="Helvetica Neue"/>
                <a:cs typeface="Helvetica Neue"/>
              </a:defRPr>
            </a:lvl9pPr>
          </a:lstStyle>
          <a:p xmlns:a="http://schemas.openxmlformats.org/drawingml/2006/main">
            <a:pPr algn="r">
              <a:buNone/>
              <a:defRPr sz="900" b="0">
                <a:solidFill>
                  <a:srgbClr val="63788A"/>
                </a:solidFill>
                <a:latin typeface="Helvetica Neue"/>
                <a:ea typeface="Helvetica Neue"/>
                <a:cs typeface="Helvetica Neue"/>
              </a:defRPr>
            </a:pPr>
            <a:r>
              <a:rPr sz="900" b="0">
                <a:solidFill>
                  <a:srgbClr val="63788A"/>
                </a:solidFill>
                <a:latin typeface="Helvetica Neue"/>
                <a:ea typeface="Helvetica Neue"/>
                <a:cs typeface="Helvetica Neue"/>
              </a:rPr>
              <a:t>PROJECT 9  •  AML VIVA  •  20</a:t>
            </a:r>
          </a:p>
        </p:txBody>
      </p:sp>
      <p:sp>
        <p:nvSpPr>
          <p:cNvPr id="6" name="Rectangle 5">
            <a:extLst xmlns:a="http://schemas.openxmlformats.org/drawingml/2006/main">
              <a:ext uri="{FF2B5EF4-FFF2-40B4-BE49-F238E27FC236}">
                <a16:creationId xmlns:a16="http://schemas.microsoft.com/office/drawing/2014/main" id="{50094A21-98D2-475D-8057-8222C093D67F}"/>
              </a:ext>
            </a:extLst>
          </p:cNvPr>
          <p:cNvSpPr>
            <a:spLocks xmlns:a="http://schemas.openxmlformats.org/drawingml/2006/main" noGrp="1"/>
          </p:cNvSpPr>
          <p:nvPr/>
        </p:nvSpPr>
        <p:spPr>
          <a:xfrm xmlns:a="http://schemas.openxmlformats.org/drawingml/2006/main">
            <a:off x="714375" y="1752600"/>
            <a:ext cx="238125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a:bodyPr>
          <a:lstStyle xmlns:a="http://schemas.openxmlformats.org/drawingml/2006/main">
            <a:defPPr algn="l">
              <a:defRPr sz="2175" b="1">
                <a:solidFill>
                  <a:srgbClr val="243A50"/>
                </a:solidFill>
                <a:latin typeface="Helvetica Neue"/>
                <a:ea typeface="Helvetica Neue"/>
                <a:cs typeface="Helvetica Neue"/>
              </a:defRPr>
            </a:defPPr>
            <a:lvl1pPr algn="l">
              <a:buNone/>
              <a:defRPr sz="2175" b="1">
                <a:solidFill>
                  <a:srgbClr val="243A50"/>
                </a:solidFill>
                <a:latin typeface="Helvetica Neue"/>
                <a:ea typeface="Helvetica Neue"/>
                <a:cs typeface="Helvetica Neue"/>
              </a:defRPr>
            </a:lvl1pPr>
            <a:lvl2pPr algn="l">
              <a:buNone/>
              <a:defRPr sz="2175" b="1">
                <a:solidFill>
                  <a:srgbClr val="243A50"/>
                </a:solidFill>
                <a:latin typeface="Helvetica Neue"/>
                <a:ea typeface="Helvetica Neue"/>
                <a:cs typeface="Helvetica Neue"/>
              </a:defRPr>
            </a:lvl2pPr>
            <a:lvl3pPr algn="l">
              <a:buNone/>
              <a:defRPr sz="2175" b="1">
                <a:solidFill>
                  <a:srgbClr val="243A50"/>
                </a:solidFill>
                <a:latin typeface="Helvetica Neue"/>
                <a:ea typeface="Helvetica Neue"/>
                <a:cs typeface="Helvetica Neue"/>
              </a:defRPr>
            </a:lvl3pPr>
            <a:lvl4pPr algn="l">
              <a:buNone/>
              <a:defRPr sz="2175" b="1">
                <a:solidFill>
                  <a:srgbClr val="243A50"/>
                </a:solidFill>
                <a:latin typeface="Helvetica Neue"/>
                <a:ea typeface="Helvetica Neue"/>
                <a:cs typeface="Helvetica Neue"/>
              </a:defRPr>
            </a:lvl4pPr>
            <a:lvl5pPr algn="l">
              <a:buNone/>
              <a:defRPr sz="2175" b="1">
                <a:solidFill>
                  <a:srgbClr val="243A50"/>
                </a:solidFill>
                <a:latin typeface="Helvetica Neue"/>
                <a:ea typeface="Helvetica Neue"/>
                <a:cs typeface="Helvetica Neue"/>
              </a:defRPr>
            </a:lvl5pPr>
            <a:lvl6pPr algn="l">
              <a:buNone/>
              <a:defRPr sz="2175" b="1">
                <a:solidFill>
                  <a:srgbClr val="243A50"/>
                </a:solidFill>
                <a:latin typeface="Helvetica Neue"/>
                <a:ea typeface="Helvetica Neue"/>
                <a:cs typeface="Helvetica Neue"/>
              </a:defRPr>
            </a:lvl6pPr>
            <a:lvl7pPr algn="l">
              <a:buNone/>
              <a:defRPr sz="2175" b="1">
                <a:solidFill>
                  <a:srgbClr val="243A50"/>
                </a:solidFill>
                <a:latin typeface="Helvetica Neue"/>
                <a:ea typeface="Helvetica Neue"/>
                <a:cs typeface="Helvetica Neue"/>
              </a:defRPr>
            </a:lvl7pPr>
            <a:lvl8pPr algn="l">
              <a:buNone/>
              <a:defRPr sz="2175" b="1">
                <a:solidFill>
                  <a:srgbClr val="243A50"/>
                </a:solidFill>
                <a:latin typeface="Helvetica Neue"/>
                <a:ea typeface="Helvetica Neue"/>
                <a:cs typeface="Helvetica Neue"/>
              </a:defRPr>
            </a:lvl8pPr>
            <a:lvl9pPr algn="l">
              <a:buNone/>
              <a:defRPr sz="2175" b="1">
                <a:solidFill>
                  <a:srgbClr val="243A50"/>
                </a:solidFill>
                <a:latin typeface="Helvetica Neue"/>
                <a:ea typeface="Helvetica Neue"/>
                <a:cs typeface="Helvetica Neue"/>
              </a:defRPr>
            </a:lvl9pPr>
          </a:lstStyle>
          <a:p xmlns:a="http://schemas.openxmlformats.org/drawingml/2006/main">
            <a:pPr algn="l">
              <a:buNone/>
              <a:defRPr sz="2175" b="1">
                <a:solidFill>
                  <a:srgbClr val="243A50"/>
                </a:solidFill>
                <a:latin typeface="Helvetica Neue"/>
                <a:ea typeface="Helvetica Neue"/>
                <a:cs typeface="Helvetica Neue"/>
              </a:defRPr>
            </a:pPr>
            <a:r>
              <a:rPr sz="2175" b="1">
                <a:solidFill>
                  <a:srgbClr val="243A50"/>
                </a:solidFill>
                <a:latin typeface="Helvetica Neue"/>
                <a:ea typeface="Helvetica Neue"/>
                <a:cs typeface="Helvetica Neue"/>
              </a:rPr>
              <a:t>Building</a:t>
            </a:r>
          </a:p>
        </p:txBody>
      </p:sp>
      <p:sp>
        <p:nvSpPr>
          <p:cNvPr id="7" name="Rectangle 6">
            <a:extLst xmlns:a="http://schemas.openxmlformats.org/drawingml/2006/main">
              <a:ext uri="{FF2B5EF4-FFF2-40B4-BE49-F238E27FC236}">
                <a16:creationId xmlns:a16="http://schemas.microsoft.com/office/drawing/2014/main" id="{760DFC22-03CF-42B7-B085-2C7B97FAB5B8}"/>
              </a:ext>
            </a:extLst>
          </p:cNvPr>
          <p:cNvSpPr>
            <a:spLocks xmlns:a="http://schemas.openxmlformats.org/drawingml/2006/main" noGrp="1"/>
          </p:cNvSpPr>
          <p:nvPr/>
        </p:nvSpPr>
        <p:spPr>
          <a:xfrm xmlns:a="http://schemas.openxmlformats.org/drawingml/2006/main">
            <a:off x="714375" y="2266950"/>
            <a:ext cx="2381250" cy="523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a:bodyPr>
          <a:lstStyle xmlns:a="http://schemas.openxmlformats.org/drawingml/2006/main">
            <a:defPPr algn="l">
              <a:defRPr sz="3225" b="1">
                <a:solidFill>
                  <a:srgbClr val="64877F"/>
                </a:solidFill>
                <a:latin typeface="Helvetica Neue"/>
                <a:ea typeface="Helvetica Neue"/>
                <a:cs typeface="Helvetica Neue"/>
              </a:defRPr>
            </a:defPPr>
            <a:lvl1pPr algn="l">
              <a:buNone/>
              <a:defRPr sz="3225" b="1">
                <a:solidFill>
                  <a:srgbClr val="64877F"/>
                </a:solidFill>
                <a:latin typeface="Helvetica Neue"/>
                <a:ea typeface="Helvetica Neue"/>
                <a:cs typeface="Helvetica Neue"/>
              </a:defRPr>
            </a:lvl1pPr>
            <a:lvl2pPr algn="l">
              <a:buNone/>
              <a:defRPr sz="3225" b="1">
                <a:solidFill>
                  <a:srgbClr val="64877F"/>
                </a:solidFill>
                <a:latin typeface="Helvetica Neue"/>
                <a:ea typeface="Helvetica Neue"/>
                <a:cs typeface="Helvetica Neue"/>
              </a:defRPr>
            </a:lvl2pPr>
            <a:lvl3pPr algn="l">
              <a:buNone/>
              <a:defRPr sz="3225" b="1">
                <a:solidFill>
                  <a:srgbClr val="64877F"/>
                </a:solidFill>
                <a:latin typeface="Helvetica Neue"/>
                <a:ea typeface="Helvetica Neue"/>
                <a:cs typeface="Helvetica Neue"/>
              </a:defRPr>
            </a:lvl3pPr>
            <a:lvl4pPr algn="l">
              <a:buNone/>
              <a:defRPr sz="3225" b="1">
                <a:solidFill>
                  <a:srgbClr val="64877F"/>
                </a:solidFill>
                <a:latin typeface="Helvetica Neue"/>
                <a:ea typeface="Helvetica Neue"/>
                <a:cs typeface="Helvetica Neue"/>
              </a:defRPr>
            </a:lvl4pPr>
            <a:lvl5pPr algn="l">
              <a:buNone/>
              <a:defRPr sz="3225" b="1">
                <a:solidFill>
                  <a:srgbClr val="64877F"/>
                </a:solidFill>
                <a:latin typeface="Helvetica Neue"/>
                <a:ea typeface="Helvetica Neue"/>
                <a:cs typeface="Helvetica Neue"/>
              </a:defRPr>
            </a:lvl5pPr>
            <a:lvl6pPr algn="l">
              <a:buNone/>
              <a:defRPr sz="3225" b="1">
                <a:solidFill>
                  <a:srgbClr val="64877F"/>
                </a:solidFill>
                <a:latin typeface="Helvetica Neue"/>
                <a:ea typeface="Helvetica Neue"/>
                <a:cs typeface="Helvetica Neue"/>
              </a:defRPr>
            </a:lvl6pPr>
            <a:lvl7pPr algn="l">
              <a:buNone/>
              <a:defRPr sz="3225" b="1">
                <a:solidFill>
                  <a:srgbClr val="64877F"/>
                </a:solidFill>
                <a:latin typeface="Helvetica Neue"/>
                <a:ea typeface="Helvetica Neue"/>
                <a:cs typeface="Helvetica Neue"/>
              </a:defRPr>
            </a:lvl7pPr>
            <a:lvl8pPr algn="l">
              <a:buNone/>
              <a:defRPr sz="3225" b="1">
                <a:solidFill>
                  <a:srgbClr val="64877F"/>
                </a:solidFill>
                <a:latin typeface="Helvetica Neue"/>
                <a:ea typeface="Helvetica Neue"/>
                <a:cs typeface="Helvetica Neue"/>
              </a:defRPr>
            </a:lvl8pPr>
            <a:lvl9pPr algn="l">
              <a:buNone/>
              <a:defRPr sz="3225" b="1">
                <a:solidFill>
                  <a:srgbClr val="64877F"/>
                </a:solidFill>
                <a:latin typeface="Helvetica Neue"/>
                <a:ea typeface="Helvetica Neue"/>
                <a:cs typeface="Helvetica Neue"/>
              </a:defRPr>
            </a:lvl9pPr>
          </a:lstStyle>
          <a:p xmlns:a="http://schemas.openxmlformats.org/drawingml/2006/main">
            <a:pPr algn="l">
              <a:buNone/>
              <a:defRPr sz="3225" b="1">
                <a:solidFill>
                  <a:srgbClr val="64877F"/>
                </a:solidFill>
                <a:latin typeface="Helvetica Neue"/>
                <a:ea typeface="Helvetica Neue"/>
                <a:cs typeface="Helvetica Neue"/>
              </a:defRPr>
            </a:pPr>
            <a:r>
              <a:rPr sz="3225" b="1">
                <a:solidFill>
                  <a:srgbClr val="64877F"/>
                </a:solidFill>
                <a:latin typeface="Helvetica Neue"/>
                <a:ea typeface="Helvetica Neue"/>
                <a:cs typeface="Helvetica Neue"/>
              </a:rPr>
              <a:t>99.73%</a:t>
            </a:r>
          </a:p>
        </p:txBody>
      </p:sp>
      <p:sp>
        <p:nvSpPr>
          <p:cNvPr id="8" name="Rectangle 7">
            <a:extLst xmlns:a="http://schemas.openxmlformats.org/drawingml/2006/main">
              <a:ext uri="{FF2B5EF4-FFF2-40B4-BE49-F238E27FC236}">
                <a16:creationId xmlns:a16="http://schemas.microsoft.com/office/drawing/2014/main" id="{0B430687-E930-4CF2-9B44-8A5009772136}"/>
              </a:ext>
            </a:extLst>
          </p:cNvPr>
          <p:cNvSpPr>
            <a:spLocks xmlns:a="http://schemas.openxmlformats.org/drawingml/2006/main" noGrp="1"/>
          </p:cNvSpPr>
          <p:nvPr/>
        </p:nvSpPr>
        <p:spPr>
          <a:xfrm xmlns:a="http://schemas.openxmlformats.org/drawingml/2006/main">
            <a:off x="714375" y="2781300"/>
            <a:ext cx="23812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a:bodyPr>
          <a:lstStyle xmlns:a="http://schemas.openxmlformats.org/drawingml/2006/main">
            <a:defPPr algn="l">
              <a:defRPr sz="1275" b="0">
                <a:solidFill>
                  <a:srgbClr val="63788A"/>
                </a:solidFill>
                <a:latin typeface="Helvetica Neue"/>
                <a:ea typeface="Helvetica Neue"/>
                <a:cs typeface="Helvetica Neue"/>
              </a:defRPr>
            </a:defPPr>
            <a:lvl1pPr algn="l">
              <a:buNone/>
              <a:defRPr sz="1275" b="0">
                <a:solidFill>
                  <a:srgbClr val="63788A"/>
                </a:solidFill>
                <a:latin typeface="Helvetica Neue"/>
                <a:ea typeface="Helvetica Neue"/>
                <a:cs typeface="Helvetica Neue"/>
              </a:defRPr>
            </a:lvl1pPr>
            <a:lvl2pPr algn="l">
              <a:buNone/>
              <a:defRPr sz="1275" b="0">
                <a:solidFill>
                  <a:srgbClr val="63788A"/>
                </a:solidFill>
                <a:latin typeface="Helvetica Neue"/>
                <a:ea typeface="Helvetica Neue"/>
                <a:cs typeface="Helvetica Neue"/>
              </a:defRPr>
            </a:lvl2pPr>
            <a:lvl3pPr algn="l">
              <a:buNone/>
              <a:defRPr sz="1275" b="0">
                <a:solidFill>
                  <a:srgbClr val="63788A"/>
                </a:solidFill>
                <a:latin typeface="Helvetica Neue"/>
                <a:ea typeface="Helvetica Neue"/>
                <a:cs typeface="Helvetica Neue"/>
              </a:defRPr>
            </a:lvl3pPr>
            <a:lvl4pPr algn="l">
              <a:buNone/>
              <a:defRPr sz="1275" b="0">
                <a:solidFill>
                  <a:srgbClr val="63788A"/>
                </a:solidFill>
                <a:latin typeface="Helvetica Neue"/>
                <a:ea typeface="Helvetica Neue"/>
                <a:cs typeface="Helvetica Neue"/>
              </a:defRPr>
            </a:lvl4pPr>
            <a:lvl5pPr algn="l">
              <a:buNone/>
              <a:defRPr sz="1275" b="0">
                <a:solidFill>
                  <a:srgbClr val="63788A"/>
                </a:solidFill>
                <a:latin typeface="Helvetica Neue"/>
                <a:ea typeface="Helvetica Neue"/>
                <a:cs typeface="Helvetica Neue"/>
              </a:defRPr>
            </a:lvl5pPr>
            <a:lvl6pPr algn="l">
              <a:buNone/>
              <a:defRPr sz="1275" b="0">
                <a:solidFill>
                  <a:srgbClr val="63788A"/>
                </a:solidFill>
                <a:latin typeface="Helvetica Neue"/>
                <a:ea typeface="Helvetica Neue"/>
                <a:cs typeface="Helvetica Neue"/>
              </a:defRPr>
            </a:lvl6pPr>
            <a:lvl7pPr algn="l">
              <a:buNone/>
              <a:defRPr sz="1275" b="0">
                <a:solidFill>
                  <a:srgbClr val="63788A"/>
                </a:solidFill>
                <a:latin typeface="Helvetica Neue"/>
                <a:ea typeface="Helvetica Neue"/>
                <a:cs typeface="Helvetica Neue"/>
              </a:defRPr>
            </a:lvl7pPr>
            <a:lvl8pPr algn="l">
              <a:buNone/>
              <a:defRPr sz="1275" b="0">
                <a:solidFill>
                  <a:srgbClr val="63788A"/>
                </a:solidFill>
                <a:latin typeface="Helvetica Neue"/>
                <a:ea typeface="Helvetica Neue"/>
                <a:cs typeface="Helvetica Neue"/>
              </a:defRPr>
            </a:lvl8pPr>
            <a:lvl9pPr algn="l">
              <a:buNone/>
              <a:defRPr sz="1275" b="0">
                <a:solidFill>
                  <a:srgbClr val="63788A"/>
                </a:solidFill>
                <a:latin typeface="Helvetica Neue"/>
                <a:ea typeface="Helvetica Neue"/>
                <a:cs typeface="Helvetica Neue"/>
              </a:defRPr>
            </a:lvl9pPr>
          </a:lstStyle>
          <a:p xmlns:a="http://schemas.openxmlformats.org/drawingml/2006/main">
            <a:pPr algn="l">
              <a:buNone/>
              <a:defRPr sz="1275" b="0">
                <a:solidFill>
                  <a:srgbClr val="63788A"/>
                </a:solidFill>
                <a:latin typeface="Helvetica Neue"/>
                <a:ea typeface="Helvetica Neue"/>
                <a:cs typeface="Helvetica Neue"/>
              </a:defRPr>
            </a:pPr>
            <a:r>
              <a:rPr sz="1275" b="0">
                <a:solidFill>
                  <a:srgbClr val="63788A"/>
                </a:solidFill>
                <a:latin typeface="Helvetica Neue"/>
                <a:ea typeface="Helvetica Neue"/>
                <a:cs typeface="Helvetica Neue"/>
              </a:rPr>
              <a:t>held-out accuracy</a:t>
            </a:r>
          </a:p>
        </p:txBody>
      </p:sp>
      <p:sp>
        <p:nvSpPr>
          <p:cNvPr id="9" name="Rectangle 8">
            <a:extLst xmlns:a="http://schemas.openxmlformats.org/drawingml/2006/main">
              <a:ext uri="{FF2B5EF4-FFF2-40B4-BE49-F238E27FC236}">
                <a16:creationId xmlns:a16="http://schemas.microsoft.com/office/drawing/2014/main" id="{167BEFB7-992C-4812-B51C-072145A18300}"/>
              </a:ext>
            </a:extLst>
          </p:cNvPr>
          <p:cNvSpPr>
            <a:spLocks xmlns:a="http://schemas.openxmlformats.org/drawingml/2006/main" noGrp="1"/>
          </p:cNvSpPr>
          <p:nvPr/>
        </p:nvSpPr>
        <p:spPr>
          <a:xfrm xmlns:a="http://schemas.openxmlformats.org/drawingml/2006/main">
            <a:off x="4448175" y="1752600"/>
            <a:ext cx="238125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a:bodyPr>
          <a:lstStyle xmlns:a="http://schemas.openxmlformats.org/drawingml/2006/main">
            <a:defPPr algn="l">
              <a:defRPr sz="2175" b="1">
                <a:solidFill>
                  <a:srgbClr val="243A50"/>
                </a:solidFill>
                <a:latin typeface="Helvetica Neue"/>
                <a:ea typeface="Helvetica Neue"/>
                <a:cs typeface="Helvetica Neue"/>
              </a:defRPr>
            </a:defPPr>
            <a:lvl1pPr algn="l">
              <a:buNone/>
              <a:defRPr sz="2175" b="1">
                <a:solidFill>
                  <a:srgbClr val="243A50"/>
                </a:solidFill>
                <a:latin typeface="Helvetica Neue"/>
                <a:ea typeface="Helvetica Neue"/>
                <a:cs typeface="Helvetica Neue"/>
              </a:defRPr>
            </a:lvl1pPr>
            <a:lvl2pPr algn="l">
              <a:buNone/>
              <a:defRPr sz="2175" b="1">
                <a:solidFill>
                  <a:srgbClr val="243A50"/>
                </a:solidFill>
                <a:latin typeface="Helvetica Neue"/>
                <a:ea typeface="Helvetica Neue"/>
                <a:cs typeface="Helvetica Neue"/>
              </a:defRPr>
            </a:lvl2pPr>
            <a:lvl3pPr algn="l">
              <a:buNone/>
              <a:defRPr sz="2175" b="1">
                <a:solidFill>
                  <a:srgbClr val="243A50"/>
                </a:solidFill>
                <a:latin typeface="Helvetica Neue"/>
                <a:ea typeface="Helvetica Neue"/>
                <a:cs typeface="Helvetica Neue"/>
              </a:defRPr>
            </a:lvl3pPr>
            <a:lvl4pPr algn="l">
              <a:buNone/>
              <a:defRPr sz="2175" b="1">
                <a:solidFill>
                  <a:srgbClr val="243A50"/>
                </a:solidFill>
                <a:latin typeface="Helvetica Neue"/>
                <a:ea typeface="Helvetica Neue"/>
                <a:cs typeface="Helvetica Neue"/>
              </a:defRPr>
            </a:lvl4pPr>
            <a:lvl5pPr algn="l">
              <a:buNone/>
              <a:defRPr sz="2175" b="1">
                <a:solidFill>
                  <a:srgbClr val="243A50"/>
                </a:solidFill>
                <a:latin typeface="Helvetica Neue"/>
                <a:ea typeface="Helvetica Neue"/>
                <a:cs typeface="Helvetica Neue"/>
              </a:defRPr>
            </a:lvl5pPr>
            <a:lvl6pPr algn="l">
              <a:buNone/>
              <a:defRPr sz="2175" b="1">
                <a:solidFill>
                  <a:srgbClr val="243A50"/>
                </a:solidFill>
                <a:latin typeface="Helvetica Neue"/>
                <a:ea typeface="Helvetica Neue"/>
                <a:cs typeface="Helvetica Neue"/>
              </a:defRPr>
            </a:lvl6pPr>
            <a:lvl7pPr algn="l">
              <a:buNone/>
              <a:defRPr sz="2175" b="1">
                <a:solidFill>
                  <a:srgbClr val="243A50"/>
                </a:solidFill>
                <a:latin typeface="Helvetica Neue"/>
                <a:ea typeface="Helvetica Neue"/>
                <a:cs typeface="Helvetica Neue"/>
              </a:defRPr>
            </a:lvl7pPr>
            <a:lvl8pPr algn="l">
              <a:buNone/>
              <a:defRPr sz="2175" b="1">
                <a:solidFill>
                  <a:srgbClr val="243A50"/>
                </a:solidFill>
                <a:latin typeface="Helvetica Neue"/>
                <a:ea typeface="Helvetica Neue"/>
                <a:cs typeface="Helvetica Neue"/>
              </a:defRPr>
            </a:lvl8pPr>
            <a:lvl9pPr algn="l">
              <a:buNone/>
              <a:defRPr sz="2175" b="1">
                <a:solidFill>
                  <a:srgbClr val="243A50"/>
                </a:solidFill>
                <a:latin typeface="Helvetica Neue"/>
                <a:ea typeface="Helvetica Neue"/>
                <a:cs typeface="Helvetica Neue"/>
              </a:defRPr>
            </a:lvl9pPr>
          </a:lstStyle>
          <a:p xmlns:a="http://schemas.openxmlformats.org/drawingml/2006/main">
            <a:pPr algn="l">
              <a:buNone/>
              <a:defRPr sz="2175" b="1">
                <a:solidFill>
                  <a:srgbClr val="243A50"/>
                </a:solidFill>
                <a:latin typeface="Helvetica Neue"/>
                <a:ea typeface="Helvetica Neue"/>
                <a:cs typeface="Helvetica Neue"/>
              </a:defRPr>
            </a:pPr>
            <a:r>
              <a:rPr sz="2175" b="1">
                <a:solidFill>
                  <a:srgbClr val="243A50"/>
                </a:solidFill>
                <a:latin typeface="Helvetica Neue"/>
                <a:ea typeface="Helvetica Neue"/>
                <a:cs typeface="Helvetica Neue"/>
              </a:rPr>
              <a:t>Floor</a:t>
            </a:r>
          </a:p>
        </p:txBody>
      </p:sp>
      <p:sp>
        <p:nvSpPr>
          <p:cNvPr id="10" name="Rectangle 9">
            <a:extLst xmlns:a="http://schemas.openxmlformats.org/drawingml/2006/main">
              <a:ext uri="{FF2B5EF4-FFF2-40B4-BE49-F238E27FC236}">
                <a16:creationId xmlns:a16="http://schemas.microsoft.com/office/drawing/2014/main" id="{670C6161-B144-4B8E-9FDC-5D63A5C6BCC0}"/>
              </a:ext>
            </a:extLst>
          </p:cNvPr>
          <p:cNvSpPr>
            <a:spLocks xmlns:a="http://schemas.openxmlformats.org/drawingml/2006/main" noGrp="1"/>
          </p:cNvSpPr>
          <p:nvPr/>
        </p:nvSpPr>
        <p:spPr>
          <a:xfrm xmlns:a="http://schemas.openxmlformats.org/drawingml/2006/main">
            <a:off x="4448175" y="2266950"/>
            <a:ext cx="2381250" cy="523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a:bodyPr>
          <a:lstStyle xmlns:a="http://schemas.openxmlformats.org/drawingml/2006/main">
            <a:defPPr algn="l">
              <a:defRPr sz="3225" b="1">
                <a:solidFill>
                  <a:srgbClr val="64877F"/>
                </a:solidFill>
                <a:latin typeface="Helvetica Neue"/>
                <a:ea typeface="Helvetica Neue"/>
                <a:cs typeface="Helvetica Neue"/>
              </a:defRPr>
            </a:defPPr>
            <a:lvl1pPr algn="l">
              <a:buNone/>
              <a:defRPr sz="3225" b="1">
                <a:solidFill>
                  <a:srgbClr val="64877F"/>
                </a:solidFill>
                <a:latin typeface="Helvetica Neue"/>
                <a:ea typeface="Helvetica Neue"/>
                <a:cs typeface="Helvetica Neue"/>
              </a:defRPr>
            </a:lvl1pPr>
            <a:lvl2pPr algn="l">
              <a:buNone/>
              <a:defRPr sz="3225" b="1">
                <a:solidFill>
                  <a:srgbClr val="64877F"/>
                </a:solidFill>
                <a:latin typeface="Helvetica Neue"/>
                <a:ea typeface="Helvetica Neue"/>
                <a:cs typeface="Helvetica Neue"/>
              </a:defRPr>
            </a:lvl2pPr>
            <a:lvl3pPr algn="l">
              <a:buNone/>
              <a:defRPr sz="3225" b="1">
                <a:solidFill>
                  <a:srgbClr val="64877F"/>
                </a:solidFill>
                <a:latin typeface="Helvetica Neue"/>
                <a:ea typeface="Helvetica Neue"/>
                <a:cs typeface="Helvetica Neue"/>
              </a:defRPr>
            </a:lvl3pPr>
            <a:lvl4pPr algn="l">
              <a:buNone/>
              <a:defRPr sz="3225" b="1">
                <a:solidFill>
                  <a:srgbClr val="64877F"/>
                </a:solidFill>
                <a:latin typeface="Helvetica Neue"/>
                <a:ea typeface="Helvetica Neue"/>
                <a:cs typeface="Helvetica Neue"/>
              </a:defRPr>
            </a:lvl4pPr>
            <a:lvl5pPr algn="l">
              <a:buNone/>
              <a:defRPr sz="3225" b="1">
                <a:solidFill>
                  <a:srgbClr val="64877F"/>
                </a:solidFill>
                <a:latin typeface="Helvetica Neue"/>
                <a:ea typeface="Helvetica Neue"/>
                <a:cs typeface="Helvetica Neue"/>
              </a:defRPr>
            </a:lvl5pPr>
            <a:lvl6pPr algn="l">
              <a:buNone/>
              <a:defRPr sz="3225" b="1">
                <a:solidFill>
                  <a:srgbClr val="64877F"/>
                </a:solidFill>
                <a:latin typeface="Helvetica Neue"/>
                <a:ea typeface="Helvetica Neue"/>
                <a:cs typeface="Helvetica Neue"/>
              </a:defRPr>
            </a:lvl6pPr>
            <a:lvl7pPr algn="l">
              <a:buNone/>
              <a:defRPr sz="3225" b="1">
                <a:solidFill>
                  <a:srgbClr val="64877F"/>
                </a:solidFill>
                <a:latin typeface="Helvetica Neue"/>
                <a:ea typeface="Helvetica Neue"/>
                <a:cs typeface="Helvetica Neue"/>
              </a:defRPr>
            </a:lvl7pPr>
            <a:lvl8pPr algn="l">
              <a:buNone/>
              <a:defRPr sz="3225" b="1">
                <a:solidFill>
                  <a:srgbClr val="64877F"/>
                </a:solidFill>
                <a:latin typeface="Helvetica Neue"/>
                <a:ea typeface="Helvetica Neue"/>
                <a:cs typeface="Helvetica Neue"/>
              </a:defRPr>
            </a:lvl8pPr>
            <a:lvl9pPr algn="l">
              <a:buNone/>
              <a:defRPr sz="3225" b="1">
                <a:solidFill>
                  <a:srgbClr val="64877F"/>
                </a:solidFill>
                <a:latin typeface="Helvetica Neue"/>
                <a:ea typeface="Helvetica Neue"/>
                <a:cs typeface="Helvetica Neue"/>
              </a:defRPr>
            </a:lvl9pPr>
          </a:lstStyle>
          <a:p xmlns:a="http://schemas.openxmlformats.org/drawingml/2006/main">
            <a:pPr algn="l">
              <a:buNone/>
              <a:defRPr sz="3225" b="1">
                <a:solidFill>
                  <a:srgbClr val="64877F"/>
                </a:solidFill>
                <a:latin typeface="Helvetica Neue"/>
                <a:ea typeface="Helvetica Neue"/>
                <a:cs typeface="Helvetica Neue"/>
              </a:defRPr>
            </a:pPr>
            <a:r>
              <a:rPr sz="3225" b="1">
                <a:solidFill>
                  <a:srgbClr val="64877F"/>
                </a:solidFill>
                <a:latin typeface="Helvetica Neue"/>
                <a:ea typeface="Helvetica Neue"/>
                <a:cs typeface="Helvetica Neue"/>
              </a:rPr>
              <a:t>88.93%</a:t>
            </a:r>
          </a:p>
        </p:txBody>
      </p:sp>
      <p:sp>
        <p:nvSpPr>
          <p:cNvPr id="11" name="Rectangle 10">
            <a:extLst xmlns:a="http://schemas.openxmlformats.org/drawingml/2006/main">
              <a:ext uri="{FF2B5EF4-FFF2-40B4-BE49-F238E27FC236}">
                <a16:creationId xmlns:a16="http://schemas.microsoft.com/office/drawing/2014/main" id="{0603422C-0F98-4D02-AACE-460B17B07BD8}"/>
              </a:ext>
            </a:extLst>
          </p:cNvPr>
          <p:cNvSpPr>
            <a:spLocks xmlns:a="http://schemas.openxmlformats.org/drawingml/2006/main" noGrp="1"/>
          </p:cNvSpPr>
          <p:nvPr/>
        </p:nvSpPr>
        <p:spPr>
          <a:xfrm xmlns:a="http://schemas.openxmlformats.org/drawingml/2006/main">
            <a:off x="4448175" y="2781300"/>
            <a:ext cx="23812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a:bodyPr>
          <a:lstStyle xmlns:a="http://schemas.openxmlformats.org/drawingml/2006/main">
            <a:defPPr algn="l">
              <a:defRPr sz="1275" b="0">
                <a:solidFill>
                  <a:srgbClr val="63788A"/>
                </a:solidFill>
                <a:latin typeface="Helvetica Neue"/>
                <a:ea typeface="Helvetica Neue"/>
                <a:cs typeface="Helvetica Neue"/>
              </a:defRPr>
            </a:defPPr>
            <a:lvl1pPr algn="l">
              <a:buNone/>
              <a:defRPr sz="1275" b="0">
                <a:solidFill>
                  <a:srgbClr val="63788A"/>
                </a:solidFill>
                <a:latin typeface="Helvetica Neue"/>
                <a:ea typeface="Helvetica Neue"/>
                <a:cs typeface="Helvetica Neue"/>
              </a:defRPr>
            </a:lvl1pPr>
            <a:lvl2pPr algn="l">
              <a:buNone/>
              <a:defRPr sz="1275" b="0">
                <a:solidFill>
                  <a:srgbClr val="63788A"/>
                </a:solidFill>
                <a:latin typeface="Helvetica Neue"/>
                <a:ea typeface="Helvetica Neue"/>
                <a:cs typeface="Helvetica Neue"/>
              </a:defRPr>
            </a:lvl2pPr>
            <a:lvl3pPr algn="l">
              <a:buNone/>
              <a:defRPr sz="1275" b="0">
                <a:solidFill>
                  <a:srgbClr val="63788A"/>
                </a:solidFill>
                <a:latin typeface="Helvetica Neue"/>
                <a:ea typeface="Helvetica Neue"/>
                <a:cs typeface="Helvetica Neue"/>
              </a:defRPr>
            </a:lvl3pPr>
            <a:lvl4pPr algn="l">
              <a:buNone/>
              <a:defRPr sz="1275" b="0">
                <a:solidFill>
                  <a:srgbClr val="63788A"/>
                </a:solidFill>
                <a:latin typeface="Helvetica Neue"/>
                <a:ea typeface="Helvetica Neue"/>
                <a:cs typeface="Helvetica Neue"/>
              </a:defRPr>
            </a:lvl4pPr>
            <a:lvl5pPr algn="l">
              <a:buNone/>
              <a:defRPr sz="1275" b="0">
                <a:solidFill>
                  <a:srgbClr val="63788A"/>
                </a:solidFill>
                <a:latin typeface="Helvetica Neue"/>
                <a:ea typeface="Helvetica Neue"/>
                <a:cs typeface="Helvetica Neue"/>
              </a:defRPr>
            </a:lvl5pPr>
            <a:lvl6pPr algn="l">
              <a:buNone/>
              <a:defRPr sz="1275" b="0">
                <a:solidFill>
                  <a:srgbClr val="63788A"/>
                </a:solidFill>
                <a:latin typeface="Helvetica Neue"/>
                <a:ea typeface="Helvetica Neue"/>
                <a:cs typeface="Helvetica Neue"/>
              </a:defRPr>
            </a:lvl6pPr>
            <a:lvl7pPr algn="l">
              <a:buNone/>
              <a:defRPr sz="1275" b="0">
                <a:solidFill>
                  <a:srgbClr val="63788A"/>
                </a:solidFill>
                <a:latin typeface="Helvetica Neue"/>
                <a:ea typeface="Helvetica Neue"/>
                <a:cs typeface="Helvetica Neue"/>
              </a:defRPr>
            </a:lvl7pPr>
            <a:lvl8pPr algn="l">
              <a:buNone/>
              <a:defRPr sz="1275" b="0">
                <a:solidFill>
                  <a:srgbClr val="63788A"/>
                </a:solidFill>
                <a:latin typeface="Helvetica Neue"/>
                <a:ea typeface="Helvetica Neue"/>
                <a:cs typeface="Helvetica Neue"/>
              </a:defRPr>
            </a:lvl8pPr>
            <a:lvl9pPr algn="l">
              <a:buNone/>
              <a:defRPr sz="1275" b="0">
                <a:solidFill>
                  <a:srgbClr val="63788A"/>
                </a:solidFill>
                <a:latin typeface="Helvetica Neue"/>
                <a:ea typeface="Helvetica Neue"/>
                <a:cs typeface="Helvetica Neue"/>
              </a:defRPr>
            </a:lvl9pPr>
          </a:lstStyle>
          <a:p xmlns:a="http://schemas.openxmlformats.org/drawingml/2006/main">
            <a:pPr algn="l">
              <a:buNone/>
              <a:defRPr sz="1275" b="0">
                <a:solidFill>
                  <a:srgbClr val="63788A"/>
                </a:solidFill>
                <a:latin typeface="Helvetica Neue"/>
                <a:ea typeface="Helvetica Neue"/>
                <a:cs typeface="Helvetica Neue"/>
              </a:defRPr>
            </a:pPr>
            <a:r>
              <a:rPr sz="1275" b="0">
                <a:solidFill>
                  <a:srgbClr val="63788A"/>
                </a:solidFill>
                <a:latin typeface="Helvetica Neue"/>
                <a:ea typeface="Helvetica Neue"/>
                <a:cs typeface="Helvetica Neue"/>
              </a:rPr>
              <a:t>held-out accuracy</a:t>
            </a:r>
          </a:p>
        </p:txBody>
      </p:sp>
      <p:sp>
        <p:nvSpPr>
          <p:cNvPr id="12" name="Rectangle 11">
            <a:extLst xmlns:a="http://schemas.openxmlformats.org/drawingml/2006/main">
              <a:ext uri="{FF2B5EF4-FFF2-40B4-BE49-F238E27FC236}">
                <a16:creationId xmlns:a16="http://schemas.microsoft.com/office/drawing/2014/main" id="{39076D92-44AC-48B0-A25B-2618B61882F5}"/>
              </a:ext>
            </a:extLst>
          </p:cNvPr>
          <p:cNvSpPr>
            <a:spLocks xmlns:a="http://schemas.openxmlformats.org/drawingml/2006/main" noGrp="1"/>
          </p:cNvSpPr>
          <p:nvPr/>
        </p:nvSpPr>
        <p:spPr>
          <a:xfrm xmlns:a="http://schemas.openxmlformats.org/drawingml/2006/main">
            <a:off x="8172450" y="1752600"/>
            <a:ext cx="295275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a:bodyPr>
          <a:lstStyle xmlns:a="http://schemas.openxmlformats.org/drawingml/2006/main">
            <a:defPPr algn="l">
              <a:defRPr sz="2175" b="1">
                <a:solidFill>
                  <a:srgbClr val="243A50"/>
                </a:solidFill>
                <a:latin typeface="Helvetica Neue"/>
                <a:ea typeface="Helvetica Neue"/>
                <a:cs typeface="Helvetica Neue"/>
              </a:defRPr>
            </a:defPPr>
            <a:lvl1pPr algn="l">
              <a:buNone/>
              <a:defRPr sz="2175" b="1">
                <a:solidFill>
                  <a:srgbClr val="243A50"/>
                </a:solidFill>
                <a:latin typeface="Helvetica Neue"/>
                <a:ea typeface="Helvetica Neue"/>
                <a:cs typeface="Helvetica Neue"/>
              </a:defRPr>
            </a:lvl1pPr>
            <a:lvl2pPr algn="l">
              <a:buNone/>
              <a:defRPr sz="2175" b="1">
                <a:solidFill>
                  <a:srgbClr val="243A50"/>
                </a:solidFill>
                <a:latin typeface="Helvetica Neue"/>
                <a:ea typeface="Helvetica Neue"/>
                <a:cs typeface="Helvetica Neue"/>
              </a:defRPr>
            </a:lvl2pPr>
            <a:lvl3pPr algn="l">
              <a:buNone/>
              <a:defRPr sz="2175" b="1">
                <a:solidFill>
                  <a:srgbClr val="243A50"/>
                </a:solidFill>
                <a:latin typeface="Helvetica Neue"/>
                <a:ea typeface="Helvetica Neue"/>
                <a:cs typeface="Helvetica Neue"/>
              </a:defRPr>
            </a:lvl3pPr>
            <a:lvl4pPr algn="l">
              <a:buNone/>
              <a:defRPr sz="2175" b="1">
                <a:solidFill>
                  <a:srgbClr val="243A50"/>
                </a:solidFill>
                <a:latin typeface="Helvetica Neue"/>
                <a:ea typeface="Helvetica Neue"/>
                <a:cs typeface="Helvetica Neue"/>
              </a:defRPr>
            </a:lvl4pPr>
            <a:lvl5pPr algn="l">
              <a:buNone/>
              <a:defRPr sz="2175" b="1">
                <a:solidFill>
                  <a:srgbClr val="243A50"/>
                </a:solidFill>
                <a:latin typeface="Helvetica Neue"/>
                <a:ea typeface="Helvetica Neue"/>
                <a:cs typeface="Helvetica Neue"/>
              </a:defRPr>
            </a:lvl5pPr>
            <a:lvl6pPr algn="l">
              <a:buNone/>
              <a:defRPr sz="2175" b="1">
                <a:solidFill>
                  <a:srgbClr val="243A50"/>
                </a:solidFill>
                <a:latin typeface="Helvetica Neue"/>
                <a:ea typeface="Helvetica Neue"/>
                <a:cs typeface="Helvetica Neue"/>
              </a:defRPr>
            </a:lvl6pPr>
            <a:lvl7pPr algn="l">
              <a:buNone/>
              <a:defRPr sz="2175" b="1">
                <a:solidFill>
                  <a:srgbClr val="243A50"/>
                </a:solidFill>
                <a:latin typeface="Helvetica Neue"/>
                <a:ea typeface="Helvetica Neue"/>
                <a:cs typeface="Helvetica Neue"/>
              </a:defRPr>
            </a:lvl7pPr>
            <a:lvl8pPr algn="l">
              <a:buNone/>
              <a:defRPr sz="2175" b="1">
                <a:solidFill>
                  <a:srgbClr val="243A50"/>
                </a:solidFill>
                <a:latin typeface="Helvetica Neue"/>
                <a:ea typeface="Helvetica Neue"/>
                <a:cs typeface="Helvetica Neue"/>
              </a:defRPr>
            </a:lvl8pPr>
            <a:lvl9pPr algn="l">
              <a:buNone/>
              <a:defRPr sz="2175" b="1">
                <a:solidFill>
                  <a:srgbClr val="243A50"/>
                </a:solidFill>
                <a:latin typeface="Helvetica Neue"/>
                <a:ea typeface="Helvetica Neue"/>
                <a:cs typeface="Helvetica Neue"/>
              </a:defRPr>
            </a:lvl9pPr>
          </a:lstStyle>
          <a:p xmlns:a="http://schemas.openxmlformats.org/drawingml/2006/main">
            <a:pPr algn="l">
              <a:buNone/>
              <a:defRPr sz="2175" b="1">
                <a:solidFill>
                  <a:srgbClr val="243A50"/>
                </a:solidFill>
                <a:latin typeface="Helvetica Neue"/>
                <a:ea typeface="Helvetica Neue"/>
                <a:cs typeface="Helvetica Neue"/>
              </a:defRPr>
            </a:pPr>
            <a:r>
              <a:rPr sz="2175" b="1">
                <a:solidFill>
                  <a:srgbClr val="243A50"/>
                </a:solidFill>
                <a:latin typeface="Helvetica Neue"/>
                <a:ea typeface="Helvetica Neue"/>
                <a:cs typeface="Helvetica Neue"/>
              </a:rPr>
              <a:t>Coordinates</a:t>
            </a:r>
          </a:p>
        </p:txBody>
      </p:sp>
      <p:sp>
        <p:nvSpPr>
          <p:cNvPr id="13" name="Rectangle 12">
            <a:extLst xmlns:a="http://schemas.openxmlformats.org/drawingml/2006/main">
              <a:ext uri="{FF2B5EF4-FFF2-40B4-BE49-F238E27FC236}">
                <a16:creationId xmlns:a16="http://schemas.microsoft.com/office/drawing/2014/main" id="{6745F710-1750-4D39-A5F3-D7429E78DEE3}"/>
              </a:ext>
            </a:extLst>
          </p:cNvPr>
          <p:cNvSpPr>
            <a:spLocks xmlns:a="http://schemas.openxmlformats.org/drawingml/2006/main" noGrp="1"/>
          </p:cNvSpPr>
          <p:nvPr/>
        </p:nvSpPr>
        <p:spPr>
          <a:xfrm xmlns:a="http://schemas.openxmlformats.org/drawingml/2006/main">
            <a:off x="8172450" y="2266950"/>
            <a:ext cx="2381250" cy="523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a:bodyPr>
          <a:lstStyle xmlns:a="http://schemas.openxmlformats.org/drawingml/2006/main">
            <a:defPPr algn="l">
              <a:defRPr sz="3225" b="1">
                <a:solidFill>
                  <a:srgbClr val="64877F"/>
                </a:solidFill>
                <a:latin typeface="Helvetica Neue"/>
                <a:ea typeface="Helvetica Neue"/>
                <a:cs typeface="Helvetica Neue"/>
              </a:defRPr>
            </a:defPPr>
            <a:lvl1pPr algn="l">
              <a:buNone/>
              <a:defRPr sz="3225" b="1">
                <a:solidFill>
                  <a:srgbClr val="64877F"/>
                </a:solidFill>
                <a:latin typeface="Helvetica Neue"/>
                <a:ea typeface="Helvetica Neue"/>
                <a:cs typeface="Helvetica Neue"/>
              </a:defRPr>
            </a:lvl1pPr>
            <a:lvl2pPr algn="l">
              <a:buNone/>
              <a:defRPr sz="3225" b="1">
                <a:solidFill>
                  <a:srgbClr val="64877F"/>
                </a:solidFill>
                <a:latin typeface="Helvetica Neue"/>
                <a:ea typeface="Helvetica Neue"/>
                <a:cs typeface="Helvetica Neue"/>
              </a:defRPr>
            </a:lvl2pPr>
            <a:lvl3pPr algn="l">
              <a:buNone/>
              <a:defRPr sz="3225" b="1">
                <a:solidFill>
                  <a:srgbClr val="64877F"/>
                </a:solidFill>
                <a:latin typeface="Helvetica Neue"/>
                <a:ea typeface="Helvetica Neue"/>
                <a:cs typeface="Helvetica Neue"/>
              </a:defRPr>
            </a:lvl3pPr>
            <a:lvl4pPr algn="l">
              <a:buNone/>
              <a:defRPr sz="3225" b="1">
                <a:solidFill>
                  <a:srgbClr val="64877F"/>
                </a:solidFill>
                <a:latin typeface="Helvetica Neue"/>
                <a:ea typeface="Helvetica Neue"/>
                <a:cs typeface="Helvetica Neue"/>
              </a:defRPr>
            </a:lvl4pPr>
            <a:lvl5pPr algn="l">
              <a:buNone/>
              <a:defRPr sz="3225" b="1">
                <a:solidFill>
                  <a:srgbClr val="64877F"/>
                </a:solidFill>
                <a:latin typeface="Helvetica Neue"/>
                <a:ea typeface="Helvetica Neue"/>
                <a:cs typeface="Helvetica Neue"/>
              </a:defRPr>
            </a:lvl5pPr>
            <a:lvl6pPr algn="l">
              <a:buNone/>
              <a:defRPr sz="3225" b="1">
                <a:solidFill>
                  <a:srgbClr val="64877F"/>
                </a:solidFill>
                <a:latin typeface="Helvetica Neue"/>
                <a:ea typeface="Helvetica Neue"/>
                <a:cs typeface="Helvetica Neue"/>
              </a:defRPr>
            </a:lvl6pPr>
            <a:lvl7pPr algn="l">
              <a:buNone/>
              <a:defRPr sz="3225" b="1">
                <a:solidFill>
                  <a:srgbClr val="64877F"/>
                </a:solidFill>
                <a:latin typeface="Helvetica Neue"/>
                <a:ea typeface="Helvetica Neue"/>
                <a:cs typeface="Helvetica Neue"/>
              </a:defRPr>
            </a:lvl7pPr>
            <a:lvl8pPr algn="l">
              <a:buNone/>
              <a:defRPr sz="3225" b="1">
                <a:solidFill>
                  <a:srgbClr val="64877F"/>
                </a:solidFill>
                <a:latin typeface="Helvetica Neue"/>
                <a:ea typeface="Helvetica Neue"/>
                <a:cs typeface="Helvetica Neue"/>
              </a:defRPr>
            </a:lvl8pPr>
            <a:lvl9pPr algn="l">
              <a:buNone/>
              <a:defRPr sz="3225" b="1">
                <a:solidFill>
                  <a:srgbClr val="64877F"/>
                </a:solidFill>
                <a:latin typeface="Helvetica Neue"/>
                <a:ea typeface="Helvetica Neue"/>
                <a:cs typeface="Helvetica Neue"/>
              </a:defRPr>
            </a:lvl9pPr>
          </a:lstStyle>
          <a:p xmlns:a="http://schemas.openxmlformats.org/drawingml/2006/main">
            <a:pPr algn="l">
              <a:buNone/>
              <a:defRPr sz="3225" b="1">
                <a:solidFill>
                  <a:srgbClr val="64877F"/>
                </a:solidFill>
                <a:latin typeface="Helvetica Neue"/>
                <a:ea typeface="Helvetica Neue"/>
                <a:cs typeface="Helvetica Neue"/>
              </a:defRPr>
            </a:pPr>
            <a:r>
              <a:rPr sz="3225" b="1">
                <a:solidFill>
                  <a:srgbClr val="64877F"/>
                </a:solidFill>
                <a:latin typeface="Helvetica Neue"/>
                <a:ea typeface="Helvetica Neue"/>
                <a:cs typeface="Helvetica Neue"/>
              </a:rPr>
              <a:t>11.58</a:t>
            </a:r>
          </a:p>
        </p:txBody>
      </p:sp>
      <p:sp>
        <p:nvSpPr>
          <p:cNvPr id="14" name="Rectangle 13">
            <a:extLst xmlns:a="http://schemas.openxmlformats.org/drawingml/2006/main">
              <a:ext uri="{FF2B5EF4-FFF2-40B4-BE49-F238E27FC236}">
                <a16:creationId xmlns:a16="http://schemas.microsoft.com/office/drawing/2014/main" id="{1A923E82-6825-4031-8688-D122CE71B565}"/>
              </a:ext>
            </a:extLst>
          </p:cNvPr>
          <p:cNvSpPr>
            <a:spLocks xmlns:a="http://schemas.openxmlformats.org/drawingml/2006/main" noGrp="1"/>
          </p:cNvSpPr>
          <p:nvPr/>
        </p:nvSpPr>
        <p:spPr>
          <a:xfrm xmlns:a="http://schemas.openxmlformats.org/drawingml/2006/main">
            <a:off x="8172450" y="2781300"/>
            <a:ext cx="27622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a:bodyPr>
          <a:lstStyle xmlns:a="http://schemas.openxmlformats.org/drawingml/2006/main">
            <a:defPPr algn="l">
              <a:defRPr sz="1275" b="0">
                <a:solidFill>
                  <a:srgbClr val="63788A"/>
                </a:solidFill>
                <a:latin typeface="Helvetica Neue"/>
                <a:ea typeface="Helvetica Neue"/>
                <a:cs typeface="Helvetica Neue"/>
              </a:defRPr>
            </a:defPPr>
            <a:lvl1pPr algn="l">
              <a:buNone/>
              <a:defRPr sz="1275" b="0">
                <a:solidFill>
                  <a:srgbClr val="63788A"/>
                </a:solidFill>
                <a:latin typeface="Helvetica Neue"/>
                <a:ea typeface="Helvetica Neue"/>
                <a:cs typeface="Helvetica Neue"/>
              </a:defRPr>
            </a:lvl1pPr>
            <a:lvl2pPr algn="l">
              <a:buNone/>
              <a:defRPr sz="1275" b="0">
                <a:solidFill>
                  <a:srgbClr val="63788A"/>
                </a:solidFill>
                <a:latin typeface="Helvetica Neue"/>
                <a:ea typeface="Helvetica Neue"/>
                <a:cs typeface="Helvetica Neue"/>
              </a:defRPr>
            </a:lvl2pPr>
            <a:lvl3pPr algn="l">
              <a:buNone/>
              <a:defRPr sz="1275" b="0">
                <a:solidFill>
                  <a:srgbClr val="63788A"/>
                </a:solidFill>
                <a:latin typeface="Helvetica Neue"/>
                <a:ea typeface="Helvetica Neue"/>
                <a:cs typeface="Helvetica Neue"/>
              </a:defRPr>
            </a:lvl3pPr>
            <a:lvl4pPr algn="l">
              <a:buNone/>
              <a:defRPr sz="1275" b="0">
                <a:solidFill>
                  <a:srgbClr val="63788A"/>
                </a:solidFill>
                <a:latin typeface="Helvetica Neue"/>
                <a:ea typeface="Helvetica Neue"/>
                <a:cs typeface="Helvetica Neue"/>
              </a:defRPr>
            </a:lvl4pPr>
            <a:lvl5pPr algn="l">
              <a:buNone/>
              <a:defRPr sz="1275" b="0">
                <a:solidFill>
                  <a:srgbClr val="63788A"/>
                </a:solidFill>
                <a:latin typeface="Helvetica Neue"/>
                <a:ea typeface="Helvetica Neue"/>
                <a:cs typeface="Helvetica Neue"/>
              </a:defRPr>
            </a:lvl5pPr>
            <a:lvl6pPr algn="l">
              <a:buNone/>
              <a:defRPr sz="1275" b="0">
                <a:solidFill>
                  <a:srgbClr val="63788A"/>
                </a:solidFill>
                <a:latin typeface="Helvetica Neue"/>
                <a:ea typeface="Helvetica Neue"/>
                <a:cs typeface="Helvetica Neue"/>
              </a:defRPr>
            </a:lvl6pPr>
            <a:lvl7pPr algn="l">
              <a:buNone/>
              <a:defRPr sz="1275" b="0">
                <a:solidFill>
                  <a:srgbClr val="63788A"/>
                </a:solidFill>
                <a:latin typeface="Helvetica Neue"/>
                <a:ea typeface="Helvetica Neue"/>
                <a:cs typeface="Helvetica Neue"/>
              </a:defRPr>
            </a:lvl7pPr>
            <a:lvl8pPr algn="l">
              <a:buNone/>
              <a:defRPr sz="1275" b="0">
                <a:solidFill>
                  <a:srgbClr val="63788A"/>
                </a:solidFill>
                <a:latin typeface="Helvetica Neue"/>
                <a:ea typeface="Helvetica Neue"/>
                <a:cs typeface="Helvetica Neue"/>
              </a:defRPr>
            </a:lvl8pPr>
            <a:lvl9pPr algn="l">
              <a:buNone/>
              <a:defRPr sz="1275" b="0">
                <a:solidFill>
                  <a:srgbClr val="63788A"/>
                </a:solidFill>
                <a:latin typeface="Helvetica Neue"/>
                <a:ea typeface="Helvetica Neue"/>
                <a:cs typeface="Helvetica Neue"/>
              </a:defRPr>
            </a:lvl9pPr>
          </a:lstStyle>
          <a:p xmlns:a="http://schemas.openxmlformats.org/drawingml/2006/main">
            <a:pPr algn="l">
              <a:buNone/>
              <a:defRPr sz="1275" b="0">
                <a:solidFill>
                  <a:srgbClr val="63788A"/>
                </a:solidFill>
                <a:latin typeface="Helvetica Neue"/>
                <a:ea typeface="Helvetica Neue"/>
                <a:cs typeface="Helvetica Neue"/>
              </a:defRPr>
            </a:pPr>
            <a:r>
              <a:rPr sz="1275" b="0">
                <a:solidFill>
                  <a:srgbClr val="63788A"/>
                </a:solidFill>
                <a:latin typeface="Helvetica Neue"/>
                <a:ea typeface="Helvetica Neue"/>
                <a:cs typeface="Helvetica Neue"/>
              </a:rPr>
              <a:t>mean Euclidean error*</a:t>
            </a:r>
          </a:p>
        </p:txBody>
      </p:sp>
      <p:sp>
        <p:nvSpPr>
          <p:cNvPr id="15" name="Straight Connector 14">
            <a:extLst xmlns:a="http://schemas.openxmlformats.org/drawingml/2006/main">
              <a:ext uri="{FF2B5EF4-FFF2-40B4-BE49-F238E27FC236}">
                <a16:creationId xmlns:a16="http://schemas.microsoft.com/office/drawing/2014/main" id="{44823135-691B-425E-B60A-11D9D271811F}"/>
              </a:ext>
            </a:extLst>
          </p:cNvPr>
          <p:cNvSpPr>
            <a:spLocks xmlns:a="http://schemas.openxmlformats.org/drawingml/2006/main" noGrp="1"/>
          </p:cNvSpPr>
          <p:nvPr/>
        </p:nvSpPr>
        <p:spPr>
          <a:xfrm xmlns:a="http://schemas.openxmlformats.org/drawingml/2006/main">
            <a:off x="742950" y="3571875"/>
            <a:ext cx="10610850" cy="0"/>
          </a:xfrm>
          <a:prstGeom xmlns:a="http://schemas.openxmlformats.org/drawingml/2006/main" prst="line">
            <a:avLst/>
          </a:prstGeom>
          <a:noFill xmlns:a="http://schemas.openxmlformats.org/drawingml/2006/main"/>
          <a:ln xmlns:a="http://schemas.openxmlformats.org/drawingml/2006/main" w="9525">
            <a:solidFill>
              <a:srgbClr val="CBD5DA"/>
            </a:solidFill>
            <a:prstDash val="solid"/>
          </a:ln>
        </p:spPr>
      </p:sp>
      <p:sp>
        <p:nvSpPr>
          <p:cNvPr id="16" name="Rectangle 15">
            <a:extLst xmlns:a="http://schemas.openxmlformats.org/drawingml/2006/main">
              <a:ext uri="{FF2B5EF4-FFF2-40B4-BE49-F238E27FC236}">
                <a16:creationId xmlns:a16="http://schemas.microsoft.com/office/drawing/2014/main" id="{AA460937-17E4-43DA-B550-1DA15AA14D11}"/>
              </a:ext>
            </a:extLst>
          </p:cNvPr>
          <p:cNvSpPr>
            <a:spLocks xmlns:a="http://schemas.openxmlformats.org/drawingml/2006/main" noGrp="1"/>
          </p:cNvSpPr>
          <p:nvPr/>
        </p:nvSpPr>
        <p:spPr>
          <a:xfrm xmlns:a="http://schemas.openxmlformats.org/drawingml/2006/main">
            <a:off x="781050" y="3943350"/>
            <a:ext cx="409575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a:bodyPr>
          <a:lstStyle xmlns:a="http://schemas.openxmlformats.org/drawingml/2006/main">
            <a:defPPr algn="l">
              <a:defRPr sz="1500" b="1">
                <a:solidFill>
                  <a:srgbClr val="243A50"/>
                </a:solidFill>
                <a:latin typeface="Helvetica Neue"/>
                <a:ea typeface="Helvetica Neue"/>
                <a:cs typeface="Helvetica Neue"/>
              </a:defRPr>
            </a:defPPr>
            <a:lvl1pPr algn="l">
              <a:buNone/>
              <a:defRPr sz="1500" b="1">
                <a:solidFill>
                  <a:srgbClr val="243A50"/>
                </a:solidFill>
                <a:latin typeface="Helvetica Neue"/>
                <a:ea typeface="Helvetica Neue"/>
                <a:cs typeface="Helvetica Neue"/>
              </a:defRPr>
            </a:lvl1pPr>
            <a:lvl2pPr algn="l">
              <a:buNone/>
              <a:defRPr sz="1500" b="1">
                <a:solidFill>
                  <a:srgbClr val="243A50"/>
                </a:solidFill>
                <a:latin typeface="Helvetica Neue"/>
                <a:ea typeface="Helvetica Neue"/>
                <a:cs typeface="Helvetica Neue"/>
              </a:defRPr>
            </a:lvl2pPr>
            <a:lvl3pPr algn="l">
              <a:buNone/>
              <a:defRPr sz="1500" b="1">
                <a:solidFill>
                  <a:srgbClr val="243A50"/>
                </a:solidFill>
                <a:latin typeface="Helvetica Neue"/>
                <a:ea typeface="Helvetica Neue"/>
                <a:cs typeface="Helvetica Neue"/>
              </a:defRPr>
            </a:lvl3pPr>
            <a:lvl4pPr algn="l">
              <a:buNone/>
              <a:defRPr sz="1500" b="1">
                <a:solidFill>
                  <a:srgbClr val="243A50"/>
                </a:solidFill>
                <a:latin typeface="Helvetica Neue"/>
                <a:ea typeface="Helvetica Neue"/>
                <a:cs typeface="Helvetica Neue"/>
              </a:defRPr>
            </a:lvl4pPr>
            <a:lvl5pPr algn="l">
              <a:buNone/>
              <a:defRPr sz="1500" b="1">
                <a:solidFill>
                  <a:srgbClr val="243A50"/>
                </a:solidFill>
                <a:latin typeface="Helvetica Neue"/>
                <a:ea typeface="Helvetica Neue"/>
                <a:cs typeface="Helvetica Neue"/>
              </a:defRPr>
            </a:lvl5pPr>
            <a:lvl6pPr algn="l">
              <a:buNone/>
              <a:defRPr sz="1500" b="1">
                <a:solidFill>
                  <a:srgbClr val="243A50"/>
                </a:solidFill>
                <a:latin typeface="Helvetica Neue"/>
                <a:ea typeface="Helvetica Neue"/>
                <a:cs typeface="Helvetica Neue"/>
              </a:defRPr>
            </a:lvl6pPr>
            <a:lvl7pPr algn="l">
              <a:buNone/>
              <a:defRPr sz="1500" b="1">
                <a:solidFill>
                  <a:srgbClr val="243A50"/>
                </a:solidFill>
                <a:latin typeface="Helvetica Neue"/>
                <a:ea typeface="Helvetica Neue"/>
                <a:cs typeface="Helvetica Neue"/>
              </a:defRPr>
            </a:lvl7pPr>
            <a:lvl8pPr algn="l">
              <a:buNone/>
              <a:defRPr sz="1500" b="1">
                <a:solidFill>
                  <a:srgbClr val="243A50"/>
                </a:solidFill>
                <a:latin typeface="Helvetica Neue"/>
                <a:ea typeface="Helvetica Neue"/>
                <a:cs typeface="Helvetica Neue"/>
              </a:defRPr>
            </a:lvl8pPr>
            <a:lvl9pPr algn="l">
              <a:buNone/>
              <a:defRPr sz="1500" b="1">
                <a:solidFill>
                  <a:srgbClr val="243A50"/>
                </a:solidFill>
                <a:latin typeface="Helvetica Neue"/>
                <a:ea typeface="Helvetica Neue"/>
                <a:cs typeface="Helvetica Neue"/>
              </a:defRPr>
            </a:lvl9pPr>
          </a:lstStyle>
          <a:p xmlns:a="http://schemas.openxmlformats.org/drawingml/2006/main">
            <a:pPr algn="l">
              <a:buNone/>
              <a:defRPr sz="1500" b="1">
                <a:solidFill>
                  <a:srgbClr val="243A50"/>
                </a:solidFill>
                <a:latin typeface="Helvetica Neue"/>
                <a:ea typeface="Helvetica Neue"/>
                <a:cs typeface="Helvetica Neue"/>
              </a:defRPr>
            </a:pPr>
            <a:r>
              <a:rPr sz="1500" b="1">
                <a:solidFill>
                  <a:srgbClr val="243A50"/>
                </a:solidFill>
                <a:latin typeface="Helvetica Neue"/>
                <a:ea typeface="Helvetica Neue"/>
                <a:cs typeface="Helvetica Neue"/>
              </a:rPr>
              <a:t>What the project establishes</a:t>
            </a:r>
          </a:p>
        </p:txBody>
      </p:sp>
      <p:sp>
        <p:nvSpPr>
          <p:cNvPr id="17" name="Rectangle 16">
            <a:extLst xmlns:a="http://schemas.openxmlformats.org/drawingml/2006/main">
              <a:ext uri="{FF2B5EF4-FFF2-40B4-BE49-F238E27FC236}">
                <a16:creationId xmlns:a16="http://schemas.microsoft.com/office/drawing/2014/main" id="{62008481-0095-466F-BBBD-F0991FC4DE93}"/>
              </a:ext>
            </a:extLst>
          </p:cNvPr>
          <p:cNvSpPr>
            <a:spLocks xmlns:a="http://schemas.openxmlformats.org/drawingml/2006/main" noGrp="1"/>
          </p:cNvSpPr>
          <p:nvPr/>
        </p:nvSpPr>
        <p:spPr>
          <a:xfrm xmlns:a="http://schemas.openxmlformats.org/drawingml/2006/main">
            <a:off x="781050" y="4333875"/>
            <a:ext cx="102870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a:bodyPr>
          <a:lstStyle xmlns:a="http://schemas.openxmlformats.org/drawingml/2006/main">
            <a:defPPr algn="l">
              <a:defRPr sz="1725" b="0">
                <a:solidFill>
                  <a:srgbClr val="33485D"/>
                </a:solidFill>
                <a:latin typeface="Helvetica Neue"/>
                <a:ea typeface="Helvetica Neue"/>
                <a:cs typeface="Helvetica Neue"/>
              </a:defRPr>
            </a:defPPr>
            <a:lvl1pPr algn="l">
              <a:buNone/>
              <a:defRPr sz="1725" b="0">
                <a:solidFill>
                  <a:srgbClr val="33485D"/>
                </a:solidFill>
                <a:latin typeface="Helvetica Neue"/>
                <a:ea typeface="Helvetica Neue"/>
                <a:cs typeface="Helvetica Neue"/>
              </a:defRPr>
            </a:lvl1pPr>
            <a:lvl2pPr algn="l">
              <a:buNone/>
              <a:defRPr sz="1725" b="0">
                <a:solidFill>
                  <a:srgbClr val="33485D"/>
                </a:solidFill>
                <a:latin typeface="Helvetica Neue"/>
                <a:ea typeface="Helvetica Neue"/>
                <a:cs typeface="Helvetica Neue"/>
              </a:defRPr>
            </a:lvl2pPr>
            <a:lvl3pPr algn="l">
              <a:buNone/>
              <a:defRPr sz="1725" b="0">
                <a:solidFill>
                  <a:srgbClr val="33485D"/>
                </a:solidFill>
                <a:latin typeface="Helvetica Neue"/>
                <a:ea typeface="Helvetica Neue"/>
                <a:cs typeface="Helvetica Neue"/>
              </a:defRPr>
            </a:lvl3pPr>
            <a:lvl4pPr algn="l">
              <a:buNone/>
              <a:defRPr sz="1725" b="0">
                <a:solidFill>
                  <a:srgbClr val="33485D"/>
                </a:solidFill>
                <a:latin typeface="Helvetica Neue"/>
                <a:ea typeface="Helvetica Neue"/>
                <a:cs typeface="Helvetica Neue"/>
              </a:defRPr>
            </a:lvl4pPr>
            <a:lvl5pPr algn="l">
              <a:buNone/>
              <a:defRPr sz="1725" b="0">
                <a:solidFill>
                  <a:srgbClr val="33485D"/>
                </a:solidFill>
                <a:latin typeface="Helvetica Neue"/>
                <a:ea typeface="Helvetica Neue"/>
                <a:cs typeface="Helvetica Neue"/>
              </a:defRPr>
            </a:lvl5pPr>
            <a:lvl6pPr algn="l">
              <a:buNone/>
              <a:defRPr sz="1725" b="0">
                <a:solidFill>
                  <a:srgbClr val="33485D"/>
                </a:solidFill>
                <a:latin typeface="Helvetica Neue"/>
                <a:ea typeface="Helvetica Neue"/>
                <a:cs typeface="Helvetica Neue"/>
              </a:defRPr>
            </a:lvl6pPr>
            <a:lvl7pPr algn="l">
              <a:buNone/>
              <a:defRPr sz="1725" b="0">
                <a:solidFill>
                  <a:srgbClr val="33485D"/>
                </a:solidFill>
                <a:latin typeface="Helvetica Neue"/>
                <a:ea typeface="Helvetica Neue"/>
                <a:cs typeface="Helvetica Neue"/>
              </a:defRPr>
            </a:lvl7pPr>
            <a:lvl8pPr algn="l">
              <a:buNone/>
              <a:defRPr sz="1725" b="0">
                <a:solidFill>
                  <a:srgbClr val="33485D"/>
                </a:solidFill>
                <a:latin typeface="Helvetica Neue"/>
                <a:ea typeface="Helvetica Neue"/>
                <a:cs typeface="Helvetica Neue"/>
              </a:defRPr>
            </a:lvl8pPr>
            <a:lvl9pPr algn="l">
              <a:buNone/>
              <a:defRPr sz="1725" b="0">
                <a:solidFill>
                  <a:srgbClr val="33485D"/>
                </a:solidFill>
                <a:latin typeface="Helvetica Neue"/>
                <a:ea typeface="Helvetica Neue"/>
                <a:cs typeface="Helvetica Neue"/>
              </a:defRPr>
            </a:lvl9pPr>
          </a:lstStyle>
          <a:p xmlns:a="http://schemas.openxmlformats.org/drawingml/2006/main">
            <a:pPr algn="l">
              <a:buNone/>
              <a:defRPr sz="1725" b="0">
                <a:solidFill>
                  <a:srgbClr val="33485D"/>
                </a:solidFill>
                <a:latin typeface="Helvetica Neue"/>
                <a:ea typeface="Helvetica Neue"/>
                <a:cs typeface="Helvetica Neue"/>
              </a:defRPr>
            </a:pPr>
            <a:r>
              <a:rPr sz="1725" b="0">
                <a:solidFill>
                  <a:srgbClr val="33485D"/>
                </a:solidFill>
                <a:latin typeface="Helvetica Neue"/>
                <a:ea typeface="Helvetica Neue"/>
                <a:cs typeface="Helvetica Neue"/>
              </a:rPr>
              <a:t>Comparable AML results on the supplied split, with an auditable shared preprocessing and integration path.</a:t>
            </a:r>
          </a:p>
        </p:txBody>
      </p:sp>
      <p:sp>
        <p:nvSpPr>
          <p:cNvPr id="18" name="Rectangle 17">
            <a:extLst xmlns:a="http://schemas.openxmlformats.org/drawingml/2006/main">
              <a:ext uri="{FF2B5EF4-FFF2-40B4-BE49-F238E27FC236}">
                <a16:creationId xmlns:a16="http://schemas.microsoft.com/office/drawing/2014/main" id="{8D8702B6-D791-4AD7-8B1F-FAE9C2421D0C}"/>
              </a:ext>
            </a:extLst>
          </p:cNvPr>
          <p:cNvSpPr>
            <a:spLocks xmlns:a="http://schemas.openxmlformats.org/drawingml/2006/main" noGrp="1"/>
          </p:cNvSpPr>
          <p:nvPr/>
        </p:nvSpPr>
        <p:spPr>
          <a:xfrm xmlns:a="http://schemas.openxmlformats.org/drawingml/2006/main">
            <a:off x="781050" y="5095875"/>
            <a:ext cx="409575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a:bodyPr>
          <a:lstStyle xmlns:a="http://schemas.openxmlformats.org/drawingml/2006/main">
            <a:defPPr algn="l">
              <a:defRPr sz="1500" b="1">
                <a:solidFill>
                  <a:srgbClr val="243A50"/>
                </a:solidFill>
                <a:latin typeface="Helvetica Neue"/>
                <a:ea typeface="Helvetica Neue"/>
                <a:cs typeface="Helvetica Neue"/>
              </a:defRPr>
            </a:defPPr>
            <a:lvl1pPr algn="l">
              <a:buNone/>
              <a:defRPr sz="1500" b="1">
                <a:solidFill>
                  <a:srgbClr val="243A50"/>
                </a:solidFill>
                <a:latin typeface="Helvetica Neue"/>
                <a:ea typeface="Helvetica Neue"/>
                <a:cs typeface="Helvetica Neue"/>
              </a:defRPr>
            </a:lvl1pPr>
            <a:lvl2pPr algn="l">
              <a:buNone/>
              <a:defRPr sz="1500" b="1">
                <a:solidFill>
                  <a:srgbClr val="243A50"/>
                </a:solidFill>
                <a:latin typeface="Helvetica Neue"/>
                <a:ea typeface="Helvetica Neue"/>
                <a:cs typeface="Helvetica Neue"/>
              </a:defRPr>
            </a:lvl2pPr>
            <a:lvl3pPr algn="l">
              <a:buNone/>
              <a:defRPr sz="1500" b="1">
                <a:solidFill>
                  <a:srgbClr val="243A50"/>
                </a:solidFill>
                <a:latin typeface="Helvetica Neue"/>
                <a:ea typeface="Helvetica Neue"/>
                <a:cs typeface="Helvetica Neue"/>
              </a:defRPr>
            </a:lvl3pPr>
            <a:lvl4pPr algn="l">
              <a:buNone/>
              <a:defRPr sz="1500" b="1">
                <a:solidFill>
                  <a:srgbClr val="243A50"/>
                </a:solidFill>
                <a:latin typeface="Helvetica Neue"/>
                <a:ea typeface="Helvetica Neue"/>
                <a:cs typeface="Helvetica Neue"/>
              </a:defRPr>
            </a:lvl4pPr>
            <a:lvl5pPr algn="l">
              <a:buNone/>
              <a:defRPr sz="1500" b="1">
                <a:solidFill>
                  <a:srgbClr val="243A50"/>
                </a:solidFill>
                <a:latin typeface="Helvetica Neue"/>
                <a:ea typeface="Helvetica Neue"/>
                <a:cs typeface="Helvetica Neue"/>
              </a:defRPr>
            </a:lvl5pPr>
            <a:lvl6pPr algn="l">
              <a:buNone/>
              <a:defRPr sz="1500" b="1">
                <a:solidFill>
                  <a:srgbClr val="243A50"/>
                </a:solidFill>
                <a:latin typeface="Helvetica Neue"/>
                <a:ea typeface="Helvetica Neue"/>
                <a:cs typeface="Helvetica Neue"/>
              </a:defRPr>
            </a:lvl6pPr>
            <a:lvl7pPr algn="l">
              <a:buNone/>
              <a:defRPr sz="1500" b="1">
                <a:solidFill>
                  <a:srgbClr val="243A50"/>
                </a:solidFill>
                <a:latin typeface="Helvetica Neue"/>
                <a:ea typeface="Helvetica Neue"/>
                <a:cs typeface="Helvetica Neue"/>
              </a:defRPr>
            </a:lvl7pPr>
            <a:lvl8pPr algn="l">
              <a:buNone/>
              <a:defRPr sz="1500" b="1">
                <a:solidFill>
                  <a:srgbClr val="243A50"/>
                </a:solidFill>
                <a:latin typeface="Helvetica Neue"/>
                <a:ea typeface="Helvetica Neue"/>
                <a:cs typeface="Helvetica Neue"/>
              </a:defRPr>
            </a:lvl8pPr>
            <a:lvl9pPr algn="l">
              <a:buNone/>
              <a:defRPr sz="1500" b="1">
                <a:solidFill>
                  <a:srgbClr val="243A50"/>
                </a:solidFill>
                <a:latin typeface="Helvetica Neue"/>
                <a:ea typeface="Helvetica Neue"/>
                <a:cs typeface="Helvetica Neue"/>
              </a:defRPr>
            </a:lvl9pPr>
          </a:lstStyle>
          <a:p xmlns:a="http://schemas.openxmlformats.org/drawingml/2006/main">
            <a:pPr algn="l">
              <a:buNone/>
              <a:defRPr sz="1500" b="1">
                <a:solidFill>
                  <a:srgbClr val="243A50"/>
                </a:solidFill>
                <a:latin typeface="Helvetica Neue"/>
                <a:ea typeface="Helvetica Neue"/>
                <a:cs typeface="Helvetica Neue"/>
              </a:defRPr>
            </a:pPr>
            <a:r>
              <a:rPr sz="1500" b="1">
                <a:solidFill>
                  <a:srgbClr val="243A50"/>
                </a:solidFill>
                <a:latin typeface="Helvetica Neue"/>
                <a:ea typeface="Helvetica Neue"/>
                <a:cs typeface="Helvetica Neue"/>
              </a:rPr>
              <a:t>What the scores do not establish</a:t>
            </a:r>
          </a:p>
        </p:txBody>
      </p:sp>
      <p:sp>
        <p:nvSpPr>
          <p:cNvPr id="19" name="Rectangle 18">
            <a:extLst xmlns:a="http://schemas.openxmlformats.org/drawingml/2006/main">
              <a:ext uri="{FF2B5EF4-FFF2-40B4-BE49-F238E27FC236}">
                <a16:creationId xmlns:a16="http://schemas.microsoft.com/office/drawing/2014/main" id="{A58F03B0-3E73-4532-87D9-4ACAC46D6291}"/>
              </a:ext>
            </a:extLst>
          </p:cNvPr>
          <p:cNvSpPr>
            <a:spLocks xmlns:a="http://schemas.openxmlformats.org/drawingml/2006/main" noGrp="1"/>
          </p:cNvSpPr>
          <p:nvPr/>
        </p:nvSpPr>
        <p:spPr>
          <a:xfrm xmlns:a="http://schemas.openxmlformats.org/drawingml/2006/main">
            <a:off x="781050" y="5476875"/>
            <a:ext cx="1028700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a:bodyPr>
          <a:lstStyle xmlns:a="http://schemas.openxmlformats.org/drawingml/2006/main">
            <a:defPPr algn="l">
              <a:defRPr sz="1350" b="0">
                <a:solidFill>
                  <a:srgbClr val="63788A"/>
                </a:solidFill>
                <a:latin typeface="Helvetica Neue"/>
                <a:ea typeface="Helvetica Neue"/>
                <a:cs typeface="Helvetica Neue"/>
              </a:defRPr>
            </a:defPPr>
            <a:lvl1pPr algn="l">
              <a:buNone/>
              <a:defRPr sz="1350" b="0">
                <a:solidFill>
                  <a:srgbClr val="63788A"/>
                </a:solidFill>
                <a:latin typeface="Helvetica Neue"/>
                <a:ea typeface="Helvetica Neue"/>
                <a:cs typeface="Helvetica Neue"/>
              </a:defRPr>
            </a:lvl1pPr>
            <a:lvl2pPr algn="l">
              <a:buNone/>
              <a:defRPr sz="1350" b="0">
                <a:solidFill>
                  <a:srgbClr val="63788A"/>
                </a:solidFill>
                <a:latin typeface="Helvetica Neue"/>
                <a:ea typeface="Helvetica Neue"/>
                <a:cs typeface="Helvetica Neue"/>
              </a:defRPr>
            </a:lvl2pPr>
            <a:lvl3pPr algn="l">
              <a:buNone/>
              <a:defRPr sz="1350" b="0">
                <a:solidFill>
                  <a:srgbClr val="63788A"/>
                </a:solidFill>
                <a:latin typeface="Helvetica Neue"/>
                <a:ea typeface="Helvetica Neue"/>
                <a:cs typeface="Helvetica Neue"/>
              </a:defRPr>
            </a:lvl3pPr>
            <a:lvl4pPr algn="l">
              <a:buNone/>
              <a:defRPr sz="1350" b="0">
                <a:solidFill>
                  <a:srgbClr val="63788A"/>
                </a:solidFill>
                <a:latin typeface="Helvetica Neue"/>
                <a:ea typeface="Helvetica Neue"/>
                <a:cs typeface="Helvetica Neue"/>
              </a:defRPr>
            </a:lvl4pPr>
            <a:lvl5pPr algn="l">
              <a:buNone/>
              <a:defRPr sz="1350" b="0">
                <a:solidFill>
                  <a:srgbClr val="63788A"/>
                </a:solidFill>
                <a:latin typeface="Helvetica Neue"/>
                <a:ea typeface="Helvetica Neue"/>
                <a:cs typeface="Helvetica Neue"/>
              </a:defRPr>
            </a:lvl5pPr>
            <a:lvl6pPr algn="l">
              <a:buNone/>
              <a:defRPr sz="1350" b="0">
                <a:solidFill>
                  <a:srgbClr val="63788A"/>
                </a:solidFill>
                <a:latin typeface="Helvetica Neue"/>
                <a:ea typeface="Helvetica Neue"/>
                <a:cs typeface="Helvetica Neue"/>
              </a:defRPr>
            </a:lvl6pPr>
            <a:lvl7pPr algn="l">
              <a:buNone/>
              <a:defRPr sz="1350" b="0">
                <a:solidFill>
                  <a:srgbClr val="63788A"/>
                </a:solidFill>
                <a:latin typeface="Helvetica Neue"/>
                <a:ea typeface="Helvetica Neue"/>
                <a:cs typeface="Helvetica Neue"/>
              </a:defRPr>
            </a:lvl7pPr>
            <a:lvl8pPr algn="l">
              <a:buNone/>
              <a:defRPr sz="1350" b="0">
                <a:solidFill>
                  <a:srgbClr val="63788A"/>
                </a:solidFill>
                <a:latin typeface="Helvetica Neue"/>
                <a:ea typeface="Helvetica Neue"/>
                <a:cs typeface="Helvetica Neue"/>
              </a:defRPr>
            </a:lvl8pPr>
            <a:lvl9pPr algn="l">
              <a:buNone/>
              <a:defRPr sz="1350" b="0">
                <a:solidFill>
                  <a:srgbClr val="63788A"/>
                </a:solidFill>
                <a:latin typeface="Helvetica Neue"/>
                <a:ea typeface="Helvetica Neue"/>
                <a:cs typeface="Helvetica Neue"/>
              </a:defRPr>
            </a:lvl9pPr>
          </a:lstStyle>
          <a:p xmlns:a="http://schemas.openxmlformats.org/drawingml/2006/main">
            <a:pPr algn="l">
              <a:buNone/>
              <a:defRPr sz="1350" b="0">
                <a:solidFill>
                  <a:srgbClr val="63788A"/>
                </a:solidFill>
                <a:latin typeface="Helvetica Neue"/>
                <a:ea typeface="Helvetica Neue"/>
                <a:cs typeface="Helvetica Neue"/>
              </a:defRPr>
            </a:pPr>
            <a:r>
              <a:rPr sz="1350" b="0">
                <a:solidFill>
                  <a:srgbClr val="63788A"/>
                </a:solidFill>
                <a:latin typeface="Helvetica Neue"/>
                <a:ea typeface="Helvetica Neue"/>
                <a:cs typeface="Helvetica Neue"/>
              </a:rPr>
              <a:t>Performance on wholly unseen fingerprints / positions; authoritative coordinate units or CRS.</a:t>
            </a:r>
          </a:p>
        </p:txBody>
      </p:sp>
      <p:sp>
        <p:nvSpPr>
          <p:cNvPr id="20" name="Rectangle 19">
            <a:extLst xmlns:a="http://schemas.openxmlformats.org/drawingml/2006/main">
              <a:ext uri="{FF2B5EF4-FFF2-40B4-BE49-F238E27FC236}">
                <a16:creationId xmlns:a16="http://schemas.microsoft.com/office/drawing/2014/main" id="{DD8F56C4-D407-4FCA-8327-95EB1A425D4A}"/>
              </a:ext>
            </a:extLst>
          </p:cNvPr>
          <p:cNvSpPr>
            <a:spLocks xmlns:a="http://schemas.openxmlformats.org/drawingml/2006/main" noGrp="1"/>
          </p:cNvSpPr>
          <p:nvPr/>
        </p:nvSpPr>
        <p:spPr>
          <a:xfrm xmlns:a="http://schemas.openxmlformats.org/drawingml/2006/main">
            <a:off x="781050" y="5981700"/>
            <a:ext cx="9525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a:bodyPr>
          <a:lstStyle xmlns:a="http://schemas.openxmlformats.org/drawingml/2006/main">
            <a:defPPr algn="l">
              <a:defRPr sz="975" b="0">
                <a:solidFill>
                  <a:srgbClr val="63788A"/>
                </a:solidFill>
                <a:latin typeface="Helvetica Neue"/>
                <a:ea typeface="Helvetica Neue"/>
                <a:cs typeface="Helvetica Neue"/>
              </a:defRPr>
            </a:defPPr>
            <a:lvl1pPr algn="l">
              <a:buNone/>
              <a:defRPr sz="975" b="0">
                <a:solidFill>
                  <a:srgbClr val="63788A"/>
                </a:solidFill>
                <a:latin typeface="Helvetica Neue"/>
                <a:ea typeface="Helvetica Neue"/>
                <a:cs typeface="Helvetica Neue"/>
              </a:defRPr>
            </a:lvl1pPr>
            <a:lvl2pPr algn="l">
              <a:buNone/>
              <a:defRPr sz="975" b="0">
                <a:solidFill>
                  <a:srgbClr val="63788A"/>
                </a:solidFill>
                <a:latin typeface="Helvetica Neue"/>
                <a:ea typeface="Helvetica Neue"/>
                <a:cs typeface="Helvetica Neue"/>
              </a:defRPr>
            </a:lvl2pPr>
            <a:lvl3pPr algn="l">
              <a:buNone/>
              <a:defRPr sz="975" b="0">
                <a:solidFill>
                  <a:srgbClr val="63788A"/>
                </a:solidFill>
                <a:latin typeface="Helvetica Neue"/>
                <a:ea typeface="Helvetica Neue"/>
                <a:cs typeface="Helvetica Neue"/>
              </a:defRPr>
            </a:lvl3pPr>
            <a:lvl4pPr algn="l">
              <a:buNone/>
              <a:defRPr sz="975" b="0">
                <a:solidFill>
                  <a:srgbClr val="63788A"/>
                </a:solidFill>
                <a:latin typeface="Helvetica Neue"/>
                <a:ea typeface="Helvetica Neue"/>
                <a:cs typeface="Helvetica Neue"/>
              </a:defRPr>
            </a:lvl4pPr>
            <a:lvl5pPr algn="l">
              <a:buNone/>
              <a:defRPr sz="975" b="0">
                <a:solidFill>
                  <a:srgbClr val="63788A"/>
                </a:solidFill>
                <a:latin typeface="Helvetica Neue"/>
                <a:ea typeface="Helvetica Neue"/>
                <a:cs typeface="Helvetica Neue"/>
              </a:defRPr>
            </a:lvl5pPr>
            <a:lvl6pPr algn="l">
              <a:buNone/>
              <a:defRPr sz="975" b="0">
                <a:solidFill>
                  <a:srgbClr val="63788A"/>
                </a:solidFill>
                <a:latin typeface="Helvetica Neue"/>
                <a:ea typeface="Helvetica Neue"/>
                <a:cs typeface="Helvetica Neue"/>
              </a:defRPr>
            </a:lvl6pPr>
            <a:lvl7pPr algn="l">
              <a:buNone/>
              <a:defRPr sz="975" b="0">
                <a:solidFill>
                  <a:srgbClr val="63788A"/>
                </a:solidFill>
                <a:latin typeface="Helvetica Neue"/>
                <a:ea typeface="Helvetica Neue"/>
                <a:cs typeface="Helvetica Neue"/>
              </a:defRPr>
            </a:lvl7pPr>
            <a:lvl8pPr algn="l">
              <a:buNone/>
              <a:defRPr sz="975" b="0">
                <a:solidFill>
                  <a:srgbClr val="63788A"/>
                </a:solidFill>
                <a:latin typeface="Helvetica Neue"/>
                <a:ea typeface="Helvetica Neue"/>
                <a:cs typeface="Helvetica Neue"/>
              </a:defRPr>
            </a:lvl8pPr>
            <a:lvl9pPr algn="l">
              <a:buNone/>
              <a:defRPr sz="975" b="0">
                <a:solidFill>
                  <a:srgbClr val="63788A"/>
                </a:solidFill>
                <a:latin typeface="Helvetica Neue"/>
                <a:ea typeface="Helvetica Neue"/>
                <a:cs typeface="Helvetica Neue"/>
              </a:defRPr>
            </a:lvl9pPr>
          </a:lstStyle>
          <a:p xmlns:a="http://schemas.openxmlformats.org/drawingml/2006/main">
            <a:pPr algn="l">
              <a:buNone/>
              <a:defRPr sz="975" b="0">
                <a:solidFill>
                  <a:srgbClr val="63788A"/>
                </a:solidFill>
                <a:latin typeface="Helvetica Neue"/>
                <a:ea typeface="Helvetica Neue"/>
                <a:cs typeface="Helvetica Neue"/>
              </a:defRPr>
            </a:pPr>
            <a:r>
              <a:rPr sz="975" b="0">
                <a:solidFill>
                  <a:srgbClr val="63788A"/>
                </a:solidFill>
                <a:latin typeface="Helvetica Neue"/>
                <a:ea typeface="Helvetica Neue"/>
                <a:cs typeface="Helvetica Neue"/>
              </a:rPr>
              <a:t>*Coordinate units follow the notebook label; CRS not independently verified.</a:t>
            </a:r>
          </a:p>
        </p:txBody>
      </p:sp>
    </p:spTree>
    <p:extLst>
      <p:ext uri="{BB962C8B-B14F-4D97-AF65-F5344CB8AC3E}">
        <p14:creationId xmlns:p14="http://schemas.microsoft.com/office/powerpoint/2010/main" val="2118112695"/>
      </p:ext>
    </p:extLst>
  </p:cSld>
</p:sld>
</file>

<file path=ppt/slides/slide21.xml><?xml version="1.0" encoding="utf-8"?>
<p:sld xmlns:p="http://schemas.openxmlformats.org/presentationml/2006/main">
  <p:cSld>
    <p:bg>
      <p:bgPr>
        <a:solidFill xmlns:a="http://schemas.openxmlformats.org/drawingml/2006/main">
          <a:srgbClr val="FAF9F6"/>
        </a:solidFill>
      </p:bgPr>
    </p:bg>
    <p:spTree>
      <p:nvGrpSpPr>
        <p:cNvPr id="1" name=""/>
        <p:cNvGrpSpPr/>
        <p:nvPr/>
      </p:nvGrpSpPr>
      <p:grpSpPr>
        <a:xfrm xmlns:a="http://schemas.openxmlformats.org/drawingml/2006/main"/>
      </p:grpSpPr>
      <p:sp>
        <p:nvSpPr>
          <p:cNvPr id="21" name="Rectangle 20">
            <a:extLst xmlns:a="http://schemas.openxmlformats.org/drawingml/2006/main">
              <a:ext uri="{FF2B5EF4-FFF2-40B4-BE49-F238E27FC236}">
                <a16:creationId xmlns:a16="http://schemas.microsoft.com/office/drawing/2014/main" id="{00C5D4DA-9B75-48B4-B303-2610577B1261}"/>
              </a:ext>
            </a:extLst>
          </p:cNvPr>
          <p:cNvSpPr>
            <a:spLocks xmlns:a="http://schemas.openxmlformats.org/drawingml/2006/main" noGrp="1"/>
          </p:cNvSpPr>
          <p:nvPr/>
        </p:nvSpPr>
        <p:spPr>
          <a:xfrm xmlns:a="http://schemas.openxmlformats.org/drawingml/2006/main">
            <a:off x="0" y="0"/>
            <a:ext cx="12192000" cy="104775"/>
          </a:xfrm>
          <a:prstGeom xmlns:a="http://schemas.openxmlformats.org/drawingml/2006/main" prst="rect">
            <a:avLst/>
          </a:prstGeom>
          <a:solidFill xmlns:a="http://schemas.openxmlformats.org/drawingml/2006/main">
            <a:srgbClr val="C7DBD1"/>
          </a:solidFill>
          <a:ln xmlns:a="http://schemas.openxmlformats.org/drawingml/2006/main" w="0">
            <a:noFill/>
            <a:prstDash val="solid"/>
          </a:ln>
        </p:spPr>
      </p:sp>
      <p:sp>
        <p:nvSpPr>
          <p:cNvPr id="2" name="Rectangle 1">
            <a:extLst xmlns:a="http://schemas.openxmlformats.org/drawingml/2006/main">
              <a:ext uri="{FF2B5EF4-FFF2-40B4-BE49-F238E27FC236}">
                <a16:creationId xmlns:a16="http://schemas.microsoft.com/office/drawing/2014/main" id="{6D8923E0-41EF-4EED-AD21-4D9F7579BA3E}"/>
              </a:ext>
            </a:extLst>
          </p:cNvPr>
          <p:cNvSpPr>
            <a:spLocks xmlns:a="http://schemas.openxmlformats.org/drawingml/2006/main" noGrp="1"/>
          </p:cNvSpPr>
          <p:nvPr/>
        </p:nvSpPr>
        <p:spPr>
          <a:xfrm xmlns:a="http://schemas.openxmlformats.org/drawingml/2006/main">
            <a:off x="609600" y="371475"/>
            <a:ext cx="1097280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a:bodyPr>
          <a:lstStyle xmlns:a="http://schemas.openxmlformats.org/drawingml/2006/main">
            <a:defPPr algn="l">
              <a:defRPr sz="2625" b="1">
                <a:solidFill>
                  <a:srgbClr val="243A50"/>
                </a:solidFill>
                <a:latin typeface="Helvetica Neue"/>
                <a:ea typeface="Helvetica Neue"/>
                <a:cs typeface="Helvetica Neue"/>
              </a:defRPr>
            </a:defPPr>
            <a:lvl1pPr algn="l">
              <a:buNone/>
              <a:defRPr sz="2625" b="1">
                <a:solidFill>
                  <a:srgbClr val="243A50"/>
                </a:solidFill>
                <a:latin typeface="Helvetica Neue"/>
                <a:ea typeface="Helvetica Neue"/>
                <a:cs typeface="Helvetica Neue"/>
              </a:defRPr>
            </a:lvl1pPr>
            <a:lvl2pPr algn="l">
              <a:buNone/>
              <a:defRPr sz="2625" b="1">
                <a:solidFill>
                  <a:srgbClr val="243A50"/>
                </a:solidFill>
                <a:latin typeface="Helvetica Neue"/>
                <a:ea typeface="Helvetica Neue"/>
                <a:cs typeface="Helvetica Neue"/>
              </a:defRPr>
            </a:lvl2pPr>
            <a:lvl3pPr algn="l">
              <a:buNone/>
              <a:defRPr sz="2625" b="1">
                <a:solidFill>
                  <a:srgbClr val="243A50"/>
                </a:solidFill>
                <a:latin typeface="Helvetica Neue"/>
                <a:ea typeface="Helvetica Neue"/>
                <a:cs typeface="Helvetica Neue"/>
              </a:defRPr>
            </a:lvl3pPr>
            <a:lvl4pPr algn="l">
              <a:buNone/>
              <a:defRPr sz="2625" b="1">
                <a:solidFill>
                  <a:srgbClr val="243A50"/>
                </a:solidFill>
                <a:latin typeface="Helvetica Neue"/>
                <a:ea typeface="Helvetica Neue"/>
                <a:cs typeface="Helvetica Neue"/>
              </a:defRPr>
            </a:lvl4pPr>
            <a:lvl5pPr algn="l">
              <a:buNone/>
              <a:defRPr sz="2625" b="1">
                <a:solidFill>
                  <a:srgbClr val="243A50"/>
                </a:solidFill>
                <a:latin typeface="Helvetica Neue"/>
                <a:ea typeface="Helvetica Neue"/>
                <a:cs typeface="Helvetica Neue"/>
              </a:defRPr>
            </a:lvl5pPr>
            <a:lvl6pPr algn="l">
              <a:buNone/>
              <a:defRPr sz="2625" b="1">
                <a:solidFill>
                  <a:srgbClr val="243A50"/>
                </a:solidFill>
                <a:latin typeface="Helvetica Neue"/>
                <a:ea typeface="Helvetica Neue"/>
                <a:cs typeface="Helvetica Neue"/>
              </a:defRPr>
            </a:lvl6pPr>
            <a:lvl7pPr algn="l">
              <a:buNone/>
              <a:defRPr sz="2625" b="1">
                <a:solidFill>
                  <a:srgbClr val="243A50"/>
                </a:solidFill>
                <a:latin typeface="Helvetica Neue"/>
                <a:ea typeface="Helvetica Neue"/>
                <a:cs typeface="Helvetica Neue"/>
              </a:defRPr>
            </a:lvl7pPr>
            <a:lvl8pPr algn="l">
              <a:buNone/>
              <a:defRPr sz="2625" b="1">
                <a:solidFill>
                  <a:srgbClr val="243A50"/>
                </a:solidFill>
                <a:latin typeface="Helvetica Neue"/>
                <a:ea typeface="Helvetica Neue"/>
                <a:cs typeface="Helvetica Neue"/>
              </a:defRPr>
            </a:lvl8pPr>
            <a:lvl9pPr algn="l">
              <a:buNone/>
              <a:defRPr sz="2625" b="1">
                <a:solidFill>
                  <a:srgbClr val="243A50"/>
                </a:solidFill>
                <a:latin typeface="Helvetica Neue"/>
                <a:ea typeface="Helvetica Neue"/>
                <a:cs typeface="Helvetica Neue"/>
              </a:defRPr>
            </a:lvl9pPr>
          </a:lstStyle>
          <a:p xmlns:a="http://schemas.openxmlformats.org/drawingml/2006/main">
            <a:pPr algn="l">
              <a:buNone/>
              <a:defRPr sz="2625" b="1">
                <a:solidFill>
                  <a:srgbClr val="243A50"/>
                </a:solidFill>
                <a:latin typeface="Helvetica Neue"/>
                <a:ea typeface="Helvetica Neue"/>
                <a:cs typeface="Helvetica Neue"/>
              </a:defRPr>
            </a:pPr>
            <a:r>
              <a:rPr sz="2625" b="1">
                <a:solidFill>
                  <a:srgbClr val="243A50"/>
                </a:solidFill>
                <a:latin typeface="Helvetica Neue"/>
                <a:ea typeface="Helvetica Neue"/>
                <a:cs typeface="Helvetica Neue"/>
              </a:rPr>
              <a:t>References</a:t>
            </a:r>
          </a:p>
        </p:txBody>
      </p:sp>
      <p:sp>
        <p:nvSpPr>
          <p:cNvPr id="3" name="Rectangle 2">
            <a:extLst xmlns:a="http://schemas.openxmlformats.org/drawingml/2006/main">
              <a:ext uri="{FF2B5EF4-FFF2-40B4-BE49-F238E27FC236}">
                <a16:creationId xmlns:a16="http://schemas.microsoft.com/office/drawing/2014/main" id="{59447D05-B24E-44B1-AC5E-45E4C31E91B6}"/>
              </a:ext>
            </a:extLst>
          </p:cNvPr>
          <p:cNvSpPr>
            <a:spLocks xmlns:a="http://schemas.openxmlformats.org/drawingml/2006/main" noGrp="1"/>
          </p:cNvSpPr>
          <p:nvPr/>
        </p:nvSpPr>
        <p:spPr>
          <a:xfrm xmlns:a="http://schemas.openxmlformats.org/drawingml/2006/main">
            <a:off x="628650" y="904875"/>
            <a:ext cx="108394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a:bodyPr>
          <a:lstStyle xmlns:a="http://schemas.openxmlformats.org/drawingml/2006/main">
            <a:defPPr algn="l">
              <a:defRPr sz="1350" b="0">
                <a:solidFill>
                  <a:srgbClr val="63788A"/>
                </a:solidFill>
                <a:latin typeface="Helvetica Neue"/>
                <a:ea typeface="Helvetica Neue"/>
                <a:cs typeface="Helvetica Neue"/>
              </a:defRPr>
            </a:defPPr>
            <a:lvl1pPr algn="l">
              <a:buNone/>
              <a:defRPr sz="1350" b="0">
                <a:solidFill>
                  <a:srgbClr val="63788A"/>
                </a:solidFill>
                <a:latin typeface="Helvetica Neue"/>
                <a:ea typeface="Helvetica Neue"/>
                <a:cs typeface="Helvetica Neue"/>
              </a:defRPr>
            </a:lvl1pPr>
            <a:lvl2pPr algn="l">
              <a:buNone/>
              <a:defRPr sz="1350" b="0">
                <a:solidFill>
                  <a:srgbClr val="63788A"/>
                </a:solidFill>
                <a:latin typeface="Helvetica Neue"/>
                <a:ea typeface="Helvetica Neue"/>
                <a:cs typeface="Helvetica Neue"/>
              </a:defRPr>
            </a:lvl2pPr>
            <a:lvl3pPr algn="l">
              <a:buNone/>
              <a:defRPr sz="1350" b="0">
                <a:solidFill>
                  <a:srgbClr val="63788A"/>
                </a:solidFill>
                <a:latin typeface="Helvetica Neue"/>
                <a:ea typeface="Helvetica Neue"/>
                <a:cs typeface="Helvetica Neue"/>
              </a:defRPr>
            </a:lvl3pPr>
            <a:lvl4pPr algn="l">
              <a:buNone/>
              <a:defRPr sz="1350" b="0">
                <a:solidFill>
                  <a:srgbClr val="63788A"/>
                </a:solidFill>
                <a:latin typeface="Helvetica Neue"/>
                <a:ea typeface="Helvetica Neue"/>
                <a:cs typeface="Helvetica Neue"/>
              </a:defRPr>
            </a:lvl4pPr>
            <a:lvl5pPr algn="l">
              <a:buNone/>
              <a:defRPr sz="1350" b="0">
                <a:solidFill>
                  <a:srgbClr val="63788A"/>
                </a:solidFill>
                <a:latin typeface="Helvetica Neue"/>
                <a:ea typeface="Helvetica Neue"/>
                <a:cs typeface="Helvetica Neue"/>
              </a:defRPr>
            </a:lvl5pPr>
            <a:lvl6pPr algn="l">
              <a:buNone/>
              <a:defRPr sz="1350" b="0">
                <a:solidFill>
                  <a:srgbClr val="63788A"/>
                </a:solidFill>
                <a:latin typeface="Helvetica Neue"/>
                <a:ea typeface="Helvetica Neue"/>
                <a:cs typeface="Helvetica Neue"/>
              </a:defRPr>
            </a:lvl6pPr>
            <a:lvl7pPr algn="l">
              <a:buNone/>
              <a:defRPr sz="1350" b="0">
                <a:solidFill>
                  <a:srgbClr val="63788A"/>
                </a:solidFill>
                <a:latin typeface="Helvetica Neue"/>
                <a:ea typeface="Helvetica Neue"/>
                <a:cs typeface="Helvetica Neue"/>
              </a:defRPr>
            </a:lvl7pPr>
            <a:lvl8pPr algn="l">
              <a:buNone/>
              <a:defRPr sz="1350" b="0">
                <a:solidFill>
                  <a:srgbClr val="63788A"/>
                </a:solidFill>
                <a:latin typeface="Helvetica Neue"/>
                <a:ea typeface="Helvetica Neue"/>
                <a:cs typeface="Helvetica Neue"/>
              </a:defRPr>
            </a:lvl8pPr>
            <a:lvl9pPr algn="l">
              <a:buNone/>
              <a:defRPr sz="1350" b="0">
                <a:solidFill>
                  <a:srgbClr val="63788A"/>
                </a:solidFill>
                <a:latin typeface="Helvetica Neue"/>
                <a:ea typeface="Helvetica Neue"/>
                <a:cs typeface="Helvetica Neue"/>
              </a:defRPr>
            </a:lvl9pPr>
          </a:lstStyle>
          <a:p xmlns:a="http://schemas.openxmlformats.org/drawingml/2006/main">
            <a:pPr algn="l">
              <a:buNone/>
              <a:defRPr sz="1350" b="0">
                <a:solidFill>
                  <a:srgbClr val="63788A"/>
                </a:solidFill>
                <a:latin typeface="Helvetica Neue"/>
                <a:ea typeface="Helvetica Neue"/>
                <a:cs typeface="Helvetica Neue"/>
              </a:defRPr>
            </a:pPr>
            <a:r>
              <a:rPr sz="1350" b="0">
                <a:solidFill>
                  <a:srgbClr val="63788A"/>
                </a:solidFill>
                <a:latin typeface="Helvetica Neue"/>
                <a:ea typeface="Helvetica Neue"/>
                <a:cs typeface="Helvetica Neue"/>
              </a:rPr>
              <a:t>Dataset, benchmark, and method sources used in the AML work.</a:t>
            </a:r>
          </a:p>
        </p:txBody>
      </p:sp>
      <p:sp>
        <p:nvSpPr>
          <p:cNvPr id="4" name="Straight Connector 3">
            <a:extLst xmlns:a="http://schemas.openxmlformats.org/drawingml/2006/main">
              <a:ext uri="{FF2B5EF4-FFF2-40B4-BE49-F238E27FC236}">
                <a16:creationId xmlns:a16="http://schemas.microsoft.com/office/drawing/2014/main" id="{8E6DCE9F-8E44-4839-A243-AD565CF9BD2F}"/>
              </a:ext>
            </a:extLst>
          </p:cNvPr>
          <p:cNvSpPr>
            <a:spLocks xmlns:a="http://schemas.openxmlformats.org/drawingml/2006/main" noGrp="1"/>
          </p:cNvSpPr>
          <p:nvPr/>
        </p:nvSpPr>
        <p:spPr>
          <a:xfrm xmlns:a="http://schemas.openxmlformats.org/drawingml/2006/main">
            <a:off x="609600" y="6381750"/>
            <a:ext cx="10972800" cy="0"/>
          </a:xfrm>
          <a:prstGeom xmlns:a="http://schemas.openxmlformats.org/drawingml/2006/main" prst="line">
            <a:avLst/>
          </a:prstGeom>
          <a:noFill xmlns:a="http://schemas.openxmlformats.org/drawingml/2006/main"/>
          <a:ln xmlns:a="http://schemas.openxmlformats.org/drawingml/2006/main" w="9525">
            <a:solidFill>
              <a:srgbClr val="CBD5DA"/>
            </a:solidFill>
            <a:prstDash val="solid"/>
          </a:ln>
        </p:spPr>
      </p:sp>
      <p:sp>
        <p:nvSpPr>
          <p:cNvPr id="5" name="Rectangle 4">
            <a:extLst xmlns:a="http://schemas.openxmlformats.org/drawingml/2006/main">
              <a:ext uri="{FF2B5EF4-FFF2-40B4-BE49-F238E27FC236}">
                <a16:creationId xmlns:a16="http://schemas.microsoft.com/office/drawing/2014/main" id="{6A701585-DD00-453E-8579-DAB043DE356B}"/>
              </a:ext>
            </a:extLst>
          </p:cNvPr>
          <p:cNvSpPr>
            <a:spLocks xmlns:a="http://schemas.openxmlformats.org/drawingml/2006/main" noGrp="1"/>
          </p:cNvSpPr>
          <p:nvPr/>
        </p:nvSpPr>
        <p:spPr>
          <a:xfrm xmlns:a="http://schemas.openxmlformats.org/drawingml/2006/main">
            <a:off x="609600" y="6477000"/>
            <a:ext cx="109728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a:bodyPr>
          <a:lstStyle xmlns:a="http://schemas.openxmlformats.org/drawingml/2006/main">
            <a:defPPr algn="r">
              <a:defRPr sz="900" b="0">
                <a:solidFill>
                  <a:srgbClr val="63788A"/>
                </a:solidFill>
                <a:latin typeface="Helvetica Neue"/>
                <a:ea typeface="Helvetica Neue"/>
                <a:cs typeface="Helvetica Neue"/>
              </a:defRPr>
            </a:defPPr>
            <a:lvl1pPr algn="r">
              <a:buNone/>
              <a:defRPr sz="900" b="0">
                <a:solidFill>
                  <a:srgbClr val="63788A"/>
                </a:solidFill>
                <a:latin typeface="Helvetica Neue"/>
                <a:ea typeface="Helvetica Neue"/>
                <a:cs typeface="Helvetica Neue"/>
              </a:defRPr>
            </a:lvl1pPr>
            <a:lvl2pPr algn="r">
              <a:buNone/>
              <a:defRPr sz="900" b="0">
                <a:solidFill>
                  <a:srgbClr val="63788A"/>
                </a:solidFill>
                <a:latin typeface="Helvetica Neue"/>
                <a:ea typeface="Helvetica Neue"/>
                <a:cs typeface="Helvetica Neue"/>
              </a:defRPr>
            </a:lvl2pPr>
            <a:lvl3pPr algn="r">
              <a:buNone/>
              <a:defRPr sz="900" b="0">
                <a:solidFill>
                  <a:srgbClr val="63788A"/>
                </a:solidFill>
                <a:latin typeface="Helvetica Neue"/>
                <a:ea typeface="Helvetica Neue"/>
                <a:cs typeface="Helvetica Neue"/>
              </a:defRPr>
            </a:lvl3pPr>
            <a:lvl4pPr algn="r">
              <a:buNone/>
              <a:defRPr sz="900" b="0">
                <a:solidFill>
                  <a:srgbClr val="63788A"/>
                </a:solidFill>
                <a:latin typeface="Helvetica Neue"/>
                <a:ea typeface="Helvetica Neue"/>
                <a:cs typeface="Helvetica Neue"/>
              </a:defRPr>
            </a:lvl4pPr>
            <a:lvl5pPr algn="r">
              <a:buNone/>
              <a:defRPr sz="900" b="0">
                <a:solidFill>
                  <a:srgbClr val="63788A"/>
                </a:solidFill>
                <a:latin typeface="Helvetica Neue"/>
                <a:ea typeface="Helvetica Neue"/>
                <a:cs typeface="Helvetica Neue"/>
              </a:defRPr>
            </a:lvl5pPr>
            <a:lvl6pPr algn="r">
              <a:buNone/>
              <a:defRPr sz="900" b="0">
                <a:solidFill>
                  <a:srgbClr val="63788A"/>
                </a:solidFill>
                <a:latin typeface="Helvetica Neue"/>
                <a:ea typeface="Helvetica Neue"/>
                <a:cs typeface="Helvetica Neue"/>
              </a:defRPr>
            </a:lvl6pPr>
            <a:lvl7pPr algn="r">
              <a:buNone/>
              <a:defRPr sz="900" b="0">
                <a:solidFill>
                  <a:srgbClr val="63788A"/>
                </a:solidFill>
                <a:latin typeface="Helvetica Neue"/>
                <a:ea typeface="Helvetica Neue"/>
                <a:cs typeface="Helvetica Neue"/>
              </a:defRPr>
            </a:lvl7pPr>
            <a:lvl8pPr algn="r">
              <a:buNone/>
              <a:defRPr sz="900" b="0">
                <a:solidFill>
                  <a:srgbClr val="63788A"/>
                </a:solidFill>
                <a:latin typeface="Helvetica Neue"/>
                <a:ea typeface="Helvetica Neue"/>
                <a:cs typeface="Helvetica Neue"/>
              </a:defRPr>
            </a:lvl8pPr>
            <a:lvl9pPr algn="r">
              <a:buNone/>
              <a:defRPr sz="900" b="0">
                <a:solidFill>
                  <a:srgbClr val="63788A"/>
                </a:solidFill>
                <a:latin typeface="Helvetica Neue"/>
                <a:ea typeface="Helvetica Neue"/>
                <a:cs typeface="Helvetica Neue"/>
              </a:defRPr>
            </a:lvl9pPr>
          </a:lstStyle>
          <a:p xmlns:a="http://schemas.openxmlformats.org/drawingml/2006/main">
            <a:pPr algn="r">
              <a:buNone/>
              <a:defRPr sz="900" b="0">
                <a:solidFill>
                  <a:srgbClr val="63788A"/>
                </a:solidFill>
                <a:latin typeface="Helvetica Neue"/>
                <a:ea typeface="Helvetica Neue"/>
                <a:cs typeface="Helvetica Neue"/>
              </a:defRPr>
            </a:pPr>
            <a:r>
              <a:rPr sz="900" b="0">
                <a:solidFill>
                  <a:srgbClr val="63788A"/>
                </a:solidFill>
                <a:latin typeface="Helvetica Neue"/>
                <a:ea typeface="Helvetica Neue"/>
                <a:cs typeface="Helvetica Neue"/>
              </a:rPr>
              <a:t>PROJECT 9  •  AML VIVA  •  2</a:t>
            </a:r>
            <a:r>
              <a:rPr sz="900" b="0">
                <a:solidFill>
                  <a:srgbClr val="63788A"/>
                </a:solidFill>
                <a:latin typeface="Helvetica Neue"/>
                <a:ea typeface="Helvetica Neue"/>
                <a:cs typeface="Helvetica Neue"/>
              </a:rPr>
              <a:t>1</a:t>
            </a:r>
            <a:endParaRPr sz="900" b="0">
              <a:solidFill>
                <a:srgbClr val="63788A"/>
              </a:solidFill>
              <a:latin typeface="Helvetica Neue"/>
              <a:ea typeface="Helvetica Neue"/>
              <a:cs typeface="Helvetica Neue"/>
            </a:endParaRPr>
          </a:p>
        </p:txBody>
      </p:sp>
      <p:sp>
        <p:nvSpPr>
          <p:cNvPr id="6" name="Rectangle 5">
            <a:extLst xmlns:a="http://schemas.openxmlformats.org/drawingml/2006/main">
              <a:ext uri="{FF2B5EF4-FFF2-40B4-BE49-F238E27FC236}">
                <a16:creationId xmlns:a16="http://schemas.microsoft.com/office/drawing/2014/main" id="{B8417911-DFDD-4352-B73A-CBFC7E397483}"/>
              </a:ext>
            </a:extLst>
          </p:cNvPr>
          <p:cNvSpPr>
            <a:spLocks xmlns:a="http://schemas.openxmlformats.org/drawingml/2006/main" noGrp="1"/>
          </p:cNvSpPr>
          <p:nvPr/>
        </p:nvSpPr>
        <p:spPr>
          <a:xfrm xmlns:a="http://schemas.openxmlformats.org/drawingml/2006/main">
            <a:off x="742950" y="1438275"/>
            <a:ext cx="4095750"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a:bodyPr>
          <a:lstStyle xmlns:a="http://schemas.openxmlformats.org/drawingml/2006/main">
            <a:defPPr algn="l">
              <a:defRPr sz="1500" b="1">
                <a:solidFill>
                  <a:srgbClr val="243A50"/>
                </a:solidFill>
                <a:latin typeface="Helvetica Neue"/>
                <a:ea typeface="Helvetica Neue"/>
                <a:cs typeface="Helvetica Neue"/>
              </a:defRPr>
            </a:defPPr>
            <a:lvl1pPr algn="l">
              <a:buNone/>
              <a:defRPr sz="1500" b="1">
                <a:solidFill>
                  <a:srgbClr val="243A50"/>
                </a:solidFill>
                <a:latin typeface="Helvetica Neue"/>
                <a:ea typeface="Helvetica Neue"/>
                <a:cs typeface="Helvetica Neue"/>
              </a:defRPr>
            </a:lvl1pPr>
            <a:lvl2pPr algn="l">
              <a:buNone/>
              <a:defRPr sz="1500" b="1">
                <a:solidFill>
                  <a:srgbClr val="243A50"/>
                </a:solidFill>
                <a:latin typeface="Helvetica Neue"/>
                <a:ea typeface="Helvetica Neue"/>
                <a:cs typeface="Helvetica Neue"/>
              </a:defRPr>
            </a:lvl2pPr>
            <a:lvl3pPr algn="l">
              <a:buNone/>
              <a:defRPr sz="1500" b="1">
                <a:solidFill>
                  <a:srgbClr val="243A50"/>
                </a:solidFill>
                <a:latin typeface="Helvetica Neue"/>
                <a:ea typeface="Helvetica Neue"/>
                <a:cs typeface="Helvetica Neue"/>
              </a:defRPr>
            </a:lvl3pPr>
            <a:lvl4pPr algn="l">
              <a:buNone/>
              <a:defRPr sz="1500" b="1">
                <a:solidFill>
                  <a:srgbClr val="243A50"/>
                </a:solidFill>
                <a:latin typeface="Helvetica Neue"/>
                <a:ea typeface="Helvetica Neue"/>
                <a:cs typeface="Helvetica Neue"/>
              </a:defRPr>
            </a:lvl4pPr>
            <a:lvl5pPr algn="l">
              <a:buNone/>
              <a:defRPr sz="1500" b="1">
                <a:solidFill>
                  <a:srgbClr val="243A50"/>
                </a:solidFill>
                <a:latin typeface="Helvetica Neue"/>
                <a:ea typeface="Helvetica Neue"/>
                <a:cs typeface="Helvetica Neue"/>
              </a:defRPr>
            </a:lvl5pPr>
            <a:lvl6pPr algn="l">
              <a:buNone/>
              <a:defRPr sz="1500" b="1">
                <a:solidFill>
                  <a:srgbClr val="243A50"/>
                </a:solidFill>
                <a:latin typeface="Helvetica Neue"/>
                <a:ea typeface="Helvetica Neue"/>
                <a:cs typeface="Helvetica Neue"/>
              </a:defRPr>
            </a:lvl6pPr>
            <a:lvl7pPr algn="l">
              <a:buNone/>
              <a:defRPr sz="1500" b="1">
                <a:solidFill>
                  <a:srgbClr val="243A50"/>
                </a:solidFill>
                <a:latin typeface="Helvetica Neue"/>
                <a:ea typeface="Helvetica Neue"/>
                <a:cs typeface="Helvetica Neue"/>
              </a:defRPr>
            </a:lvl7pPr>
            <a:lvl8pPr algn="l">
              <a:buNone/>
              <a:defRPr sz="1500" b="1">
                <a:solidFill>
                  <a:srgbClr val="243A50"/>
                </a:solidFill>
                <a:latin typeface="Helvetica Neue"/>
                <a:ea typeface="Helvetica Neue"/>
                <a:cs typeface="Helvetica Neue"/>
              </a:defRPr>
            </a:lvl8pPr>
            <a:lvl9pPr algn="l">
              <a:buNone/>
              <a:defRPr sz="1500" b="1">
                <a:solidFill>
                  <a:srgbClr val="243A50"/>
                </a:solidFill>
                <a:latin typeface="Helvetica Neue"/>
                <a:ea typeface="Helvetica Neue"/>
                <a:cs typeface="Helvetica Neue"/>
              </a:defRPr>
            </a:lvl9pPr>
          </a:lstStyle>
          <a:p xmlns:a="http://schemas.openxmlformats.org/drawingml/2006/main">
            <a:pPr algn="l">
              <a:buNone/>
              <a:defRPr sz="1500" b="1">
                <a:solidFill>
                  <a:srgbClr val="243A50"/>
                </a:solidFill>
                <a:latin typeface="Helvetica Neue"/>
                <a:ea typeface="Helvetica Neue"/>
                <a:cs typeface="Helvetica Neue"/>
              </a:defRPr>
            </a:pPr>
            <a:r>
              <a:rPr sz="1500" b="1">
                <a:solidFill>
                  <a:srgbClr val="243A50"/>
                </a:solidFill>
                <a:latin typeface="Helvetica Neue"/>
                <a:ea typeface="Helvetica Neue"/>
                <a:cs typeface="Helvetica Neue"/>
              </a:rPr>
              <a:t>[1] UJIIndoorLoc dataset</a:t>
            </a:r>
          </a:p>
        </p:txBody>
      </p:sp>
      <p:sp>
        <p:nvSpPr>
          <p:cNvPr id="7" name="Rectangle 6">
            <a:extLst xmlns:a="http://schemas.openxmlformats.org/drawingml/2006/main">
              <a:ext uri="{FF2B5EF4-FFF2-40B4-BE49-F238E27FC236}">
                <a16:creationId xmlns:a16="http://schemas.microsoft.com/office/drawing/2014/main" id="{D79AA1CB-28F4-4CEA-97C6-44BC971D84EB}"/>
              </a:ext>
            </a:extLst>
          </p:cNvPr>
          <p:cNvSpPr>
            <a:spLocks xmlns:a="http://schemas.openxmlformats.org/drawingml/2006/main" noGrp="1"/>
          </p:cNvSpPr>
          <p:nvPr/>
        </p:nvSpPr>
        <p:spPr>
          <a:xfrm xmlns:a="http://schemas.openxmlformats.org/drawingml/2006/main">
            <a:off x="742950" y="1762125"/>
            <a:ext cx="10477500" cy="4095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a:bodyPr>
          <a:lstStyle xmlns:a="http://schemas.openxmlformats.org/drawingml/2006/main">
            <a:defPPr algn="l">
              <a:defRPr sz="1275" b="0">
                <a:solidFill>
                  <a:srgbClr val="33485D"/>
                </a:solidFill>
                <a:latin typeface="Helvetica Neue"/>
                <a:ea typeface="Helvetica Neue"/>
                <a:cs typeface="Helvetica Neue"/>
              </a:defRPr>
            </a:defPPr>
            <a:lvl1pPr algn="l">
              <a:buNone/>
              <a:defRPr sz="1275" b="0">
                <a:solidFill>
                  <a:srgbClr val="33485D"/>
                </a:solidFill>
                <a:latin typeface="Helvetica Neue"/>
                <a:ea typeface="Helvetica Neue"/>
                <a:cs typeface="Helvetica Neue"/>
              </a:defRPr>
            </a:lvl1pPr>
            <a:lvl2pPr algn="l">
              <a:buNone/>
              <a:defRPr sz="1275" b="0">
                <a:solidFill>
                  <a:srgbClr val="33485D"/>
                </a:solidFill>
                <a:latin typeface="Helvetica Neue"/>
                <a:ea typeface="Helvetica Neue"/>
                <a:cs typeface="Helvetica Neue"/>
              </a:defRPr>
            </a:lvl2pPr>
            <a:lvl3pPr algn="l">
              <a:buNone/>
              <a:defRPr sz="1275" b="0">
                <a:solidFill>
                  <a:srgbClr val="33485D"/>
                </a:solidFill>
                <a:latin typeface="Helvetica Neue"/>
                <a:ea typeface="Helvetica Neue"/>
                <a:cs typeface="Helvetica Neue"/>
              </a:defRPr>
            </a:lvl3pPr>
            <a:lvl4pPr algn="l">
              <a:buNone/>
              <a:defRPr sz="1275" b="0">
                <a:solidFill>
                  <a:srgbClr val="33485D"/>
                </a:solidFill>
                <a:latin typeface="Helvetica Neue"/>
                <a:ea typeface="Helvetica Neue"/>
                <a:cs typeface="Helvetica Neue"/>
              </a:defRPr>
            </a:lvl4pPr>
            <a:lvl5pPr algn="l">
              <a:buNone/>
              <a:defRPr sz="1275" b="0">
                <a:solidFill>
                  <a:srgbClr val="33485D"/>
                </a:solidFill>
                <a:latin typeface="Helvetica Neue"/>
                <a:ea typeface="Helvetica Neue"/>
                <a:cs typeface="Helvetica Neue"/>
              </a:defRPr>
            </a:lvl5pPr>
            <a:lvl6pPr algn="l">
              <a:buNone/>
              <a:defRPr sz="1275" b="0">
                <a:solidFill>
                  <a:srgbClr val="33485D"/>
                </a:solidFill>
                <a:latin typeface="Helvetica Neue"/>
                <a:ea typeface="Helvetica Neue"/>
                <a:cs typeface="Helvetica Neue"/>
              </a:defRPr>
            </a:lvl6pPr>
            <a:lvl7pPr algn="l">
              <a:buNone/>
              <a:defRPr sz="1275" b="0">
                <a:solidFill>
                  <a:srgbClr val="33485D"/>
                </a:solidFill>
                <a:latin typeface="Helvetica Neue"/>
                <a:ea typeface="Helvetica Neue"/>
                <a:cs typeface="Helvetica Neue"/>
              </a:defRPr>
            </a:lvl7pPr>
            <a:lvl8pPr algn="l">
              <a:buNone/>
              <a:defRPr sz="1275" b="0">
                <a:solidFill>
                  <a:srgbClr val="33485D"/>
                </a:solidFill>
                <a:latin typeface="Helvetica Neue"/>
                <a:ea typeface="Helvetica Neue"/>
                <a:cs typeface="Helvetica Neue"/>
              </a:defRPr>
            </a:lvl8pPr>
            <a:lvl9pPr algn="l">
              <a:buNone/>
              <a:defRPr sz="1275" b="0">
                <a:solidFill>
                  <a:srgbClr val="33485D"/>
                </a:solidFill>
                <a:latin typeface="Helvetica Neue"/>
                <a:ea typeface="Helvetica Neue"/>
                <a:cs typeface="Helvetica Neue"/>
              </a:defRPr>
            </a:lvl9pPr>
          </a:lstStyle>
          <a:p xmlns:a="http://schemas.openxmlformats.org/drawingml/2006/main">
            <a:pPr algn="l">
              <a:buNone/>
              <a:defRPr sz="1275" b="0">
                <a:solidFill>
                  <a:srgbClr val="33485D"/>
                </a:solidFill>
                <a:latin typeface="Helvetica Neue"/>
                <a:ea typeface="Helvetica Neue"/>
                <a:cs typeface="Helvetica Neue"/>
              </a:defRPr>
            </a:pPr>
            <a:r>
              <a:rPr sz="1275" b="0">
                <a:solidFill>
                  <a:srgbClr val="33485D"/>
                </a:solidFill>
                <a:latin typeface="Helvetica Neue"/>
                <a:ea typeface="Helvetica Neue"/>
                <a:cs typeface="Helvetica Neue"/>
              </a:rPr>
              <a:t>UCI Machine Learning Repository, dataset 310.</a:t>
            </a:r>
          </a:p>
        </p:txBody>
      </p:sp>
      <p:sp>
        <p:nvSpPr>
          <p:cNvPr id="8" name="Rectangle 7">
            <a:extLst xmlns:a="http://schemas.openxmlformats.org/drawingml/2006/main">
              <a:ext uri="{FF2B5EF4-FFF2-40B4-BE49-F238E27FC236}">
                <a16:creationId xmlns:a16="http://schemas.microsoft.com/office/drawing/2014/main" id="{144ED643-E0E9-4CED-A30F-6A1DD071BC93}"/>
              </a:ext>
            </a:extLst>
          </p:cNvPr>
          <p:cNvSpPr>
            <a:spLocks xmlns:a="http://schemas.openxmlformats.org/drawingml/2006/main" noGrp="1"/>
          </p:cNvSpPr>
          <p:nvPr/>
        </p:nvSpPr>
        <p:spPr>
          <a:xfrm xmlns:a="http://schemas.openxmlformats.org/drawingml/2006/main">
            <a:off x="742950" y="2190750"/>
            <a:ext cx="1047750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a:bodyPr>
          <a:lstStyle xmlns:a="http://schemas.openxmlformats.org/drawingml/2006/main">
            <a:defPPr algn="l">
              <a:defRPr sz="1125" b="0">
                <a:solidFill>
                  <a:srgbClr val="64877F"/>
                </a:solidFill>
                <a:latin typeface="Helvetica Neue"/>
                <a:ea typeface="Helvetica Neue"/>
                <a:cs typeface="Helvetica Neue"/>
              </a:defRPr>
            </a:defPPr>
            <a:lvl1pPr algn="l">
              <a:buNone/>
              <a:defRPr sz="1125" b="0">
                <a:solidFill>
                  <a:srgbClr val="64877F"/>
                </a:solidFill>
                <a:latin typeface="Helvetica Neue"/>
                <a:ea typeface="Helvetica Neue"/>
                <a:cs typeface="Helvetica Neue"/>
              </a:defRPr>
            </a:lvl1pPr>
            <a:lvl2pPr algn="l">
              <a:buNone/>
              <a:defRPr sz="1125" b="0">
                <a:solidFill>
                  <a:srgbClr val="64877F"/>
                </a:solidFill>
                <a:latin typeface="Helvetica Neue"/>
                <a:ea typeface="Helvetica Neue"/>
                <a:cs typeface="Helvetica Neue"/>
              </a:defRPr>
            </a:lvl2pPr>
            <a:lvl3pPr algn="l">
              <a:buNone/>
              <a:defRPr sz="1125" b="0">
                <a:solidFill>
                  <a:srgbClr val="64877F"/>
                </a:solidFill>
                <a:latin typeface="Helvetica Neue"/>
                <a:ea typeface="Helvetica Neue"/>
                <a:cs typeface="Helvetica Neue"/>
              </a:defRPr>
            </a:lvl3pPr>
            <a:lvl4pPr algn="l">
              <a:buNone/>
              <a:defRPr sz="1125" b="0">
                <a:solidFill>
                  <a:srgbClr val="64877F"/>
                </a:solidFill>
                <a:latin typeface="Helvetica Neue"/>
                <a:ea typeface="Helvetica Neue"/>
                <a:cs typeface="Helvetica Neue"/>
              </a:defRPr>
            </a:lvl4pPr>
            <a:lvl5pPr algn="l">
              <a:buNone/>
              <a:defRPr sz="1125" b="0">
                <a:solidFill>
                  <a:srgbClr val="64877F"/>
                </a:solidFill>
                <a:latin typeface="Helvetica Neue"/>
                <a:ea typeface="Helvetica Neue"/>
                <a:cs typeface="Helvetica Neue"/>
              </a:defRPr>
            </a:lvl5pPr>
            <a:lvl6pPr algn="l">
              <a:buNone/>
              <a:defRPr sz="1125" b="0">
                <a:solidFill>
                  <a:srgbClr val="64877F"/>
                </a:solidFill>
                <a:latin typeface="Helvetica Neue"/>
                <a:ea typeface="Helvetica Neue"/>
                <a:cs typeface="Helvetica Neue"/>
              </a:defRPr>
            </a:lvl6pPr>
            <a:lvl7pPr algn="l">
              <a:buNone/>
              <a:defRPr sz="1125" b="0">
                <a:solidFill>
                  <a:srgbClr val="64877F"/>
                </a:solidFill>
                <a:latin typeface="Helvetica Neue"/>
                <a:ea typeface="Helvetica Neue"/>
                <a:cs typeface="Helvetica Neue"/>
              </a:defRPr>
            </a:lvl7pPr>
            <a:lvl8pPr algn="l">
              <a:buNone/>
              <a:defRPr sz="1125" b="0">
                <a:solidFill>
                  <a:srgbClr val="64877F"/>
                </a:solidFill>
                <a:latin typeface="Helvetica Neue"/>
                <a:ea typeface="Helvetica Neue"/>
                <a:cs typeface="Helvetica Neue"/>
              </a:defRPr>
            </a:lvl8pPr>
            <a:lvl9pPr algn="l">
              <a:buNone/>
              <a:defRPr sz="1125" b="0">
                <a:solidFill>
                  <a:srgbClr val="64877F"/>
                </a:solidFill>
                <a:latin typeface="Helvetica Neue"/>
                <a:ea typeface="Helvetica Neue"/>
                <a:cs typeface="Helvetica Neue"/>
              </a:defRPr>
            </a:lvl9pPr>
          </a:lstStyle>
          <a:p xmlns:a="http://schemas.openxmlformats.org/drawingml/2006/main">
            <a:pPr algn="l">
              <a:buNone/>
              <a:defRPr sz="1125" b="0">
                <a:solidFill>
                  <a:srgbClr val="64877F"/>
                </a:solidFill>
                <a:latin typeface="Helvetica Neue"/>
                <a:ea typeface="Helvetica Neue"/>
                <a:cs typeface="Helvetica Neue"/>
              </a:defRPr>
            </a:pPr>
            <a:r>
              <a:rPr sz="1125" b="0">
                <a:solidFill>
                  <a:srgbClr val="64877F"/>
                </a:solidFill>
                <a:latin typeface="Helvetica Neue"/>
                <a:ea typeface="Helvetica Neue"/>
                <a:cs typeface="Helvetica Neue"/>
              </a:rPr>
              <a:t>DOI: 10.24432/C5MS59  ·  archive.ics.uci.edu/dataset/310/ujiindoorloc</a:t>
            </a:r>
          </a:p>
        </p:txBody>
      </p:sp>
      <p:sp>
        <p:nvSpPr>
          <p:cNvPr id="9" name="Straight Connector 8">
            <a:extLst xmlns:a="http://schemas.openxmlformats.org/drawingml/2006/main">
              <a:ext uri="{FF2B5EF4-FFF2-40B4-BE49-F238E27FC236}">
                <a16:creationId xmlns:a16="http://schemas.microsoft.com/office/drawing/2014/main" id="{09D33A62-B8CB-42DB-BC0F-D36EBADF2197}"/>
              </a:ext>
            </a:extLst>
          </p:cNvPr>
          <p:cNvSpPr>
            <a:spLocks xmlns:a="http://schemas.openxmlformats.org/drawingml/2006/main" noGrp="1"/>
          </p:cNvSpPr>
          <p:nvPr/>
        </p:nvSpPr>
        <p:spPr>
          <a:xfrm xmlns:a="http://schemas.openxmlformats.org/drawingml/2006/main">
            <a:off x="742950" y="2466975"/>
            <a:ext cx="10639425" cy="0"/>
          </a:xfrm>
          <a:prstGeom xmlns:a="http://schemas.openxmlformats.org/drawingml/2006/main" prst="line">
            <a:avLst/>
          </a:prstGeom>
          <a:noFill xmlns:a="http://schemas.openxmlformats.org/drawingml/2006/main"/>
          <a:ln xmlns:a="http://schemas.openxmlformats.org/drawingml/2006/main" w="9525">
            <a:solidFill>
              <a:srgbClr val="CBD5DA"/>
            </a:solidFill>
            <a:prstDash val="solid"/>
          </a:ln>
        </p:spPr>
      </p:sp>
      <p:sp>
        <p:nvSpPr>
          <p:cNvPr id="10" name="Rectangle 9">
            <a:extLst xmlns:a="http://schemas.openxmlformats.org/drawingml/2006/main">
              <a:ext uri="{FF2B5EF4-FFF2-40B4-BE49-F238E27FC236}">
                <a16:creationId xmlns:a16="http://schemas.microsoft.com/office/drawing/2014/main" id="{CD4A45EF-AA47-41BD-9CFE-0740C698E9C1}"/>
              </a:ext>
            </a:extLst>
          </p:cNvPr>
          <p:cNvSpPr>
            <a:spLocks xmlns:a="http://schemas.openxmlformats.org/drawingml/2006/main" noGrp="1"/>
          </p:cNvSpPr>
          <p:nvPr/>
        </p:nvSpPr>
        <p:spPr>
          <a:xfrm xmlns:a="http://schemas.openxmlformats.org/drawingml/2006/main">
            <a:off x="742950" y="2571750"/>
            <a:ext cx="4095750"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a:bodyPr>
          <a:lstStyle xmlns:a="http://schemas.openxmlformats.org/drawingml/2006/main">
            <a:defPPr algn="l">
              <a:defRPr sz="1500" b="1">
                <a:solidFill>
                  <a:srgbClr val="243A50"/>
                </a:solidFill>
                <a:latin typeface="Helvetica Neue"/>
                <a:ea typeface="Helvetica Neue"/>
                <a:cs typeface="Helvetica Neue"/>
              </a:defRPr>
            </a:defPPr>
            <a:lvl1pPr algn="l">
              <a:buNone/>
              <a:defRPr sz="1500" b="1">
                <a:solidFill>
                  <a:srgbClr val="243A50"/>
                </a:solidFill>
                <a:latin typeface="Helvetica Neue"/>
                <a:ea typeface="Helvetica Neue"/>
                <a:cs typeface="Helvetica Neue"/>
              </a:defRPr>
            </a:lvl1pPr>
            <a:lvl2pPr algn="l">
              <a:buNone/>
              <a:defRPr sz="1500" b="1">
                <a:solidFill>
                  <a:srgbClr val="243A50"/>
                </a:solidFill>
                <a:latin typeface="Helvetica Neue"/>
                <a:ea typeface="Helvetica Neue"/>
                <a:cs typeface="Helvetica Neue"/>
              </a:defRPr>
            </a:lvl2pPr>
            <a:lvl3pPr algn="l">
              <a:buNone/>
              <a:defRPr sz="1500" b="1">
                <a:solidFill>
                  <a:srgbClr val="243A50"/>
                </a:solidFill>
                <a:latin typeface="Helvetica Neue"/>
                <a:ea typeface="Helvetica Neue"/>
                <a:cs typeface="Helvetica Neue"/>
              </a:defRPr>
            </a:lvl3pPr>
            <a:lvl4pPr algn="l">
              <a:buNone/>
              <a:defRPr sz="1500" b="1">
                <a:solidFill>
                  <a:srgbClr val="243A50"/>
                </a:solidFill>
                <a:latin typeface="Helvetica Neue"/>
                <a:ea typeface="Helvetica Neue"/>
                <a:cs typeface="Helvetica Neue"/>
              </a:defRPr>
            </a:lvl4pPr>
            <a:lvl5pPr algn="l">
              <a:buNone/>
              <a:defRPr sz="1500" b="1">
                <a:solidFill>
                  <a:srgbClr val="243A50"/>
                </a:solidFill>
                <a:latin typeface="Helvetica Neue"/>
                <a:ea typeface="Helvetica Neue"/>
                <a:cs typeface="Helvetica Neue"/>
              </a:defRPr>
            </a:lvl5pPr>
            <a:lvl6pPr algn="l">
              <a:buNone/>
              <a:defRPr sz="1500" b="1">
                <a:solidFill>
                  <a:srgbClr val="243A50"/>
                </a:solidFill>
                <a:latin typeface="Helvetica Neue"/>
                <a:ea typeface="Helvetica Neue"/>
                <a:cs typeface="Helvetica Neue"/>
              </a:defRPr>
            </a:lvl6pPr>
            <a:lvl7pPr algn="l">
              <a:buNone/>
              <a:defRPr sz="1500" b="1">
                <a:solidFill>
                  <a:srgbClr val="243A50"/>
                </a:solidFill>
                <a:latin typeface="Helvetica Neue"/>
                <a:ea typeface="Helvetica Neue"/>
                <a:cs typeface="Helvetica Neue"/>
              </a:defRPr>
            </a:lvl7pPr>
            <a:lvl8pPr algn="l">
              <a:buNone/>
              <a:defRPr sz="1500" b="1">
                <a:solidFill>
                  <a:srgbClr val="243A50"/>
                </a:solidFill>
                <a:latin typeface="Helvetica Neue"/>
                <a:ea typeface="Helvetica Neue"/>
                <a:cs typeface="Helvetica Neue"/>
              </a:defRPr>
            </a:lvl8pPr>
            <a:lvl9pPr algn="l">
              <a:buNone/>
              <a:defRPr sz="1500" b="1">
                <a:solidFill>
                  <a:srgbClr val="243A50"/>
                </a:solidFill>
                <a:latin typeface="Helvetica Neue"/>
                <a:ea typeface="Helvetica Neue"/>
                <a:cs typeface="Helvetica Neue"/>
              </a:defRPr>
            </a:lvl9pPr>
          </a:lstStyle>
          <a:p xmlns:a="http://schemas.openxmlformats.org/drawingml/2006/main">
            <a:pPr algn="l">
              <a:buNone/>
              <a:defRPr sz="1500" b="1">
                <a:solidFill>
                  <a:srgbClr val="243A50"/>
                </a:solidFill>
                <a:latin typeface="Helvetica Neue"/>
                <a:ea typeface="Helvetica Neue"/>
                <a:cs typeface="Helvetica Neue"/>
              </a:defRPr>
            </a:pPr>
            <a:r>
              <a:rPr sz="1500" b="1">
                <a:solidFill>
                  <a:srgbClr val="243A50"/>
                </a:solidFill>
                <a:latin typeface="Helvetica Neue"/>
                <a:ea typeface="Helvetica Neue"/>
                <a:cs typeface="Helvetica Neue"/>
              </a:rPr>
              <a:t>[2] Dataset paper</a:t>
            </a:r>
          </a:p>
        </p:txBody>
      </p:sp>
      <p:sp>
        <p:nvSpPr>
          <p:cNvPr id="11" name="Rectangle 10">
            <a:extLst xmlns:a="http://schemas.openxmlformats.org/drawingml/2006/main">
              <a:ext uri="{FF2B5EF4-FFF2-40B4-BE49-F238E27FC236}">
                <a16:creationId xmlns:a16="http://schemas.microsoft.com/office/drawing/2014/main" id="{6924C305-33F5-4EFF-B8BB-8A309D3CCE91}"/>
              </a:ext>
            </a:extLst>
          </p:cNvPr>
          <p:cNvSpPr>
            <a:spLocks xmlns:a="http://schemas.openxmlformats.org/drawingml/2006/main" noGrp="1"/>
          </p:cNvSpPr>
          <p:nvPr/>
        </p:nvSpPr>
        <p:spPr>
          <a:xfrm xmlns:a="http://schemas.openxmlformats.org/drawingml/2006/main">
            <a:off x="742950" y="2895600"/>
            <a:ext cx="10477500" cy="4095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a:bodyPr>
          <a:lstStyle xmlns:a="http://schemas.openxmlformats.org/drawingml/2006/main">
            <a:defPPr algn="l">
              <a:defRPr sz="1275" b="0">
                <a:solidFill>
                  <a:srgbClr val="33485D"/>
                </a:solidFill>
                <a:latin typeface="Helvetica Neue"/>
                <a:ea typeface="Helvetica Neue"/>
                <a:cs typeface="Helvetica Neue"/>
              </a:defRPr>
            </a:defPPr>
            <a:lvl1pPr algn="l">
              <a:buNone/>
              <a:defRPr sz="1275" b="0">
                <a:solidFill>
                  <a:srgbClr val="33485D"/>
                </a:solidFill>
                <a:latin typeface="Helvetica Neue"/>
                <a:ea typeface="Helvetica Neue"/>
                <a:cs typeface="Helvetica Neue"/>
              </a:defRPr>
            </a:lvl1pPr>
            <a:lvl2pPr algn="l">
              <a:buNone/>
              <a:defRPr sz="1275" b="0">
                <a:solidFill>
                  <a:srgbClr val="33485D"/>
                </a:solidFill>
                <a:latin typeface="Helvetica Neue"/>
                <a:ea typeface="Helvetica Neue"/>
                <a:cs typeface="Helvetica Neue"/>
              </a:defRPr>
            </a:lvl2pPr>
            <a:lvl3pPr algn="l">
              <a:buNone/>
              <a:defRPr sz="1275" b="0">
                <a:solidFill>
                  <a:srgbClr val="33485D"/>
                </a:solidFill>
                <a:latin typeface="Helvetica Neue"/>
                <a:ea typeface="Helvetica Neue"/>
                <a:cs typeface="Helvetica Neue"/>
              </a:defRPr>
            </a:lvl3pPr>
            <a:lvl4pPr algn="l">
              <a:buNone/>
              <a:defRPr sz="1275" b="0">
                <a:solidFill>
                  <a:srgbClr val="33485D"/>
                </a:solidFill>
                <a:latin typeface="Helvetica Neue"/>
                <a:ea typeface="Helvetica Neue"/>
                <a:cs typeface="Helvetica Neue"/>
              </a:defRPr>
            </a:lvl4pPr>
            <a:lvl5pPr algn="l">
              <a:buNone/>
              <a:defRPr sz="1275" b="0">
                <a:solidFill>
                  <a:srgbClr val="33485D"/>
                </a:solidFill>
                <a:latin typeface="Helvetica Neue"/>
                <a:ea typeface="Helvetica Neue"/>
                <a:cs typeface="Helvetica Neue"/>
              </a:defRPr>
            </a:lvl5pPr>
            <a:lvl6pPr algn="l">
              <a:buNone/>
              <a:defRPr sz="1275" b="0">
                <a:solidFill>
                  <a:srgbClr val="33485D"/>
                </a:solidFill>
                <a:latin typeface="Helvetica Neue"/>
                <a:ea typeface="Helvetica Neue"/>
                <a:cs typeface="Helvetica Neue"/>
              </a:defRPr>
            </a:lvl6pPr>
            <a:lvl7pPr algn="l">
              <a:buNone/>
              <a:defRPr sz="1275" b="0">
                <a:solidFill>
                  <a:srgbClr val="33485D"/>
                </a:solidFill>
                <a:latin typeface="Helvetica Neue"/>
                <a:ea typeface="Helvetica Neue"/>
                <a:cs typeface="Helvetica Neue"/>
              </a:defRPr>
            </a:lvl7pPr>
            <a:lvl8pPr algn="l">
              <a:buNone/>
              <a:defRPr sz="1275" b="0">
                <a:solidFill>
                  <a:srgbClr val="33485D"/>
                </a:solidFill>
                <a:latin typeface="Helvetica Neue"/>
                <a:ea typeface="Helvetica Neue"/>
                <a:cs typeface="Helvetica Neue"/>
              </a:defRPr>
            </a:lvl8pPr>
            <a:lvl9pPr algn="l">
              <a:buNone/>
              <a:defRPr sz="1275" b="0">
                <a:solidFill>
                  <a:srgbClr val="33485D"/>
                </a:solidFill>
                <a:latin typeface="Helvetica Neue"/>
                <a:ea typeface="Helvetica Neue"/>
                <a:cs typeface="Helvetica Neue"/>
              </a:defRPr>
            </a:lvl9pPr>
          </a:lstStyle>
          <a:p xmlns:a="http://schemas.openxmlformats.org/drawingml/2006/main">
            <a:pPr algn="l">
              <a:buNone/>
              <a:defRPr sz="1275" b="0">
                <a:solidFill>
                  <a:srgbClr val="33485D"/>
                </a:solidFill>
                <a:latin typeface="Helvetica Neue"/>
                <a:ea typeface="Helvetica Neue"/>
                <a:cs typeface="Helvetica Neue"/>
              </a:defRPr>
            </a:pPr>
            <a:r>
              <a:rPr sz="1275" b="0">
                <a:solidFill>
                  <a:srgbClr val="33485D"/>
                </a:solidFill>
                <a:latin typeface="Helvetica Neue"/>
                <a:ea typeface="Helvetica Neue"/>
                <a:cs typeface="Helvetica Neue"/>
              </a:rPr>
              <a:t>J. Torres-Sospedra et al., “UJIIndoorLoc: A new multi-building and multi-floor database for WLAN fingerprint-based indoor localization problems,” IPIN 2014, pp. 261–270.</a:t>
            </a:r>
          </a:p>
        </p:txBody>
      </p:sp>
      <p:sp>
        <p:nvSpPr>
          <p:cNvPr id="12" name="Rectangle 11">
            <a:extLst xmlns:a="http://schemas.openxmlformats.org/drawingml/2006/main">
              <a:ext uri="{FF2B5EF4-FFF2-40B4-BE49-F238E27FC236}">
                <a16:creationId xmlns:a16="http://schemas.microsoft.com/office/drawing/2014/main" id="{6F1DE811-5359-43C2-B6EB-056503CE047D}"/>
              </a:ext>
            </a:extLst>
          </p:cNvPr>
          <p:cNvSpPr>
            <a:spLocks xmlns:a="http://schemas.openxmlformats.org/drawingml/2006/main" noGrp="1"/>
          </p:cNvSpPr>
          <p:nvPr/>
        </p:nvSpPr>
        <p:spPr>
          <a:xfrm xmlns:a="http://schemas.openxmlformats.org/drawingml/2006/main">
            <a:off x="742950" y="3324225"/>
            <a:ext cx="1047750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a:bodyPr>
          <a:lstStyle xmlns:a="http://schemas.openxmlformats.org/drawingml/2006/main">
            <a:defPPr algn="l">
              <a:defRPr sz="1125" b="0">
                <a:solidFill>
                  <a:srgbClr val="64877F"/>
                </a:solidFill>
                <a:latin typeface="Helvetica Neue"/>
                <a:ea typeface="Helvetica Neue"/>
                <a:cs typeface="Helvetica Neue"/>
              </a:defRPr>
            </a:defPPr>
            <a:lvl1pPr algn="l">
              <a:buNone/>
              <a:defRPr sz="1125" b="0">
                <a:solidFill>
                  <a:srgbClr val="64877F"/>
                </a:solidFill>
                <a:latin typeface="Helvetica Neue"/>
                <a:ea typeface="Helvetica Neue"/>
                <a:cs typeface="Helvetica Neue"/>
              </a:defRPr>
            </a:lvl1pPr>
            <a:lvl2pPr algn="l">
              <a:buNone/>
              <a:defRPr sz="1125" b="0">
                <a:solidFill>
                  <a:srgbClr val="64877F"/>
                </a:solidFill>
                <a:latin typeface="Helvetica Neue"/>
                <a:ea typeface="Helvetica Neue"/>
                <a:cs typeface="Helvetica Neue"/>
              </a:defRPr>
            </a:lvl2pPr>
            <a:lvl3pPr algn="l">
              <a:buNone/>
              <a:defRPr sz="1125" b="0">
                <a:solidFill>
                  <a:srgbClr val="64877F"/>
                </a:solidFill>
                <a:latin typeface="Helvetica Neue"/>
                <a:ea typeface="Helvetica Neue"/>
                <a:cs typeface="Helvetica Neue"/>
              </a:defRPr>
            </a:lvl3pPr>
            <a:lvl4pPr algn="l">
              <a:buNone/>
              <a:defRPr sz="1125" b="0">
                <a:solidFill>
                  <a:srgbClr val="64877F"/>
                </a:solidFill>
                <a:latin typeface="Helvetica Neue"/>
                <a:ea typeface="Helvetica Neue"/>
                <a:cs typeface="Helvetica Neue"/>
              </a:defRPr>
            </a:lvl4pPr>
            <a:lvl5pPr algn="l">
              <a:buNone/>
              <a:defRPr sz="1125" b="0">
                <a:solidFill>
                  <a:srgbClr val="64877F"/>
                </a:solidFill>
                <a:latin typeface="Helvetica Neue"/>
                <a:ea typeface="Helvetica Neue"/>
                <a:cs typeface="Helvetica Neue"/>
              </a:defRPr>
            </a:lvl5pPr>
            <a:lvl6pPr algn="l">
              <a:buNone/>
              <a:defRPr sz="1125" b="0">
                <a:solidFill>
                  <a:srgbClr val="64877F"/>
                </a:solidFill>
                <a:latin typeface="Helvetica Neue"/>
                <a:ea typeface="Helvetica Neue"/>
                <a:cs typeface="Helvetica Neue"/>
              </a:defRPr>
            </a:lvl6pPr>
            <a:lvl7pPr algn="l">
              <a:buNone/>
              <a:defRPr sz="1125" b="0">
                <a:solidFill>
                  <a:srgbClr val="64877F"/>
                </a:solidFill>
                <a:latin typeface="Helvetica Neue"/>
                <a:ea typeface="Helvetica Neue"/>
                <a:cs typeface="Helvetica Neue"/>
              </a:defRPr>
            </a:lvl7pPr>
            <a:lvl8pPr algn="l">
              <a:buNone/>
              <a:defRPr sz="1125" b="0">
                <a:solidFill>
                  <a:srgbClr val="64877F"/>
                </a:solidFill>
                <a:latin typeface="Helvetica Neue"/>
                <a:ea typeface="Helvetica Neue"/>
                <a:cs typeface="Helvetica Neue"/>
              </a:defRPr>
            </a:lvl8pPr>
            <a:lvl9pPr algn="l">
              <a:buNone/>
              <a:defRPr sz="1125" b="0">
                <a:solidFill>
                  <a:srgbClr val="64877F"/>
                </a:solidFill>
                <a:latin typeface="Helvetica Neue"/>
                <a:ea typeface="Helvetica Neue"/>
                <a:cs typeface="Helvetica Neue"/>
              </a:defRPr>
            </a:lvl9pPr>
          </a:lstStyle>
          <a:p xmlns:a="http://schemas.openxmlformats.org/drawingml/2006/main">
            <a:pPr algn="l">
              <a:buNone/>
              <a:defRPr sz="1125" b="0">
                <a:solidFill>
                  <a:srgbClr val="64877F"/>
                </a:solidFill>
                <a:latin typeface="Helvetica Neue"/>
                <a:ea typeface="Helvetica Neue"/>
                <a:cs typeface="Helvetica Neue"/>
              </a:defRPr>
            </a:pPr>
            <a:r>
              <a:rPr sz="1125" b="0">
                <a:solidFill>
                  <a:srgbClr val="64877F"/>
                </a:solidFill>
                <a:latin typeface="Helvetica Neue"/>
                <a:ea typeface="Helvetica Neue"/>
                <a:cs typeface="Helvetica Neue"/>
              </a:rPr>
              <a:t>DOI: 10.1109/IPIN.2014.7275492</a:t>
            </a:r>
          </a:p>
        </p:txBody>
      </p:sp>
      <p:sp>
        <p:nvSpPr>
          <p:cNvPr id="13" name="Straight Connector 12">
            <a:extLst xmlns:a="http://schemas.openxmlformats.org/drawingml/2006/main">
              <a:ext uri="{FF2B5EF4-FFF2-40B4-BE49-F238E27FC236}">
                <a16:creationId xmlns:a16="http://schemas.microsoft.com/office/drawing/2014/main" id="{165C6778-6B5A-4FB7-B74C-717414592092}"/>
              </a:ext>
            </a:extLst>
          </p:cNvPr>
          <p:cNvSpPr>
            <a:spLocks xmlns:a="http://schemas.openxmlformats.org/drawingml/2006/main" noGrp="1"/>
          </p:cNvSpPr>
          <p:nvPr/>
        </p:nvSpPr>
        <p:spPr>
          <a:xfrm xmlns:a="http://schemas.openxmlformats.org/drawingml/2006/main">
            <a:off x="742950" y="3600450"/>
            <a:ext cx="10639425" cy="0"/>
          </a:xfrm>
          <a:prstGeom xmlns:a="http://schemas.openxmlformats.org/drawingml/2006/main" prst="line">
            <a:avLst/>
          </a:prstGeom>
          <a:noFill xmlns:a="http://schemas.openxmlformats.org/drawingml/2006/main"/>
          <a:ln xmlns:a="http://schemas.openxmlformats.org/drawingml/2006/main" w="9525">
            <a:solidFill>
              <a:srgbClr val="CBD5DA"/>
            </a:solidFill>
            <a:prstDash val="solid"/>
          </a:ln>
        </p:spPr>
      </p:sp>
      <p:sp>
        <p:nvSpPr>
          <p:cNvPr id="14" name="Rectangle 13">
            <a:extLst xmlns:a="http://schemas.openxmlformats.org/drawingml/2006/main">
              <a:ext uri="{FF2B5EF4-FFF2-40B4-BE49-F238E27FC236}">
                <a16:creationId xmlns:a16="http://schemas.microsoft.com/office/drawing/2014/main" id="{9B005FAB-2B54-4D71-B7E6-5FD095AA9586}"/>
              </a:ext>
            </a:extLst>
          </p:cNvPr>
          <p:cNvSpPr>
            <a:spLocks xmlns:a="http://schemas.openxmlformats.org/drawingml/2006/main" noGrp="1"/>
          </p:cNvSpPr>
          <p:nvPr/>
        </p:nvSpPr>
        <p:spPr>
          <a:xfrm xmlns:a="http://schemas.openxmlformats.org/drawingml/2006/main">
            <a:off x="742950" y="3705225"/>
            <a:ext cx="4095750"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a:bodyPr>
          <a:lstStyle xmlns:a="http://schemas.openxmlformats.org/drawingml/2006/main">
            <a:defPPr algn="l">
              <a:defRPr sz="1500" b="1">
                <a:solidFill>
                  <a:srgbClr val="243A50"/>
                </a:solidFill>
                <a:latin typeface="Helvetica Neue"/>
                <a:ea typeface="Helvetica Neue"/>
                <a:cs typeface="Helvetica Neue"/>
              </a:defRPr>
            </a:defPPr>
            <a:lvl1pPr algn="l">
              <a:buNone/>
              <a:defRPr sz="1500" b="1">
                <a:solidFill>
                  <a:srgbClr val="243A50"/>
                </a:solidFill>
                <a:latin typeface="Helvetica Neue"/>
                <a:ea typeface="Helvetica Neue"/>
                <a:cs typeface="Helvetica Neue"/>
              </a:defRPr>
            </a:lvl1pPr>
            <a:lvl2pPr algn="l">
              <a:buNone/>
              <a:defRPr sz="1500" b="1">
                <a:solidFill>
                  <a:srgbClr val="243A50"/>
                </a:solidFill>
                <a:latin typeface="Helvetica Neue"/>
                <a:ea typeface="Helvetica Neue"/>
                <a:cs typeface="Helvetica Neue"/>
              </a:defRPr>
            </a:lvl2pPr>
            <a:lvl3pPr algn="l">
              <a:buNone/>
              <a:defRPr sz="1500" b="1">
                <a:solidFill>
                  <a:srgbClr val="243A50"/>
                </a:solidFill>
                <a:latin typeface="Helvetica Neue"/>
                <a:ea typeface="Helvetica Neue"/>
                <a:cs typeface="Helvetica Neue"/>
              </a:defRPr>
            </a:lvl3pPr>
            <a:lvl4pPr algn="l">
              <a:buNone/>
              <a:defRPr sz="1500" b="1">
                <a:solidFill>
                  <a:srgbClr val="243A50"/>
                </a:solidFill>
                <a:latin typeface="Helvetica Neue"/>
                <a:ea typeface="Helvetica Neue"/>
                <a:cs typeface="Helvetica Neue"/>
              </a:defRPr>
            </a:lvl4pPr>
            <a:lvl5pPr algn="l">
              <a:buNone/>
              <a:defRPr sz="1500" b="1">
                <a:solidFill>
                  <a:srgbClr val="243A50"/>
                </a:solidFill>
                <a:latin typeface="Helvetica Neue"/>
                <a:ea typeface="Helvetica Neue"/>
                <a:cs typeface="Helvetica Neue"/>
              </a:defRPr>
            </a:lvl5pPr>
            <a:lvl6pPr algn="l">
              <a:buNone/>
              <a:defRPr sz="1500" b="1">
                <a:solidFill>
                  <a:srgbClr val="243A50"/>
                </a:solidFill>
                <a:latin typeface="Helvetica Neue"/>
                <a:ea typeface="Helvetica Neue"/>
                <a:cs typeface="Helvetica Neue"/>
              </a:defRPr>
            </a:lvl6pPr>
            <a:lvl7pPr algn="l">
              <a:buNone/>
              <a:defRPr sz="1500" b="1">
                <a:solidFill>
                  <a:srgbClr val="243A50"/>
                </a:solidFill>
                <a:latin typeface="Helvetica Neue"/>
                <a:ea typeface="Helvetica Neue"/>
                <a:cs typeface="Helvetica Neue"/>
              </a:defRPr>
            </a:lvl7pPr>
            <a:lvl8pPr algn="l">
              <a:buNone/>
              <a:defRPr sz="1500" b="1">
                <a:solidFill>
                  <a:srgbClr val="243A50"/>
                </a:solidFill>
                <a:latin typeface="Helvetica Neue"/>
                <a:ea typeface="Helvetica Neue"/>
                <a:cs typeface="Helvetica Neue"/>
              </a:defRPr>
            </a:lvl8pPr>
            <a:lvl9pPr algn="l">
              <a:buNone/>
              <a:defRPr sz="1500" b="1">
                <a:solidFill>
                  <a:srgbClr val="243A50"/>
                </a:solidFill>
                <a:latin typeface="Helvetica Neue"/>
                <a:ea typeface="Helvetica Neue"/>
                <a:cs typeface="Helvetica Neue"/>
              </a:defRPr>
            </a:lvl9pPr>
          </a:lstStyle>
          <a:p xmlns:a="http://schemas.openxmlformats.org/drawingml/2006/main">
            <a:pPr algn="l">
              <a:buNone/>
              <a:defRPr sz="1500" b="1">
                <a:solidFill>
                  <a:srgbClr val="243A50"/>
                </a:solidFill>
                <a:latin typeface="Helvetica Neue"/>
                <a:ea typeface="Helvetica Neue"/>
                <a:cs typeface="Helvetica Neue"/>
              </a:defRPr>
            </a:pPr>
            <a:r>
              <a:rPr sz="1500" b="1">
                <a:solidFill>
                  <a:srgbClr val="243A50"/>
                </a:solidFill>
                <a:latin typeface="Helvetica Neue"/>
                <a:ea typeface="Helvetica Neue"/>
                <a:cs typeface="Helvetica Neue"/>
              </a:rPr>
              <a:t>[3] Random Forest</a:t>
            </a:r>
          </a:p>
        </p:txBody>
      </p:sp>
      <p:sp>
        <p:nvSpPr>
          <p:cNvPr id="15" name="Rectangle 14">
            <a:extLst xmlns:a="http://schemas.openxmlformats.org/drawingml/2006/main">
              <a:ext uri="{FF2B5EF4-FFF2-40B4-BE49-F238E27FC236}">
                <a16:creationId xmlns:a16="http://schemas.microsoft.com/office/drawing/2014/main" id="{DEDFF61F-DD11-4200-89D2-91DF44D57152}"/>
              </a:ext>
            </a:extLst>
          </p:cNvPr>
          <p:cNvSpPr>
            <a:spLocks xmlns:a="http://schemas.openxmlformats.org/drawingml/2006/main" noGrp="1"/>
          </p:cNvSpPr>
          <p:nvPr/>
        </p:nvSpPr>
        <p:spPr>
          <a:xfrm xmlns:a="http://schemas.openxmlformats.org/drawingml/2006/main">
            <a:off x="742950" y="4029075"/>
            <a:ext cx="10477500" cy="4095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a:bodyPr>
          <a:lstStyle xmlns:a="http://schemas.openxmlformats.org/drawingml/2006/main">
            <a:defPPr algn="l">
              <a:defRPr sz="1275" b="0">
                <a:solidFill>
                  <a:srgbClr val="33485D"/>
                </a:solidFill>
                <a:latin typeface="Helvetica Neue"/>
                <a:ea typeface="Helvetica Neue"/>
                <a:cs typeface="Helvetica Neue"/>
              </a:defRPr>
            </a:defPPr>
            <a:lvl1pPr algn="l">
              <a:buNone/>
              <a:defRPr sz="1275" b="0">
                <a:solidFill>
                  <a:srgbClr val="33485D"/>
                </a:solidFill>
                <a:latin typeface="Helvetica Neue"/>
                <a:ea typeface="Helvetica Neue"/>
                <a:cs typeface="Helvetica Neue"/>
              </a:defRPr>
            </a:lvl1pPr>
            <a:lvl2pPr algn="l">
              <a:buNone/>
              <a:defRPr sz="1275" b="0">
                <a:solidFill>
                  <a:srgbClr val="33485D"/>
                </a:solidFill>
                <a:latin typeface="Helvetica Neue"/>
                <a:ea typeface="Helvetica Neue"/>
                <a:cs typeface="Helvetica Neue"/>
              </a:defRPr>
            </a:lvl2pPr>
            <a:lvl3pPr algn="l">
              <a:buNone/>
              <a:defRPr sz="1275" b="0">
                <a:solidFill>
                  <a:srgbClr val="33485D"/>
                </a:solidFill>
                <a:latin typeface="Helvetica Neue"/>
                <a:ea typeface="Helvetica Neue"/>
                <a:cs typeface="Helvetica Neue"/>
              </a:defRPr>
            </a:lvl3pPr>
            <a:lvl4pPr algn="l">
              <a:buNone/>
              <a:defRPr sz="1275" b="0">
                <a:solidFill>
                  <a:srgbClr val="33485D"/>
                </a:solidFill>
                <a:latin typeface="Helvetica Neue"/>
                <a:ea typeface="Helvetica Neue"/>
                <a:cs typeface="Helvetica Neue"/>
              </a:defRPr>
            </a:lvl4pPr>
            <a:lvl5pPr algn="l">
              <a:buNone/>
              <a:defRPr sz="1275" b="0">
                <a:solidFill>
                  <a:srgbClr val="33485D"/>
                </a:solidFill>
                <a:latin typeface="Helvetica Neue"/>
                <a:ea typeface="Helvetica Neue"/>
                <a:cs typeface="Helvetica Neue"/>
              </a:defRPr>
            </a:lvl5pPr>
            <a:lvl6pPr algn="l">
              <a:buNone/>
              <a:defRPr sz="1275" b="0">
                <a:solidFill>
                  <a:srgbClr val="33485D"/>
                </a:solidFill>
                <a:latin typeface="Helvetica Neue"/>
                <a:ea typeface="Helvetica Neue"/>
                <a:cs typeface="Helvetica Neue"/>
              </a:defRPr>
            </a:lvl6pPr>
            <a:lvl7pPr algn="l">
              <a:buNone/>
              <a:defRPr sz="1275" b="0">
                <a:solidFill>
                  <a:srgbClr val="33485D"/>
                </a:solidFill>
                <a:latin typeface="Helvetica Neue"/>
                <a:ea typeface="Helvetica Neue"/>
                <a:cs typeface="Helvetica Neue"/>
              </a:defRPr>
            </a:lvl7pPr>
            <a:lvl8pPr algn="l">
              <a:buNone/>
              <a:defRPr sz="1275" b="0">
                <a:solidFill>
                  <a:srgbClr val="33485D"/>
                </a:solidFill>
                <a:latin typeface="Helvetica Neue"/>
                <a:ea typeface="Helvetica Neue"/>
                <a:cs typeface="Helvetica Neue"/>
              </a:defRPr>
            </a:lvl8pPr>
            <a:lvl9pPr algn="l">
              <a:buNone/>
              <a:defRPr sz="1275" b="0">
                <a:solidFill>
                  <a:srgbClr val="33485D"/>
                </a:solidFill>
                <a:latin typeface="Helvetica Neue"/>
                <a:ea typeface="Helvetica Neue"/>
                <a:cs typeface="Helvetica Neue"/>
              </a:defRPr>
            </a:lvl9pPr>
          </a:lstStyle>
          <a:p xmlns:a="http://schemas.openxmlformats.org/drawingml/2006/main">
            <a:pPr algn="l">
              <a:buNone/>
              <a:defRPr sz="1275" b="0">
                <a:solidFill>
                  <a:srgbClr val="33485D"/>
                </a:solidFill>
                <a:latin typeface="Helvetica Neue"/>
                <a:ea typeface="Helvetica Neue"/>
                <a:cs typeface="Helvetica Neue"/>
              </a:defRPr>
            </a:pPr>
            <a:r>
              <a:rPr sz="1275" b="0">
                <a:solidFill>
                  <a:srgbClr val="33485D"/>
                </a:solidFill>
                <a:latin typeface="Helvetica Neue"/>
                <a:ea typeface="Helvetica Neue"/>
                <a:cs typeface="Helvetica Neue"/>
              </a:rPr>
              <a:t>L. Breiman, “Random Forests,” Machine Learning, vol. 45, pp. 5–32, 2001.</a:t>
            </a:r>
          </a:p>
        </p:txBody>
      </p:sp>
      <p:sp>
        <p:nvSpPr>
          <p:cNvPr id="16" name="Rectangle 15">
            <a:extLst xmlns:a="http://schemas.openxmlformats.org/drawingml/2006/main">
              <a:ext uri="{FF2B5EF4-FFF2-40B4-BE49-F238E27FC236}">
                <a16:creationId xmlns:a16="http://schemas.microsoft.com/office/drawing/2014/main" id="{A9D84032-3D9B-4B90-96E9-CFBF54D765ED}"/>
              </a:ext>
            </a:extLst>
          </p:cNvPr>
          <p:cNvSpPr>
            <a:spLocks xmlns:a="http://schemas.openxmlformats.org/drawingml/2006/main" noGrp="1"/>
          </p:cNvSpPr>
          <p:nvPr/>
        </p:nvSpPr>
        <p:spPr>
          <a:xfrm xmlns:a="http://schemas.openxmlformats.org/drawingml/2006/main">
            <a:off x="742950" y="4457700"/>
            <a:ext cx="1047750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a:bodyPr>
          <a:lstStyle xmlns:a="http://schemas.openxmlformats.org/drawingml/2006/main">
            <a:defPPr algn="l">
              <a:defRPr sz="1125" b="0">
                <a:solidFill>
                  <a:srgbClr val="64877F"/>
                </a:solidFill>
                <a:latin typeface="Helvetica Neue"/>
                <a:ea typeface="Helvetica Neue"/>
                <a:cs typeface="Helvetica Neue"/>
              </a:defRPr>
            </a:defPPr>
            <a:lvl1pPr algn="l">
              <a:buNone/>
              <a:defRPr sz="1125" b="0">
                <a:solidFill>
                  <a:srgbClr val="64877F"/>
                </a:solidFill>
                <a:latin typeface="Helvetica Neue"/>
                <a:ea typeface="Helvetica Neue"/>
                <a:cs typeface="Helvetica Neue"/>
              </a:defRPr>
            </a:lvl1pPr>
            <a:lvl2pPr algn="l">
              <a:buNone/>
              <a:defRPr sz="1125" b="0">
                <a:solidFill>
                  <a:srgbClr val="64877F"/>
                </a:solidFill>
                <a:latin typeface="Helvetica Neue"/>
                <a:ea typeface="Helvetica Neue"/>
                <a:cs typeface="Helvetica Neue"/>
              </a:defRPr>
            </a:lvl2pPr>
            <a:lvl3pPr algn="l">
              <a:buNone/>
              <a:defRPr sz="1125" b="0">
                <a:solidFill>
                  <a:srgbClr val="64877F"/>
                </a:solidFill>
                <a:latin typeface="Helvetica Neue"/>
                <a:ea typeface="Helvetica Neue"/>
                <a:cs typeface="Helvetica Neue"/>
              </a:defRPr>
            </a:lvl3pPr>
            <a:lvl4pPr algn="l">
              <a:buNone/>
              <a:defRPr sz="1125" b="0">
                <a:solidFill>
                  <a:srgbClr val="64877F"/>
                </a:solidFill>
                <a:latin typeface="Helvetica Neue"/>
                <a:ea typeface="Helvetica Neue"/>
                <a:cs typeface="Helvetica Neue"/>
              </a:defRPr>
            </a:lvl4pPr>
            <a:lvl5pPr algn="l">
              <a:buNone/>
              <a:defRPr sz="1125" b="0">
                <a:solidFill>
                  <a:srgbClr val="64877F"/>
                </a:solidFill>
                <a:latin typeface="Helvetica Neue"/>
                <a:ea typeface="Helvetica Neue"/>
                <a:cs typeface="Helvetica Neue"/>
              </a:defRPr>
            </a:lvl5pPr>
            <a:lvl6pPr algn="l">
              <a:buNone/>
              <a:defRPr sz="1125" b="0">
                <a:solidFill>
                  <a:srgbClr val="64877F"/>
                </a:solidFill>
                <a:latin typeface="Helvetica Neue"/>
                <a:ea typeface="Helvetica Neue"/>
                <a:cs typeface="Helvetica Neue"/>
              </a:defRPr>
            </a:lvl6pPr>
            <a:lvl7pPr algn="l">
              <a:buNone/>
              <a:defRPr sz="1125" b="0">
                <a:solidFill>
                  <a:srgbClr val="64877F"/>
                </a:solidFill>
                <a:latin typeface="Helvetica Neue"/>
                <a:ea typeface="Helvetica Neue"/>
                <a:cs typeface="Helvetica Neue"/>
              </a:defRPr>
            </a:lvl7pPr>
            <a:lvl8pPr algn="l">
              <a:buNone/>
              <a:defRPr sz="1125" b="0">
                <a:solidFill>
                  <a:srgbClr val="64877F"/>
                </a:solidFill>
                <a:latin typeface="Helvetica Neue"/>
                <a:ea typeface="Helvetica Neue"/>
                <a:cs typeface="Helvetica Neue"/>
              </a:defRPr>
            </a:lvl8pPr>
            <a:lvl9pPr algn="l">
              <a:buNone/>
              <a:defRPr sz="1125" b="0">
                <a:solidFill>
                  <a:srgbClr val="64877F"/>
                </a:solidFill>
                <a:latin typeface="Helvetica Neue"/>
                <a:ea typeface="Helvetica Neue"/>
                <a:cs typeface="Helvetica Neue"/>
              </a:defRPr>
            </a:lvl9pPr>
          </a:lstStyle>
          <a:p xmlns:a="http://schemas.openxmlformats.org/drawingml/2006/main">
            <a:pPr algn="l">
              <a:buNone/>
              <a:defRPr sz="1125" b="0">
                <a:solidFill>
                  <a:srgbClr val="64877F"/>
                </a:solidFill>
                <a:latin typeface="Helvetica Neue"/>
                <a:ea typeface="Helvetica Neue"/>
                <a:cs typeface="Helvetica Neue"/>
              </a:defRPr>
            </a:pPr>
            <a:r>
              <a:rPr sz="1125" b="0">
                <a:solidFill>
                  <a:srgbClr val="64877F"/>
                </a:solidFill>
                <a:latin typeface="Helvetica Neue"/>
                <a:ea typeface="Helvetica Neue"/>
                <a:cs typeface="Helvetica Neue"/>
              </a:rPr>
              <a:t>DOI: 10.1023/A:1010933404324</a:t>
            </a:r>
          </a:p>
        </p:txBody>
      </p:sp>
      <p:sp>
        <p:nvSpPr>
          <p:cNvPr id="17" name="Straight Connector 16">
            <a:extLst xmlns:a="http://schemas.openxmlformats.org/drawingml/2006/main">
              <a:ext uri="{FF2B5EF4-FFF2-40B4-BE49-F238E27FC236}">
                <a16:creationId xmlns:a16="http://schemas.microsoft.com/office/drawing/2014/main" id="{08B12293-34EA-4B2D-B7B8-197D95D4F8EA}"/>
              </a:ext>
            </a:extLst>
          </p:cNvPr>
          <p:cNvSpPr>
            <a:spLocks xmlns:a="http://schemas.openxmlformats.org/drawingml/2006/main" noGrp="1"/>
          </p:cNvSpPr>
          <p:nvPr/>
        </p:nvSpPr>
        <p:spPr>
          <a:xfrm xmlns:a="http://schemas.openxmlformats.org/drawingml/2006/main">
            <a:off x="742950" y="4733925"/>
            <a:ext cx="10639425" cy="0"/>
          </a:xfrm>
          <a:prstGeom xmlns:a="http://schemas.openxmlformats.org/drawingml/2006/main" prst="line">
            <a:avLst/>
          </a:prstGeom>
          <a:noFill xmlns:a="http://schemas.openxmlformats.org/drawingml/2006/main"/>
          <a:ln xmlns:a="http://schemas.openxmlformats.org/drawingml/2006/main" w="9525">
            <a:solidFill>
              <a:srgbClr val="CBD5DA"/>
            </a:solidFill>
            <a:prstDash val="solid"/>
          </a:ln>
        </p:spPr>
      </p:sp>
      <p:sp>
        <p:nvSpPr>
          <p:cNvPr id="18" name="Rectangle 17">
            <a:extLst xmlns:a="http://schemas.openxmlformats.org/drawingml/2006/main">
              <a:ext uri="{FF2B5EF4-FFF2-40B4-BE49-F238E27FC236}">
                <a16:creationId xmlns:a16="http://schemas.microsoft.com/office/drawing/2014/main" id="{46C2FB26-0520-406C-949A-1E67DDDC7BBF}"/>
              </a:ext>
            </a:extLst>
          </p:cNvPr>
          <p:cNvSpPr>
            <a:spLocks xmlns:a="http://schemas.openxmlformats.org/drawingml/2006/main" noGrp="1"/>
          </p:cNvSpPr>
          <p:nvPr/>
        </p:nvSpPr>
        <p:spPr>
          <a:xfrm xmlns:a="http://schemas.openxmlformats.org/drawingml/2006/main">
            <a:off x="742950" y="4838700"/>
            <a:ext cx="4095750"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a:bodyPr>
          <a:lstStyle xmlns:a="http://schemas.openxmlformats.org/drawingml/2006/main">
            <a:defPPr algn="l">
              <a:defRPr sz="1500" b="1">
                <a:solidFill>
                  <a:srgbClr val="243A50"/>
                </a:solidFill>
                <a:latin typeface="Helvetica Neue"/>
                <a:ea typeface="Helvetica Neue"/>
                <a:cs typeface="Helvetica Neue"/>
              </a:defRPr>
            </a:defPPr>
            <a:lvl1pPr algn="l">
              <a:buNone/>
              <a:defRPr sz="1500" b="1">
                <a:solidFill>
                  <a:srgbClr val="243A50"/>
                </a:solidFill>
                <a:latin typeface="Helvetica Neue"/>
                <a:ea typeface="Helvetica Neue"/>
                <a:cs typeface="Helvetica Neue"/>
              </a:defRPr>
            </a:lvl1pPr>
            <a:lvl2pPr algn="l">
              <a:buNone/>
              <a:defRPr sz="1500" b="1">
                <a:solidFill>
                  <a:srgbClr val="243A50"/>
                </a:solidFill>
                <a:latin typeface="Helvetica Neue"/>
                <a:ea typeface="Helvetica Neue"/>
                <a:cs typeface="Helvetica Neue"/>
              </a:defRPr>
            </a:lvl2pPr>
            <a:lvl3pPr algn="l">
              <a:buNone/>
              <a:defRPr sz="1500" b="1">
                <a:solidFill>
                  <a:srgbClr val="243A50"/>
                </a:solidFill>
                <a:latin typeface="Helvetica Neue"/>
                <a:ea typeface="Helvetica Neue"/>
                <a:cs typeface="Helvetica Neue"/>
              </a:defRPr>
            </a:lvl3pPr>
            <a:lvl4pPr algn="l">
              <a:buNone/>
              <a:defRPr sz="1500" b="1">
                <a:solidFill>
                  <a:srgbClr val="243A50"/>
                </a:solidFill>
                <a:latin typeface="Helvetica Neue"/>
                <a:ea typeface="Helvetica Neue"/>
                <a:cs typeface="Helvetica Neue"/>
              </a:defRPr>
            </a:lvl4pPr>
            <a:lvl5pPr algn="l">
              <a:buNone/>
              <a:defRPr sz="1500" b="1">
                <a:solidFill>
                  <a:srgbClr val="243A50"/>
                </a:solidFill>
                <a:latin typeface="Helvetica Neue"/>
                <a:ea typeface="Helvetica Neue"/>
                <a:cs typeface="Helvetica Neue"/>
              </a:defRPr>
            </a:lvl5pPr>
            <a:lvl6pPr algn="l">
              <a:buNone/>
              <a:defRPr sz="1500" b="1">
                <a:solidFill>
                  <a:srgbClr val="243A50"/>
                </a:solidFill>
                <a:latin typeface="Helvetica Neue"/>
                <a:ea typeface="Helvetica Neue"/>
                <a:cs typeface="Helvetica Neue"/>
              </a:defRPr>
            </a:lvl6pPr>
            <a:lvl7pPr algn="l">
              <a:buNone/>
              <a:defRPr sz="1500" b="1">
                <a:solidFill>
                  <a:srgbClr val="243A50"/>
                </a:solidFill>
                <a:latin typeface="Helvetica Neue"/>
                <a:ea typeface="Helvetica Neue"/>
                <a:cs typeface="Helvetica Neue"/>
              </a:defRPr>
            </a:lvl7pPr>
            <a:lvl8pPr algn="l">
              <a:buNone/>
              <a:defRPr sz="1500" b="1">
                <a:solidFill>
                  <a:srgbClr val="243A50"/>
                </a:solidFill>
                <a:latin typeface="Helvetica Neue"/>
                <a:ea typeface="Helvetica Neue"/>
                <a:cs typeface="Helvetica Neue"/>
              </a:defRPr>
            </a:lvl8pPr>
            <a:lvl9pPr algn="l">
              <a:buNone/>
              <a:defRPr sz="1500" b="1">
                <a:solidFill>
                  <a:srgbClr val="243A50"/>
                </a:solidFill>
                <a:latin typeface="Helvetica Neue"/>
                <a:ea typeface="Helvetica Neue"/>
                <a:cs typeface="Helvetica Neue"/>
              </a:defRPr>
            </a:lvl9pPr>
          </a:lstStyle>
          <a:p xmlns:a="http://schemas.openxmlformats.org/drawingml/2006/main">
            <a:pPr algn="l">
              <a:buNone/>
              <a:defRPr sz="1500" b="1">
                <a:solidFill>
                  <a:srgbClr val="243A50"/>
                </a:solidFill>
                <a:latin typeface="Helvetica Neue"/>
                <a:ea typeface="Helvetica Neue"/>
                <a:cs typeface="Helvetica Neue"/>
              </a:defRPr>
            </a:pPr>
            <a:r>
              <a:rPr sz="1500" b="1">
                <a:solidFill>
                  <a:srgbClr val="243A50"/>
                </a:solidFill>
                <a:latin typeface="Helvetica Neue"/>
                <a:ea typeface="Helvetica Neue"/>
                <a:cs typeface="Helvetica Neue"/>
              </a:rPr>
              <a:t>[4] Project implementation</a:t>
            </a:r>
          </a:p>
        </p:txBody>
      </p:sp>
      <p:sp>
        <p:nvSpPr>
          <p:cNvPr id="19" name="Rectangle 18">
            <a:extLst xmlns:a="http://schemas.openxmlformats.org/drawingml/2006/main">
              <a:ext uri="{FF2B5EF4-FFF2-40B4-BE49-F238E27FC236}">
                <a16:creationId xmlns:a16="http://schemas.microsoft.com/office/drawing/2014/main" id="{4B529163-E593-4CDC-864F-A535DDA23561}"/>
              </a:ext>
            </a:extLst>
          </p:cNvPr>
          <p:cNvSpPr>
            <a:spLocks xmlns:a="http://schemas.openxmlformats.org/drawingml/2006/main" noGrp="1"/>
          </p:cNvSpPr>
          <p:nvPr/>
        </p:nvSpPr>
        <p:spPr>
          <a:xfrm xmlns:a="http://schemas.openxmlformats.org/drawingml/2006/main">
            <a:off x="742950" y="5162550"/>
            <a:ext cx="10477500" cy="4095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a:bodyPr>
          <a:lstStyle xmlns:a="http://schemas.openxmlformats.org/drawingml/2006/main">
            <a:defPPr algn="l">
              <a:defRPr sz="1275" b="0">
                <a:solidFill>
                  <a:srgbClr val="33485D"/>
                </a:solidFill>
                <a:latin typeface="Helvetica Neue"/>
                <a:ea typeface="Helvetica Neue"/>
                <a:cs typeface="Helvetica Neue"/>
              </a:defRPr>
            </a:defPPr>
            <a:lvl1pPr algn="l">
              <a:buNone/>
              <a:defRPr sz="1275" b="0">
                <a:solidFill>
                  <a:srgbClr val="33485D"/>
                </a:solidFill>
                <a:latin typeface="Helvetica Neue"/>
                <a:ea typeface="Helvetica Neue"/>
                <a:cs typeface="Helvetica Neue"/>
              </a:defRPr>
            </a:lvl1pPr>
            <a:lvl2pPr algn="l">
              <a:buNone/>
              <a:defRPr sz="1275" b="0">
                <a:solidFill>
                  <a:srgbClr val="33485D"/>
                </a:solidFill>
                <a:latin typeface="Helvetica Neue"/>
                <a:ea typeface="Helvetica Neue"/>
                <a:cs typeface="Helvetica Neue"/>
              </a:defRPr>
            </a:lvl2pPr>
            <a:lvl3pPr algn="l">
              <a:buNone/>
              <a:defRPr sz="1275" b="0">
                <a:solidFill>
                  <a:srgbClr val="33485D"/>
                </a:solidFill>
                <a:latin typeface="Helvetica Neue"/>
                <a:ea typeface="Helvetica Neue"/>
                <a:cs typeface="Helvetica Neue"/>
              </a:defRPr>
            </a:lvl3pPr>
            <a:lvl4pPr algn="l">
              <a:buNone/>
              <a:defRPr sz="1275" b="0">
                <a:solidFill>
                  <a:srgbClr val="33485D"/>
                </a:solidFill>
                <a:latin typeface="Helvetica Neue"/>
                <a:ea typeface="Helvetica Neue"/>
                <a:cs typeface="Helvetica Neue"/>
              </a:defRPr>
            </a:lvl4pPr>
            <a:lvl5pPr algn="l">
              <a:buNone/>
              <a:defRPr sz="1275" b="0">
                <a:solidFill>
                  <a:srgbClr val="33485D"/>
                </a:solidFill>
                <a:latin typeface="Helvetica Neue"/>
                <a:ea typeface="Helvetica Neue"/>
                <a:cs typeface="Helvetica Neue"/>
              </a:defRPr>
            </a:lvl5pPr>
            <a:lvl6pPr algn="l">
              <a:buNone/>
              <a:defRPr sz="1275" b="0">
                <a:solidFill>
                  <a:srgbClr val="33485D"/>
                </a:solidFill>
                <a:latin typeface="Helvetica Neue"/>
                <a:ea typeface="Helvetica Neue"/>
                <a:cs typeface="Helvetica Neue"/>
              </a:defRPr>
            </a:lvl6pPr>
            <a:lvl7pPr algn="l">
              <a:buNone/>
              <a:defRPr sz="1275" b="0">
                <a:solidFill>
                  <a:srgbClr val="33485D"/>
                </a:solidFill>
                <a:latin typeface="Helvetica Neue"/>
                <a:ea typeface="Helvetica Neue"/>
                <a:cs typeface="Helvetica Neue"/>
              </a:defRPr>
            </a:lvl7pPr>
            <a:lvl8pPr algn="l">
              <a:buNone/>
              <a:defRPr sz="1275" b="0">
                <a:solidFill>
                  <a:srgbClr val="33485D"/>
                </a:solidFill>
                <a:latin typeface="Helvetica Neue"/>
                <a:ea typeface="Helvetica Neue"/>
                <a:cs typeface="Helvetica Neue"/>
              </a:defRPr>
            </a:lvl8pPr>
            <a:lvl9pPr algn="l">
              <a:buNone/>
              <a:defRPr sz="1275" b="0">
                <a:solidFill>
                  <a:srgbClr val="33485D"/>
                </a:solidFill>
                <a:latin typeface="Helvetica Neue"/>
                <a:ea typeface="Helvetica Neue"/>
                <a:cs typeface="Helvetica Neue"/>
              </a:defRPr>
            </a:lvl9pPr>
          </a:lstStyle>
          <a:p xmlns:a="http://schemas.openxmlformats.org/drawingml/2006/main">
            <a:pPr algn="l">
              <a:buNone/>
              <a:defRPr sz="1275" b="0">
                <a:solidFill>
                  <a:srgbClr val="33485D"/>
                </a:solidFill>
                <a:latin typeface="Helvetica Neue"/>
                <a:ea typeface="Helvetica Neue"/>
                <a:cs typeface="Helvetica Neue"/>
              </a:defRPr>
            </a:pPr>
            <a:r>
              <a:rPr sz="1275" b="0">
                <a:solidFill>
                  <a:srgbClr val="33485D"/>
                </a:solidFill>
                <a:latin typeface="Helvetica Neue"/>
                <a:ea typeface="Helvetica Neue"/>
                <a:cs typeface="Helvetica Neue"/>
              </a:rPr>
              <a:t>Signal2Space repository: AML notebooks 01–05, processed data tables, saved figures, and AML report.</a:t>
            </a:r>
          </a:p>
        </p:txBody>
      </p:sp>
      <p:sp>
        <p:nvSpPr>
          <p:cNvPr id="20" name="Rectangle 19">
            <a:extLst xmlns:a="http://schemas.openxmlformats.org/drawingml/2006/main">
              <a:ext uri="{FF2B5EF4-FFF2-40B4-BE49-F238E27FC236}">
                <a16:creationId xmlns:a16="http://schemas.microsoft.com/office/drawing/2014/main" id="{F6CD85E7-9F39-483A-A9FE-E046E1B0357E}"/>
              </a:ext>
            </a:extLst>
          </p:cNvPr>
          <p:cNvSpPr>
            <a:spLocks xmlns:a="http://schemas.openxmlformats.org/drawingml/2006/main" noGrp="1"/>
          </p:cNvSpPr>
          <p:nvPr/>
        </p:nvSpPr>
        <p:spPr>
          <a:xfrm xmlns:a="http://schemas.openxmlformats.org/drawingml/2006/main">
            <a:off x="742950" y="5591175"/>
            <a:ext cx="1047750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a:bodyPr>
          <a:lstStyle xmlns:a="http://schemas.openxmlformats.org/drawingml/2006/main">
            <a:defPPr algn="l">
              <a:defRPr sz="1125" b="0">
                <a:solidFill>
                  <a:srgbClr val="64877F"/>
                </a:solidFill>
                <a:latin typeface="Helvetica Neue"/>
                <a:ea typeface="Helvetica Neue"/>
                <a:cs typeface="Helvetica Neue"/>
              </a:defRPr>
            </a:defPPr>
            <a:lvl1pPr algn="l">
              <a:buNone/>
              <a:defRPr sz="1125" b="0">
                <a:solidFill>
                  <a:srgbClr val="64877F"/>
                </a:solidFill>
                <a:latin typeface="Helvetica Neue"/>
                <a:ea typeface="Helvetica Neue"/>
                <a:cs typeface="Helvetica Neue"/>
              </a:defRPr>
            </a:lvl1pPr>
            <a:lvl2pPr algn="l">
              <a:buNone/>
              <a:defRPr sz="1125" b="0">
                <a:solidFill>
                  <a:srgbClr val="64877F"/>
                </a:solidFill>
                <a:latin typeface="Helvetica Neue"/>
                <a:ea typeface="Helvetica Neue"/>
                <a:cs typeface="Helvetica Neue"/>
              </a:defRPr>
            </a:lvl2pPr>
            <a:lvl3pPr algn="l">
              <a:buNone/>
              <a:defRPr sz="1125" b="0">
                <a:solidFill>
                  <a:srgbClr val="64877F"/>
                </a:solidFill>
                <a:latin typeface="Helvetica Neue"/>
                <a:ea typeface="Helvetica Neue"/>
                <a:cs typeface="Helvetica Neue"/>
              </a:defRPr>
            </a:lvl3pPr>
            <a:lvl4pPr algn="l">
              <a:buNone/>
              <a:defRPr sz="1125" b="0">
                <a:solidFill>
                  <a:srgbClr val="64877F"/>
                </a:solidFill>
                <a:latin typeface="Helvetica Neue"/>
                <a:ea typeface="Helvetica Neue"/>
                <a:cs typeface="Helvetica Neue"/>
              </a:defRPr>
            </a:lvl4pPr>
            <a:lvl5pPr algn="l">
              <a:buNone/>
              <a:defRPr sz="1125" b="0">
                <a:solidFill>
                  <a:srgbClr val="64877F"/>
                </a:solidFill>
                <a:latin typeface="Helvetica Neue"/>
                <a:ea typeface="Helvetica Neue"/>
                <a:cs typeface="Helvetica Neue"/>
              </a:defRPr>
            </a:lvl5pPr>
            <a:lvl6pPr algn="l">
              <a:buNone/>
              <a:defRPr sz="1125" b="0">
                <a:solidFill>
                  <a:srgbClr val="64877F"/>
                </a:solidFill>
                <a:latin typeface="Helvetica Neue"/>
                <a:ea typeface="Helvetica Neue"/>
                <a:cs typeface="Helvetica Neue"/>
              </a:defRPr>
            </a:lvl6pPr>
            <a:lvl7pPr algn="l">
              <a:buNone/>
              <a:defRPr sz="1125" b="0">
                <a:solidFill>
                  <a:srgbClr val="64877F"/>
                </a:solidFill>
                <a:latin typeface="Helvetica Neue"/>
                <a:ea typeface="Helvetica Neue"/>
                <a:cs typeface="Helvetica Neue"/>
              </a:defRPr>
            </a:lvl7pPr>
            <a:lvl8pPr algn="l">
              <a:buNone/>
              <a:defRPr sz="1125" b="0">
                <a:solidFill>
                  <a:srgbClr val="64877F"/>
                </a:solidFill>
                <a:latin typeface="Helvetica Neue"/>
                <a:ea typeface="Helvetica Neue"/>
                <a:cs typeface="Helvetica Neue"/>
              </a:defRPr>
            </a:lvl8pPr>
            <a:lvl9pPr algn="l">
              <a:buNone/>
              <a:defRPr sz="1125" b="0">
                <a:solidFill>
                  <a:srgbClr val="64877F"/>
                </a:solidFill>
                <a:latin typeface="Helvetica Neue"/>
                <a:ea typeface="Helvetica Neue"/>
                <a:cs typeface="Helvetica Neue"/>
              </a:defRPr>
            </a:lvl9pPr>
          </a:lstStyle>
          <a:p xmlns:a="http://schemas.openxmlformats.org/drawingml/2006/main">
            <a:pPr algn="l">
              <a:buNone/>
              <a:defRPr sz="1125" b="0">
                <a:solidFill>
                  <a:srgbClr val="64877F"/>
                </a:solidFill>
                <a:latin typeface="Helvetica Neue"/>
                <a:ea typeface="Helvetica Neue"/>
                <a:cs typeface="Helvetica Neue"/>
              </a:defRPr>
            </a:pPr>
            <a:r>
              <a:rPr sz="1125" b="0">
                <a:solidFill>
                  <a:srgbClr val="64877F"/>
                </a:solidFill>
                <a:latin typeface="Helvetica Neue"/>
                <a:ea typeface="Helvetica Neue"/>
                <a:cs typeface="Helvetica Neue"/>
              </a:rPr>
              <a:t>Repository artifacts cited in slide speaker notes.</a:t>
            </a:r>
          </a:p>
        </p:txBody>
      </p:sp>
    </p:spTree>
    <p:extLst>
      <p:ext uri="{BB962C8B-B14F-4D97-AF65-F5344CB8AC3E}">
        <p14:creationId xmlns:p14="http://schemas.microsoft.com/office/powerpoint/2010/main" val="701295511"/>
      </p:ext>
    </p:extLst>
  </p:cSld>
</p:sld>
</file>

<file path=ppt/slides/slide22.xml><?xml version="1.0" encoding="utf-8"?>
<p:sld xmlns:p="http://schemas.openxmlformats.org/presentationml/2006/main">
  <p:cSld>
    <p:bg>
      <p:bgPr>
        <a:solidFill xmlns:a="http://schemas.openxmlformats.org/drawingml/2006/main">
          <a:srgbClr val="243A50"/>
        </a:solidFill>
      </p:bgPr>
    </p:bg>
    <p:spTree>
      <p:nvGrpSpPr>
        <p:cNvPr id="1" name=""/>
        <p:cNvGrpSpPr/>
        <p:nvPr/>
      </p:nvGrpSpPr>
      <p:grpSpPr>
        <a:xfrm xmlns:a="http://schemas.openxmlformats.org/drawingml/2006/main"/>
      </p:grpSpPr>
      <p:sp>
        <p:nvSpPr>
          <p:cNvPr id="5" name="Rectangle 4">
            <a:extLst xmlns:a="http://schemas.openxmlformats.org/drawingml/2006/main">
              <a:ext uri="{FF2B5EF4-FFF2-40B4-BE49-F238E27FC236}">
                <a16:creationId xmlns:a16="http://schemas.microsoft.com/office/drawing/2014/main" id="{2C8D3487-61BE-4402-BF99-8BC7002CC4BB}"/>
              </a:ext>
            </a:extLst>
          </p:cNvPr>
          <p:cNvSpPr>
            <a:spLocks xmlns:a="http://schemas.openxmlformats.org/drawingml/2006/main" noGrp="1"/>
          </p:cNvSpPr>
          <p:nvPr/>
        </p:nvSpPr>
        <p:spPr>
          <a:xfrm xmlns:a="http://schemas.openxmlformats.org/drawingml/2006/main">
            <a:off x="0" y="0"/>
            <a:ext cx="171450" cy="6858000"/>
          </a:xfrm>
          <a:prstGeom xmlns:a="http://schemas.openxmlformats.org/drawingml/2006/main" prst="rect">
            <a:avLst/>
          </a:prstGeom>
          <a:solidFill xmlns:a="http://schemas.openxmlformats.org/drawingml/2006/main">
            <a:srgbClr val="C7DBD1"/>
          </a:solidFill>
          <a:ln xmlns:a="http://schemas.openxmlformats.org/drawingml/2006/main" w="0">
            <a:noFill/>
            <a:prstDash val="solid"/>
          </a:ln>
        </p:spPr>
      </p:sp>
      <p:sp>
        <p:nvSpPr>
          <p:cNvPr id="2" name="Rectangle 1">
            <a:extLst xmlns:a="http://schemas.openxmlformats.org/drawingml/2006/main">
              <a:ext uri="{FF2B5EF4-FFF2-40B4-BE49-F238E27FC236}">
                <a16:creationId xmlns:a16="http://schemas.microsoft.com/office/drawing/2014/main" id="{E42DA7CB-F65B-4961-BA9E-11EE36E5FAA8}"/>
              </a:ext>
            </a:extLst>
          </p:cNvPr>
          <p:cNvSpPr>
            <a:spLocks xmlns:a="http://schemas.openxmlformats.org/drawingml/2006/main" noGrp="1"/>
          </p:cNvSpPr>
          <p:nvPr/>
        </p:nvSpPr>
        <p:spPr>
          <a:xfrm xmlns:a="http://schemas.openxmlformats.org/drawingml/2006/main">
            <a:off x="781050" y="2095500"/>
            <a:ext cx="6667500"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a:bodyPr>
          <a:lstStyle xmlns:a="http://schemas.openxmlformats.org/drawingml/2006/main">
            <a:defPPr algn="l">
              <a:defRPr sz="4500" b="1">
                <a:solidFill>
                  <a:srgbClr val="FFFFFF"/>
                </a:solidFill>
                <a:latin typeface="Helvetica Neue"/>
                <a:ea typeface="Helvetica Neue"/>
                <a:cs typeface="Helvetica Neue"/>
              </a:defRPr>
            </a:defPPr>
            <a:lvl1pPr algn="l">
              <a:buNone/>
              <a:defRPr sz="4500" b="1">
                <a:solidFill>
                  <a:srgbClr val="FFFFFF"/>
                </a:solidFill>
                <a:latin typeface="Helvetica Neue"/>
                <a:ea typeface="Helvetica Neue"/>
                <a:cs typeface="Helvetica Neue"/>
              </a:defRPr>
            </a:lvl1pPr>
            <a:lvl2pPr algn="l">
              <a:buNone/>
              <a:defRPr sz="4500" b="1">
                <a:solidFill>
                  <a:srgbClr val="FFFFFF"/>
                </a:solidFill>
                <a:latin typeface="Helvetica Neue"/>
                <a:ea typeface="Helvetica Neue"/>
                <a:cs typeface="Helvetica Neue"/>
              </a:defRPr>
            </a:lvl2pPr>
            <a:lvl3pPr algn="l">
              <a:buNone/>
              <a:defRPr sz="4500" b="1">
                <a:solidFill>
                  <a:srgbClr val="FFFFFF"/>
                </a:solidFill>
                <a:latin typeface="Helvetica Neue"/>
                <a:ea typeface="Helvetica Neue"/>
                <a:cs typeface="Helvetica Neue"/>
              </a:defRPr>
            </a:lvl3pPr>
            <a:lvl4pPr algn="l">
              <a:buNone/>
              <a:defRPr sz="4500" b="1">
                <a:solidFill>
                  <a:srgbClr val="FFFFFF"/>
                </a:solidFill>
                <a:latin typeface="Helvetica Neue"/>
                <a:ea typeface="Helvetica Neue"/>
                <a:cs typeface="Helvetica Neue"/>
              </a:defRPr>
            </a:lvl4pPr>
            <a:lvl5pPr algn="l">
              <a:buNone/>
              <a:defRPr sz="4500" b="1">
                <a:solidFill>
                  <a:srgbClr val="FFFFFF"/>
                </a:solidFill>
                <a:latin typeface="Helvetica Neue"/>
                <a:ea typeface="Helvetica Neue"/>
                <a:cs typeface="Helvetica Neue"/>
              </a:defRPr>
            </a:lvl5pPr>
            <a:lvl6pPr algn="l">
              <a:buNone/>
              <a:defRPr sz="4500" b="1">
                <a:solidFill>
                  <a:srgbClr val="FFFFFF"/>
                </a:solidFill>
                <a:latin typeface="Helvetica Neue"/>
                <a:ea typeface="Helvetica Neue"/>
                <a:cs typeface="Helvetica Neue"/>
              </a:defRPr>
            </a:lvl6pPr>
            <a:lvl7pPr algn="l">
              <a:buNone/>
              <a:defRPr sz="4500" b="1">
                <a:solidFill>
                  <a:srgbClr val="FFFFFF"/>
                </a:solidFill>
                <a:latin typeface="Helvetica Neue"/>
                <a:ea typeface="Helvetica Neue"/>
                <a:cs typeface="Helvetica Neue"/>
              </a:defRPr>
            </a:lvl7pPr>
            <a:lvl8pPr algn="l">
              <a:buNone/>
              <a:defRPr sz="4500" b="1">
                <a:solidFill>
                  <a:srgbClr val="FFFFFF"/>
                </a:solidFill>
                <a:latin typeface="Helvetica Neue"/>
                <a:ea typeface="Helvetica Neue"/>
                <a:cs typeface="Helvetica Neue"/>
              </a:defRPr>
            </a:lvl8pPr>
            <a:lvl9pPr algn="l">
              <a:buNone/>
              <a:defRPr sz="4500" b="1">
                <a:solidFill>
                  <a:srgbClr val="FFFFFF"/>
                </a:solidFill>
                <a:latin typeface="Helvetica Neue"/>
                <a:ea typeface="Helvetica Neue"/>
                <a:cs typeface="Helvetica Neue"/>
              </a:defRPr>
            </a:lvl9pPr>
          </a:lstStyle>
          <a:p xmlns:a="http://schemas.openxmlformats.org/drawingml/2006/main">
            <a:pPr algn="l">
              <a:buNone/>
              <a:defRPr sz="4500" b="1">
                <a:solidFill>
                  <a:srgbClr val="FFFFFF"/>
                </a:solidFill>
                <a:latin typeface="Helvetica Neue"/>
                <a:ea typeface="Helvetica Neue"/>
                <a:cs typeface="Helvetica Neue"/>
              </a:defRPr>
            </a:pPr>
            <a:r>
              <a:rPr sz="4500" b="1">
                <a:solidFill>
                  <a:srgbClr val="FFFFFF"/>
                </a:solidFill>
                <a:latin typeface="Helvetica Neue"/>
                <a:ea typeface="Helvetica Neue"/>
                <a:cs typeface="Helvetica Neue"/>
              </a:rPr>
              <a:t>Thank you</a:t>
            </a:r>
          </a:p>
        </p:txBody>
      </p:sp>
      <p:sp>
        <p:nvSpPr>
          <p:cNvPr id="3" name="Rectangle 2">
            <a:extLst xmlns:a="http://schemas.openxmlformats.org/drawingml/2006/main">
              <a:ext uri="{FF2B5EF4-FFF2-40B4-BE49-F238E27FC236}">
                <a16:creationId xmlns:a16="http://schemas.microsoft.com/office/drawing/2014/main" id="{731ACEF7-E671-45D2-981F-F34410700600}"/>
              </a:ext>
            </a:extLst>
          </p:cNvPr>
          <p:cNvSpPr>
            <a:spLocks xmlns:a="http://schemas.openxmlformats.org/drawingml/2006/main" noGrp="1"/>
          </p:cNvSpPr>
          <p:nvPr/>
        </p:nvSpPr>
        <p:spPr>
          <a:xfrm xmlns:a="http://schemas.openxmlformats.org/drawingml/2006/main">
            <a:off x="819150" y="3143250"/>
            <a:ext cx="5715000" cy="523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a:bodyPr>
          <a:lstStyle xmlns:a="http://schemas.openxmlformats.org/drawingml/2006/main">
            <a:defPPr algn="l">
              <a:defRPr sz="2550" b="1">
                <a:solidFill>
                  <a:srgbClr val="C7DBD1"/>
                </a:solidFill>
                <a:latin typeface="Helvetica Neue"/>
                <a:ea typeface="Helvetica Neue"/>
                <a:cs typeface="Helvetica Neue"/>
              </a:defRPr>
            </a:defPPr>
            <a:lvl1pPr algn="l">
              <a:buNone/>
              <a:defRPr sz="2550" b="1">
                <a:solidFill>
                  <a:srgbClr val="C7DBD1"/>
                </a:solidFill>
                <a:latin typeface="Helvetica Neue"/>
                <a:ea typeface="Helvetica Neue"/>
                <a:cs typeface="Helvetica Neue"/>
              </a:defRPr>
            </a:lvl1pPr>
            <a:lvl2pPr algn="l">
              <a:buNone/>
              <a:defRPr sz="2550" b="1">
                <a:solidFill>
                  <a:srgbClr val="C7DBD1"/>
                </a:solidFill>
                <a:latin typeface="Helvetica Neue"/>
                <a:ea typeface="Helvetica Neue"/>
                <a:cs typeface="Helvetica Neue"/>
              </a:defRPr>
            </a:lvl2pPr>
            <a:lvl3pPr algn="l">
              <a:buNone/>
              <a:defRPr sz="2550" b="1">
                <a:solidFill>
                  <a:srgbClr val="C7DBD1"/>
                </a:solidFill>
                <a:latin typeface="Helvetica Neue"/>
                <a:ea typeface="Helvetica Neue"/>
                <a:cs typeface="Helvetica Neue"/>
              </a:defRPr>
            </a:lvl3pPr>
            <a:lvl4pPr algn="l">
              <a:buNone/>
              <a:defRPr sz="2550" b="1">
                <a:solidFill>
                  <a:srgbClr val="C7DBD1"/>
                </a:solidFill>
                <a:latin typeface="Helvetica Neue"/>
                <a:ea typeface="Helvetica Neue"/>
                <a:cs typeface="Helvetica Neue"/>
              </a:defRPr>
            </a:lvl4pPr>
            <a:lvl5pPr algn="l">
              <a:buNone/>
              <a:defRPr sz="2550" b="1">
                <a:solidFill>
                  <a:srgbClr val="C7DBD1"/>
                </a:solidFill>
                <a:latin typeface="Helvetica Neue"/>
                <a:ea typeface="Helvetica Neue"/>
                <a:cs typeface="Helvetica Neue"/>
              </a:defRPr>
            </a:lvl5pPr>
            <a:lvl6pPr algn="l">
              <a:buNone/>
              <a:defRPr sz="2550" b="1">
                <a:solidFill>
                  <a:srgbClr val="C7DBD1"/>
                </a:solidFill>
                <a:latin typeface="Helvetica Neue"/>
                <a:ea typeface="Helvetica Neue"/>
                <a:cs typeface="Helvetica Neue"/>
              </a:defRPr>
            </a:lvl6pPr>
            <a:lvl7pPr algn="l">
              <a:buNone/>
              <a:defRPr sz="2550" b="1">
                <a:solidFill>
                  <a:srgbClr val="C7DBD1"/>
                </a:solidFill>
                <a:latin typeface="Helvetica Neue"/>
                <a:ea typeface="Helvetica Neue"/>
                <a:cs typeface="Helvetica Neue"/>
              </a:defRPr>
            </a:lvl7pPr>
            <a:lvl8pPr algn="l">
              <a:buNone/>
              <a:defRPr sz="2550" b="1">
                <a:solidFill>
                  <a:srgbClr val="C7DBD1"/>
                </a:solidFill>
                <a:latin typeface="Helvetica Neue"/>
                <a:ea typeface="Helvetica Neue"/>
                <a:cs typeface="Helvetica Neue"/>
              </a:defRPr>
            </a:lvl8pPr>
            <a:lvl9pPr algn="l">
              <a:buNone/>
              <a:defRPr sz="2550" b="1">
                <a:solidFill>
                  <a:srgbClr val="C7DBD1"/>
                </a:solidFill>
                <a:latin typeface="Helvetica Neue"/>
                <a:ea typeface="Helvetica Neue"/>
                <a:cs typeface="Helvetica Neue"/>
              </a:defRPr>
            </a:lvl9pPr>
          </a:lstStyle>
          <a:p xmlns:a="http://schemas.openxmlformats.org/drawingml/2006/main">
            <a:pPr algn="l">
              <a:buNone/>
              <a:defRPr sz="2550" b="1">
                <a:solidFill>
                  <a:srgbClr val="C7DBD1"/>
                </a:solidFill>
                <a:latin typeface="Helvetica Neue"/>
                <a:ea typeface="Helvetica Neue"/>
                <a:cs typeface="Helvetica Neue"/>
              </a:defRPr>
            </a:pPr>
            <a:r>
              <a:rPr sz="2550" b="1">
                <a:solidFill>
                  <a:srgbClr val="C7DBD1"/>
                </a:solidFill>
                <a:latin typeface="Helvetica Neue"/>
                <a:ea typeface="Helvetica Neue"/>
                <a:cs typeface="Helvetica Neue"/>
              </a:rPr>
              <a:t>Questions</a:t>
            </a:r>
          </a:p>
        </p:txBody>
      </p:sp>
      <p:sp>
        <p:nvSpPr>
          <p:cNvPr id="4" name="Rectangle 3">
            <a:extLst xmlns:a="http://schemas.openxmlformats.org/drawingml/2006/main">
              <a:ext uri="{FF2B5EF4-FFF2-40B4-BE49-F238E27FC236}">
                <a16:creationId xmlns:a16="http://schemas.microsoft.com/office/drawing/2014/main" id="{F599A5E8-0ACE-48B5-BE29-FAF5519500C9}"/>
              </a:ext>
            </a:extLst>
          </p:cNvPr>
          <p:cNvSpPr>
            <a:spLocks xmlns:a="http://schemas.openxmlformats.org/drawingml/2006/main" noGrp="1"/>
          </p:cNvSpPr>
          <p:nvPr/>
        </p:nvSpPr>
        <p:spPr>
          <a:xfrm xmlns:a="http://schemas.openxmlformats.org/drawingml/2006/main">
            <a:off x="819150" y="5143500"/>
            <a:ext cx="7239000" cy="3333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a:bodyPr>
          <a:lstStyle xmlns:a="http://schemas.openxmlformats.org/drawingml/2006/main">
            <a:defPPr algn="l">
              <a:defRPr sz="1500" b="0">
                <a:solidFill>
                  <a:srgbClr val="D2DEE5"/>
                </a:solidFill>
                <a:latin typeface="Helvetica Neue"/>
                <a:ea typeface="Helvetica Neue"/>
                <a:cs typeface="Helvetica Neue"/>
              </a:defRPr>
            </a:defPPr>
            <a:lvl1pPr algn="l">
              <a:buNone/>
              <a:defRPr sz="1500" b="0">
                <a:solidFill>
                  <a:srgbClr val="D2DEE5"/>
                </a:solidFill>
                <a:latin typeface="Helvetica Neue"/>
                <a:ea typeface="Helvetica Neue"/>
                <a:cs typeface="Helvetica Neue"/>
              </a:defRPr>
            </a:lvl1pPr>
            <a:lvl2pPr algn="l">
              <a:buNone/>
              <a:defRPr sz="1500" b="0">
                <a:solidFill>
                  <a:srgbClr val="D2DEE5"/>
                </a:solidFill>
                <a:latin typeface="Helvetica Neue"/>
                <a:ea typeface="Helvetica Neue"/>
                <a:cs typeface="Helvetica Neue"/>
              </a:defRPr>
            </a:lvl2pPr>
            <a:lvl3pPr algn="l">
              <a:buNone/>
              <a:defRPr sz="1500" b="0">
                <a:solidFill>
                  <a:srgbClr val="D2DEE5"/>
                </a:solidFill>
                <a:latin typeface="Helvetica Neue"/>
                <a:ea typeface="Helvetica Neue"/>
                <a:cs typeface="Helvetica Neue"/>
              </a:defRPr>
            </a:lvl3pPr>
            <a:lvl4pPr algn="l">
              <a:buNone/>
              <a:defRPr sz="1500" b="0">
                <a:solidFill>
                  <a:srgbClr val="D2DEE5"/>
                </a:solidFill>
                <a:latin typeface="Helvetica Neue"/>
                <a:ea typeface="Helvetica Neue"/>
                <a:cs typeface="Helvetica Neue"/>
              </a:defRPr>
            </a:lvl4pPr>
            <a:lvl5pPr algn="l">
              <a:buNone/>
              <a:defRPr sz="1500" b="0">
                <a:solidFill>
                  <a:srgbClr val="D2DEE5"/>
                </a:solidFill>
                <a:latin typeface="Helvetica Neue"/>
                <a:ea typeface="Helvetica Neue"/>
                <a:cs typeface="Helvetica Neue"/>
              </a:defRPr>
            </a:lvl5pPr>
            <a:lvl6pPr algn="l">
              <a:buNone/>
              <a:defRPr sz="1500" b="0">
                <a:solidFill>
                  <a:srgbClr val="D2DEE5"/>
                </a:solidFill>
                <a:latin typeface="Helvetica Neue"/>
                <a:ea typeface="Helvetica Neue"/>
                <a:cs typeface="Helvetica Neue"/>
              </a:defRPr>
            </a:lvl6pPr>
            <a:lvl7pPr algn="l">
              <a:buNone/>
              <a:defRPr sz="1500" b="0">
                <a:solidFill>
                  <a:srgbClr val="D2DEE5"/>
                </a:solidFill>
                <a:latin typeface="Helvetica Neue"/>
                <a:ea typeface="Helvetica Neue"/>
                <a:cs typeface="Helvetica Neue"/>
              </a:defRPr>
            </a:lvl7pPr>
            <a:lvl8pPr algn="l">
              <a:buNone/>
              <a:defRPr sz="1500" b="0">
                <a:solidFill>
                  <a:srgbClr val="D2DEE5"/>
                </a:solidFill>
                <a:latin typeface="Helvetica Neue"/>
                <a:ea typeface="Helvetica Neue"/>
                <a:cs typeface="Helvetica Neue"/>
              </a:defRPr>
            </a:lvl8pPr>
            <a:lvl9pPr algn="l">
              <a:buNone/>
              <a:defRPr sz="1500" b="0">
                <a:solidFill>
                  <a:srgbClr val="D2DEE5"/>
                </a:solidFill>
                <a:latin typeface="Helvetica Neue"/>
                <a:ea typeface="Helvetica Neue"/>
                <a:cs typeface="Helvetica Neue"/>
              </a:defRPr>
            </a:lvl9pPr>
          </a:lstStyle>
          <a:p xmlns:a="http://schemas.openxmlformats.org/drawingml/2006/main">
            <a:pPr algn="l">
              <a:buNone/>
              <a:defRPr sz="1500" b="0">
                <a:solidFill>
                  <a:srgbClr val="D2DEE5"/>
                </a:solidFill>
                <a:latin typeface="Helvetica Neue"/>
                <a:ea typeface="Helvetica Neue"/>
                <a:cs typeface="Helvetica Neue"/>
              </a:defRPr>
            </a:pPr>
            <a:r>
              <a:rPr sz="1500" b="0">
                <a:solidFill>
                  <a:srgbClr val="D2DEE5"/>
                </a:solidFill>
                <a:latin typeface="Helvetica Neue"/>
                <a:ea typeface="Helvetica Neue"/>
                <a:cs typeface="Helvetica Neue"/>
              </a:rPr>
              <a:t>Indoor Location Prediction Using Wi-Fi Signals</a:t>
            </a:r>
          </a:p>
        </p:txBody>
      </p:sp>
    </p:spTree>
    <p:extLst>
      <p:ext uri="{BB962C8B-B14F-4D97-AF65-F5344CB8AC3E}">
        <p14:creationId xmlns:p14="http://schemas.microsoft.com/office/powerpoint/2010/main" val="471444159"/>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2026-10-26T02:52:50.7210000Z</dcterms:created>
  <dcterms:modified xsi:type="dcterms:W3CDTF">2026-10-26T02:52:50.7210000Z</dcterms:modified>
</coreProperties>
</file>